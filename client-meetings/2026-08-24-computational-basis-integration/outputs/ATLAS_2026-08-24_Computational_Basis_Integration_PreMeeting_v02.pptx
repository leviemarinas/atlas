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a27f466f2454cb6" /><Relationship Type="http://schemas.openxmlformats.org/officeDocument/2006/relationships/extended-properties" Target="/docProps/app.xml" Id="R978587e3fc4f4e9f" /><Relationship Type="http://schemas.openxmlformats.org/officeDocument/2006/relationships/officeDocument" Target="/ppt/presentation.xml" Id="R7db7fab360fe4451" /></Relationships>
</file>

<file path=ppt/presentation.xml><?xml version="1.0" encoding="utf-8"?>
<p:presentation xmlns:p="http://schemas.openxmlformats.org/presentationml/2006/main">
  <p:sldMasterIdLst>
    <p:sldMasterId xmlns:r="http://schemas.openxmlformats.org/officeDocument/2006/relationships" id="2147483648" r:id="Rea59e9bc25aa4b61"/>
    <p:sldMasterId xmlns:r="http://schemas.openxmlformats.org/officeDocument/2006/relationships" id="2147483650" r:id="Rf34e394bb80948e6"/>
  </p:sldMasterIdLst>
  <p:notesMasterIdLst>
    <p:notesMasterId xmlns:r="http://schemas.openxmlformats.org/officeDocument/2006/relationships" r:id="Race4b564b7ad427a"/>
  </p:notesMasterIdLst>
  <p:sldIdLst>
    <p:sldId xmlns:r="http://schemas.openxmlformats.org/officeDocument/2006/relationships" id="256" r:id="R2d1b82cdff064644"/>
    <p:sldId xmlns:r="http://schemas.openxmlformats.org/officeDocument/2006/relationships" id="257" r:id="R576b0c01ea7547fd"/>
    <p:sldId xmlns:r="http://schemas.openxmlformats.org/officeDocument/2006/relationships" id="258" r:id="R21de1d75243842ce"/>
    <p:sldId xmlns:r="http://schemas.openxmlformats.org/officeDocument/2006/relationships" id="259" r:id="R2610a9b8c1c942d2"/>
    <p:sldId xmlns:r="http://schemas.openxmlformats.org/officeDocument/2006/relationships" id="260" r:id="Rf7af3c4717a14e99"/>
    <p:sldId xmlns:r="http://schemas.openxmlformats.org/officeDocument/2006/relationships" id="261" r:id="Rdb07f39dac094267"/>
    <p:sldId xmlns:r="http://schemas.openxmlformats.org/officeDocument/2006/relationships" id="262" r:id="R728dfd596bfe47b3"/>
    <p:sldId xmlns:r="http://schemas.openxmlformats.org/officeDocument/2006/relationships" id="263" r:id="R44ce30e988e94f3c"/>
    <p:sldId xmlns:r="http://schemas.openxmlformats.org/officeDocument/2006/relationships" id="264" r:id="R49353d583c5a4d53"/>
    <p:sldId xmlns:r="http://schemas.openxmlformats.org/officeDocument/2006/relationships" id="265" r:id="R7256d2cfffc44a2c"/>
    <p:sldId xmlns:r="http://schemas.openxmlformats.org/officeDocument/2006/relationships" id="266" r:id="R5b16e41b62cf4942"/>
    <p:sldId xmlns:r="http://schemas.openxmlformats.org/officeDocument/2006/relationships" id="267" r:id="Rda15c7aa9c6b44f8"/>
    <p:sldId xmlns:r="http://schemas.openxmlformats.org/officeDocument/2006/relationships" id="268" r:id="R2de548d31a4244e1"/>
    <p:sldId xmlns:r="http://schemas.openxmlformats.org/officeDocument/2006/relationships" id="269" r:id="R7c991a5214114616"/>
    <p:sldId xmlns:r="http://schemas.openxmlformats.org/officeDocument/2006/relationships" id="270" r:id="Rb815b4aa66b54074"/>
    <p:sldId xmlns:r="http://schemas.openxmlformats.org/officeDocument/2006/relationships" id="271" r:id="Rf57eaf219f634be4"/>
    <p:sldId xmlns:r="http://schemas.openxmlformats.org/officeDocument/2006/relationships" id="272" r:id="R239f014c481f4c6e"/>
    <p:sldId xmlns:r="http://schemas.openxmlformats.org/officeDocument/2006/relationships" id="273" r:id="R150f270bb4f7421e"/>
    <p:sldId xmlns:r="http://schemas.openxmlformats.org/officeDocument/2006/relationships" id="274" r:id="Rb3480d7c68fe415b"/>
    <p:sldId xmlns:r="http://schemas.openxmlformats.org/officeDocument/2006/relationships" id="275" r:id="Rfbc7ad37d7624adb"/>
    <p:sldId xmlns:r="http://schemas.openxmlformats.org/officeDocument/2006/relationships" id="276" r:id="R561457c81de54567"/>
    <p:sldId xmlns:r="http://schemas.openxmlformats.org/officeDocument/2006/relationships" id="277" r:id="R9750b393411d43e4"/>
    <p:sldId xmlns:r="http://schemas.openxmlformats.org/officeDocument/2006/relationships" id="278" r:id="Ra7b243202d604580"/>
    <p:sldId xmlns:r="http://schemas.openxmlformats.org/officeDocument/2006/relationships" id="279" r:id="Rd6b62b51c5c54168"/>
    <p:sldId xmlns:r="http://schemas.openxmlformats.org/officeDocument/2006/relationships" id="280" r:id="R8850461c14e24114"/>
    <p:sldId xmlns:r="http://schemas.openxmlformats.org/officeDocument/2006/relationships" id="281" r:id="R3a50e2f5882d4c87"/>
    <p:sldId xmlns:r="http://schemas.openxmlformats.org/officeDocument/2006/relationships" id="282" r:id="R36c6eb7f6fec49d0"/>
    <p:sldId xmlns:r="http://schemas.openxmlformats.org/officeDocument/2006/relationships" id="283" r:id="R6a468ffe2caf4a50"/>
    <p:sldId xmlns:r="http://schemas.openxmlformats.org/officeDocument/2006/relationships" id="284" r:id="R0cd95142fbbf4c06"/>
    <p:sldId xmlns:r="http://schemas.openxmlformats.org/officeDocument/2006/relationships" id="285" r:id="Rcf0bc5e3906a4f5e"/>
    <p:sldId xmlns:r="http://schemas.openxmlformats.org/officeDocument/2006/relationships" id="286" r:id="Rb7caeb3a023a419e"/>
    <p:sldId xmlns:r="http://schemas.openxmlformats.org/officeDocument/2006/relationships" id="287" r:id="R9fbfe749aea041f1"/>
    <p:sldId xmlns:r="http://schemas.openxmlformats.org/officeDocument/2006/relationships" id="288" r:id="Rf5316cdf1de54afc"/>
    <p:sldId xmlns:r="http://schemas.openxmlformats.org/officeDocument/2006/relationships" id="289" r:id="R7973312b27534ca6"/>
    <p:sldId xmlns:r="http://schemas.openxmlformats.org/officeDocument/2006/relationships" id="290" r:id="R8f101e4108a442f4"/>
    <p:sldId xmlns:r="http://schemas.openxmlformats.org/officeDocument/2006/relationships" id="291" r:id="R5df61112ee5d4b1f"/>
    <p:sldId xmlns:r="http://schemas.openxmlformats.org/officeDocument/2006/relationships" id="292" r:id="Re2ed2911306b4a51"/>
    <p:sldId xmlns:r="http://schemas.openxmlformats.org/officeDocument/2006/relationships" id="293" r:id="Ra4f66a55e462405e"/>
    <p:sldId xmlns:r="http://schemas.openxmlformats.org/officeDocument/2006/relationships" id="294" r:id="R75bf3b4c4ab44e6b"/>
    <p:sldId xmlns:r="http://schemas.openxmlformats.org/officeDocument/2006/relationships" id="295" r:id="R1816aedf3e7f4ad0"/>
    <p:sldId xmlns:r="http://schemas.openxmlformats.org/officeDocument/2006/relationships" id="296" r:id="R032a30cd7e4a4464"/>
    <p:sldId xmlns:r="http://schemas.openxmlformats.org/officeDocument/2006/relationships" id="297" r:id="R307ca90e84c24867"/>
    <p:sldId xmlns:r="http://schemas.openxmlformats.org/officeDocument/2006/relationships" id="298" r:id="R2f5dbe29463d4bce"/>
    <p:sldId xmlns:r="http://schemas.openxmlformats.org/officeDocument/2006/relationships" id="299" r:id="R912fdefead304f2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ea3c44926c94787" /><Relationship Type="http://schemas.openxmlformats.org/officeDocument/2006/relationships/slideMaster" Target="/ppt/slideMasters/slideMaster1.xml" Id="Rea59e9bc25aa4b61" /><Relationship Type="http://schemas.openxmlformats.org/officeDocument/2006/relationships/slideMaster" Target="/ppt/slideMasters/slideMaster2.xml" Id="Rf34e394bb80948e6" /><Relationship Type="http://schemas.openxmlformats.org/officeDocument/2006/relationships/notesMaster" Target="/ppt/notesMasters/notesMaster1.xml" Id="Race4b564b7ad427a" /><Relationship Type="http://schemas.openxmlformats.org/officeDocument/2006/relationships/presProps" Target="/ppt/presProps.xml" Id="R0c3003ba65f14057" /><Relationship Type="http://schemas.openxmlformats.org/officeDocument/2006/relationships/viewProps" Target="/ppt/viewProps.xml" Id="Rebb6a204bbc543bd" /><Relationship Type="http://schemas.openxmlformats.org/officeDocument/2006/relationships/tableStyles" Target="/ppt/tableStyles.xml" Id="Re5c7130b36624944" /><Relationship Type="http://schemas.openxmlformats.org/officeDocument/2006/relationships/slide" Target="/ppt/slides/slide1.xml" Id="R2d1b82cdff064644" /><Relationship Type="http://schemas.openxmlformats.org/officeDocument/2006/relationships/slide" Target="/ppt/slides/slide2.xml" Id="R576b0c01ea7547fd" /><Relationship Type="http://schemas.openxmlformats.org/officeDocument/2006/relationships/slide" Target="/ppt/slides/slide3.xml" Id="R21de1d75243842ce" /><Relationship Type="http://schemas.openxmlformats.org/officeDocument/2006/relationships/slide" Target="/ppt/slides/slide4.xml" Id="R2610a9b8c1c942d2" /><Relationship Type="http://schemas.openxmlformats.org/officeDocument/2006/relationships/slide" Target="/ppt/slides/slide5.xml" Id="Rf7af3c4717a14e99" /><Relationship Type="http://schemas.openxmlformats.org/officeDocument/2006/relationships/slide" Target="/ppt/slides/slide6.xml" Id="Rdb07f39dac094267" /><Relationship Type="http://schemas.openxmlformats.org/officeDocument/2006/relationships/slide" Target="/ppt/slides/slide7.xml" Id="R728dfd596bfe47b3" /><Relationship Type="http://schemas.openxmlformats.org/officeDocument/2006/relationships/slide" Target="/ppt/slides/slide8.xml" Id="R44ce30e988e94f3c" /><Relationship Type="http://schemas.openxmlformats.org/officeDocument/2006/relationships/slide" Target="/ppt/slides/slide9.xml" Id="R49353d583c5a4d53" /><Relationship Type="http://schemas.openxmlformats.org/officeDocument/2006/relationships/slide" Target="/ppt/slides/slide10.xml" Id="R7256d2cfffc44a2c" /><Relationship Type="http://schemas.openxmlformats.org/officeDocument/2006/relationships/slide" Target="/ppt/slides/slide11.xml" Id="R5b16e41b62cf4942" /><Relationship Type="http://schemas.openxmlformats.org/officeDocument/2006/relationships/slide" Target="/ppt/slides/slide12.xml" Id="Rda15c7aa9c6b44f8" /><Relationship Type="http://schemas.openxmlformats.org/officeDocument/2006/relationships/slide" Target="/ppt/slides/slide13.xml" Id="R2de548d31a4244e1" /><Relationship Type="http://schemas.openxmlformats.org/officeDocument/2006/relationships/slide" Target="/ppt/slides/slide14.xml" Id="R7c991a5214114616" /><Relationship Type="http://schemas.openxmlformats.org/officeDocument/2006/relationships/slide" Target="/ppt/slides/slide15.xml" Id="Rb815b4aa66b54074" /><Relationship Type="http://schemas.openxmlformats.org/officeDocument/2006/relationships/slide" Target="/ppt/slides/slide16.xml" Id="Rf57eaf219f634be4" /><Relationship Type="http://schemas.openxmlformats.org/officeDocument/2006/relationships/slide" Target="/ppt/slides/slide17.xml" Id="R239f014c481f4c6e" /><Relationship Type="http://schemas.openxmlformats.org/officeDocument/2006/relationships/slide" Target="/ppt/slides/slide18.xml" Id="R150f270bb4f7421e" /><Relationship Type="http://schemas.openxmlformats.org/officeDocument/2006/relationships/slide" Target="/ppt/slides/slide19.xml" Id="Rb3480d7c68fe415b" /><Relationship Type="http://schemas.openxmlformats.org/officeDocument/2006/relationships/slide" Target="/ppt/slides/slide20.xml" Id="Rfbc7ad37d7624adb" /><Relationship Type="http://schemas.openxmlformats.org/officeDocument/2006/relationships/slide" Target="/ppt/slides/slide21.xml" Id="R561457c81de54567" /><Relationship Type="http://schemas.openxmlformats.org/officeDocument/2006/relationships/slide" Target="/ppt/slides/slide22.xml" Id="R9750b393411d43e4" /><Relationship Type="http://schemas.openxmlformats.org/officeDocument/2006/relationships/slide" Target="/ppt/slides/slide23.xml" Id="Ra7b243202d604580" /><Relationship Type="http://schemas.openxmlformats.org/officeDocument/2006/relationships/slide" Target="/ppt/slides/slide24.xml" Id="Rd6b62b51c5c54168" /><Relationship Type="http://schemas.openxmlformats.org/officeDocument/2006/relationships/slide" Target="/ppt/slides/slide25.xml" Id="R8850461c14e24114" /><Relationship Type="http://schemas.openxmlformats.org/officeDocument/2006/relationships/slide" Target="/ppt/slides/slide26.xml" Id="R3a50e2f5882d4c87" /><Relationship Type="http://schemas.openxmlformats.org/officeDocument/2006/relationships/slide" Target="/ppt/slides/slide27.xml" Id="R36c6eb7f6fec49d0" /><Relationship Type="http://schemas.openxmlformats.org/officeDocument/2006/relationships/slide" Target="/ppt/slides/slide28.xml" Id="R6a468ffe2caf4a50" /><Relationship Type="http://schemas.openxmlformats.org/officeDocument/2006/relationships/slide" Target="/ppt/slides/slide29.xml" Id="R0cd95142fbbf4c06" /><Relationship Type="http://schemas.openxmlformats.org/officeDocument/2006/relationships/slide" Target="/ppt/slides/slide30.xml" Id="Rcf0bc5e3906a4f5e" /><Relationship Type="http://schemas.openxmlformats.org/officeDocument/2006/relationships/slide" Target="/ppt/slides/slide31.xml" Id="Rb7caeb3a023a419e" /><Relationship Type="http://schemas.openxmlformats.org/officeDocument/2006/relationships/slide" Target="/ppt/slides/slide32.xml" Id="R9fbfe749aea041f1" /><Relationship Type="http://schemas.openxmlformats.org/officeDocument/2006/relationships/slide" Target="/ppt/slides/slide33.xml" Id="Rf5316cdf1de54afc" /><Relationship Type="http://schemas.openxmlformats.org/officeDocument/2006/relationships/slide" Target="/ppt/slides/slide34.xml" Id="R7973312b27534ca6" /><Relationship Type="http://schemas.openxmlformats.org/officeDocument/2006/relationships/slide" Target="/ppt/slides/slide35.xml" Id="R8f101e4108a442f4" /><Relationship Type="http://schemas.openxmlformats.org/officeDocument/2006/relationships/slide" Target="/ppt/slides/slide36.xml" Id="R5df61112ee5d4b1f" /><Relationship Type="http://schemas.openxmlformats.org/officeDocument/2006/relationships/slide" Target="/ppt/slides/slide37.xml" Id="Re2ed2911306b4a51" /><Relationship Type="http://schemas.openxmlformats.org/officeDocument/2006/relationships/slide" Target="/ppt/slides/slide38.xml" Id="Ra4f66a55e462405e" /><Relationship Type="http://schemas.openxmlformats.org/officeDocument/2006/relationships/slide" Target="/ppt/slides/slide39.xml" Id="R75bf3b4c4ab44e6b" /><Relationship Type="http://schemas.openxmlformats.org/officeDocument/2006/relationships/slide" Target="/ppt/slides/slide40.xml" Id="R1816aedf3e7f4ad0" /><Relationship Type="http://schemas.openxmlformats.org/officeDocument/2006/relationships/slide" Target="/ppt/slides/slide41.xml" Id="R032a30cd7e4a4464" /><Relationship Type="http://schemas.openxmlformats.org/officeDocument/2006/relationships/slide" Target="/ppt/slides/slide42.xml" Id="R307ca90e84c24867" /><Relationship Type="http://schemas.openxmlformats.org/officeDocument/2006/relationships/slide" Target="/ppt/slides/slide43.xml" Id="R2f5dbe29463d4bce" /><Relationship Type="http://schemas.openxmlformats.org/officeDocument/2006/relationships/slide" Target="/ppt/slides/slide44.xml" Id="R912fdefead304f2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6dafe3df7f53426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454b8b69e9b4d28" /><Relationship Type="http://schemas.openxmlformats.org/officeDocument/2006/relationships/notesMaster" Target="/ppt/notesMasters/notesMaster1.xml" Id="Ra14264740a99483a"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0f4e9814c140cd" /><Relationship Type="http://schemas.openxmlformats.org/officeDocument/2006/relationships/notesMaster" Target="/ppt/notesMasters/notesMaster1.xml" Id="R946b3c048d594d8c" /></Relationships>
</file>

<file path=ppt/notesSlides/_rels/notesSlide3.xml.rels>&#65279;<?xml version="1.0" encoding="utf-8"?><Relationships xmlns="http://schemas.openxmlformats.org/package/2006/relationships"><Relationship Type="http://schemas.openxmlformats.org/officeDocument/2006/relationships/slide" Target="/ppt/slides/slide3.xml" Id="Rc564128708d94474" /><Relationship Type="http://schemas.openxmlformats.org/officeDocument/2006/relationships/notesMaster" Target="/ppt/notesMasters/notesMaster1.xml" Id="R4a85eb2b4d8848a8" /></Relationships>
</file>

<file path=ppt/notesSlides/_rels/notesSlide4.xml.rels>&#65279;<?xml version="1.0" encoding="utf-8"?><Relationships xmlns="http://schemas.openxmlformats.org/package/2006/relationships"><Relationship Type="http://schemas.openxmlformats.org/officeDocument/2006/relationships/slide" Target="/ppt/slides/slide4.xml" Id="R8da03301dfbd4e89" /><Relationship Type="http://schemas.openxmlformats.org/officeDocument/2006/relationships/notesMaster" Target="/ppt/notesMasters/notesMaster1.xml" Id="Rc6690a8314804a96" /></Relationships>
</file>

<file path=ppt/notesSlides/_rels/notesSlide5.xml.rels>&#65279;<?xml version="1.0" encoding="utf-8"?><Relationships xmlns="http://schemas.openxmlformats.org/package/2006/relationships"><Relationship Type="http://schemas.openxmlformats.org/officeDocument/2006/relationships/slide" Target="/ppt/slides/slide5.xml" Id="R998658af4ac44bf3" /><Relationship Type="http://schemas.openxmlformats.org/officeDocument/2006/relationships/notesMaster" Target="/ppt/notesMasters/notesMaster1.xml" Id="R187958a016f14d2c"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6a10a920654d21" /><Relationship Type="http://schemas.openxmlformats.org/officeDocument/2006/relationships/notesMaster" Target="/ppt/notesMasters/notesMaster1.xml" Id="Rffb6b531f99b4275" /></Relationships>
</file>

<file path=ppt/notesSlides/_rels/notesSlide7.xml.rels>&#65279;<?xml version="1.0" encoding="utf-8"?><Relationships xmlns="http://schemas.openxmlformats.org/package/2006/relationships"><Relationship Type="http://schemas.openxmlformats.org/officeDocument/2006/relationships/slide" Target="/ppt/slides/slide7.xml" Id="Re94050a127804026" /><Relationship Type="http://schemas.openxmlformats.org/officeDocument/2006/relationships/notesMaster" Target="/ppt/notesMasters/notesMaster1.xml" Id="Ra3d0832ab98a4602" /></Relationships>
</file>

<file path=ppt/notesSlides/_rels/notesSlide8.xml.rels>&#65279;<?xml version="1.0" encoding="utf-8"?><Relationships xmlns="http://schemas.openxmlformats.org/package/2006/relationships"><Relationship Type="http://schemas.openxmlformats.org/officeDocument/2006/relationships/slide" Target="/ppt/slides/slide8.xml" Id="R9681827ee474475a" /><Relationship Type="http://schemas.openxmlformats.org/officeDocument/2006/relationships/notesMaster" Target="/ppt/notesMasters/notesMaster1.xml" Id="Re11fd44ceaa34fdd" /></Relationships>
</file>

<file path=ppt/notesSlides/_rels/notesSlide9.xml.rels>&#65279;<?xml version="1.0" encoding="utf-8"?><Relationships xmlns="http://schemas.openxmlformats.org/package/2006/relationships"><Relationship Type="http://schemas.openxmlformats.org/officeDocument/2006/relationships/slide" Target="/ppt/slides/slide9.xml" Id="R0c219de9d691443f" /><Relationship Type="http://schemas.openxmlformats.org/officeDocument/2006/relationships/notesMaster" Target="/ppt/notesMasters/notesMaster1.xml" Id="R7196da3b3e6149f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7708cfe1bf64197" /><Relationship Type="http://schemas.openxmlformats.org/officeDocument/2006/relationships/notesMaster" Target="/ppt/notesMasters/notesMaster1.xml" Id="Rb16fad886d2a4c7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dab643ae32b4517" /><Relationship Type="http://schemas.openxmlformats.org/officeDocument/2006/relationships/notesMaster" Target="/ppt/notesMasters/notesMaster1.xml" Id="R81eabdaa9eb4415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85ec0c4257347ea" /><Relationship Type="http://schemas.openxmlformats.org/officeDocument/2006/relationships/notesMaster" Target="/ppt/notesMasters/notesMaster1.xml" Id="R110eac87ade74f6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6d7cd99a74f4743" /><Relationship Type="http://schemas.openxmlformats.org/officeDocument/2006/relationships/notesMaster" Target="/ppt/notesMasters/notesMaster1.xml" Id="R92c764c9b2f949d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264475903a1465a" /><Relationship Type="http://schemas.openxmlformats.org/officeDocument/2006/relationships/notesMaster" Target="/ppt/notesMasters/notesMaster1.xml" Id="R665ebbfa290a4e3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2fd25fbe11a4845" /><Relationship Type="http://schemas.openxmlformats.org/officeDocument/2006/relationships/notesMaster" Target="/ppt/notesMasters/notesMaster1.xml" Id="R08f93e6e92d745a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1f5d3d4025b4c7a" /><Relationship Type="http://schemas.openxmlformats.org/officeDocument/2006/relationships/notesMaster" Target="/ppt/notesMasters/notesMaster1.xml" Id="Rc7c79f25dac74a9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179c0f392fb4b4f" /><Relationship Type="http://schemas.openxmlformats.org/officeDocument/2006/relationships/notesMaster" Target="/ppt/notesMasters/notesMaster1.xml" Id="Ra6febe98ed0c41c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7e471ab17de4e8e" /><Relationship Type="http://schemas.openxmlformats.org/officeDocument/2006/relationships/notesMaster" Target="/ppt/notesMasters/notesMaster1.xml" Id="Rd0da237037334e6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47d3982ec2f4825" /><Relationship Type="http://schemas.openxmlformats.org/officeDocument/2006/relationships/notesMaster" Target="/ppt/notesMasters/notesMaster1.xml" Id="R3e4641dc10d2487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8f80de026644c06" /><Relationship Type="http://schemas.openxmlformats.org/officeDocument/2006/relationships/notesMaster" Target="/ppt/notesMasters/notesMaster1.xml" Id="Rf2ace08c4b604d2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8745327063f49fc" /><Relationship Type="http://schemas.openxmlformats.org/officeDocument/2006/relationships/notesMaster" Target="/ppt/notesMasters/notesMaster1.xml" Id="R512cb50dff28490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8c2f63913a0404c" /><Relationship Type="http://schemas.openxmlformats.org/officeDocument/2006/relationships/notesMaster" Target="/ppt/notesMasters/notesMaster1.xml" Id="R144d66675303489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e770f3c630f4024" /><Relationship Type="http://schemas.openxmlformats.org/officeDocument/2006/relationships/notesMaster" Target="/ppt/notesMasters/notesMaster1.xml" Id="R9ad8534b9fc24c5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43c5100463e4877" /><Relationship Type="http://schemas.openxmlformats.org/officeDocument/2006/relationships/notesMaster" Target="/ppt/notesMasters/notesMaster1.xml" Id="R8678c6e8ad294c9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d15c2c9839241d5" /><Relationship Type="http://schemas.openxmlformats.org/officeDocument/2006/relationships/notesMaster" Target="/ppt/notesMasters/notesMaster1.xml" Id="Re8eac6116c6b42e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17b00f61ced45d2" /><Relationship Type="http://schemas.openxmlformats.org/officeDocument/2006/relationships/notesMaster" Target="/ppt/notesMasters/notesMaster1.xml" Id="Rc2a185be52134a5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32a9f57d0174718" /><Relationship Type="http://schemas.openxmlformats.org/officeDocument/2006/relationships/notesMaster" Target="/ppt/notesMasters/notesMaster1.xml" Id="Red6203ef72cf4f8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ede4d9d52b2431e" /><Relationship Type="http://schemas.openxmlformats.org/officeDocument/2006/relationships/notesMaster" Target="/ppt/notesMasters/notesMaster1.xml" Id="R2426669ae53d4df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cac34c38e954de6" /><Relationship Type="http://schemas.openxmlformats.org/officeDocument/2006/relationships/notesMaster" Target="/ppt/notesMasters/notesMaster1.xml" Id="R96ef838a0d9c485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4fc5afc126c47d4" /><Relationship Type="http://schemas.openxmlformats.org/officeDocument/2006/relationships/notesMaster" Target="/ppt/notesMasters/notesMaster1.xml" Id="Rc994d4df76b8430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c1fe146016d46a2" /><Relationship Type="http://schemas.openxmlformats.org/officeDocument/2006/relationships/notesMaster" Target="/ppt/notesMasters/notesMaster1.xml" Id="R6145c0adc2704bd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d4e82f0baf14bd3" /><Relationship Type="http://schemas.openxmlformats.org/officeDocument/2006/relationships/notesMaster" Target="/ppt/notesMasters/notesMaster1.xml" Id="R17c6792e713f401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bff1757e6864dd0" /><Relationship Type="http://schemas.openxmlformats.org/officeDocument/2006/relationships/notesMaster" Target="/ppt/notesMasters/notesMaster1.xml" Id="Rc9eecf3bed4b46c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768ad4b73734102" /><Relationship Type="http://schemas.openxmlformats.org/officeDocument/2006/relationships/notesMaster" Target="/ppt/notesMasters/notesMaster1.xml" Id="R577b3dae378d406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6eff3f7f5844053" /><Relationship Type="http://schemas.openxmlformats.org/officeDocument/2006/relationships/notesMaster" Target="/ppt/notesMasters/notesMaster1.xml" Id="R9be77d2d1867420c"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aead5cd453a49b4" /><Relationship Type="http://schemas.openxmlformats.org/officeDocument/2006/relationships/notesMaster" Target="/ppt/notesMasters/notesMaster1.xml" Id="Rd350068fd9894ba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cd62a06fee84d5c" /><Relationship Type="http://schemas.openxmlformats.org/officeDocument/2006/relationships/notesMaster" Target="/ppt/notesMasters/notesMaster1.xml" Id="R700bead6a37f481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5a1d400c3324fb9" /><Relationship Type="http://schemas.openxmlformats.org/officeDocument/2006/relationships/notesMaster" Target="/ppt/notesMasters/notesMaster1.xml" Id="R089489d0ac384d7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2a2291e249054978" /><Relationship Type="http://schemas.openxmlformats.org/officeDocument/2006/relationships/notesMaster" Target="/ppt/notesMasters/notesMaster1.xml" Id="R6057d36d9835405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562b003754f4f99" /><Relationship Type="http://schemas.openxmlformats.org/officeDocument/2006/relationships/notesMaster" Target="/ppt/notesMasters/notesMaster1.xml" Id="R788f3efc040b4b51"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126151233c9f451e" /><Relationship Type="http://schemas.openxmlformats.org/officeDocument/2006/relationships/notesMaster" Target="/ppt/notesMasters/notesMaster1.xml" Id="Rbb6eae80489a4460"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3257b6cef8f84cd5" /><Relationship Type="http://schemas.openxmlformats.org/officeDocument/2006/relationships/notesMaster" Target="/ppt/notesMasters/notesMaster1.xml" Id="Rb2b50976896b485a"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71d5dc31eaa14cd0" /><Relationship Type="http://schemas.openxmlformats.org/officeDocument/2006/relationships/notesMaster" Target="/ppt/notesMasters/notesMaster1.xml" Id="R8d91ad5d01d944aa"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e6b18b9191f14605" /><Relationship Type="http://schemas.openxmlformats.org/officeDocument/2006/relationships/notesMaster" Target="/ppt/notesMasters/notesMaster1.xml" Id="R94dc610d05b84d8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 walk through this page in the language payroll and finance teams use. Explain what the user enters, where ATLAS gets the data, and what the downstream module does with the result.</a:t>
            </a:r>
          </a:p>
          <a:p xmlns:a="http://schemas.openxmlformats.org/drawingml/2006/main">
            <a:r>
              <a:t/>
            </a:r>
          </a:p>
          <a:p xmlns:a="http://schemas.openxmlformats.org/drawingml/2006/main">
            <a:r>
              <a:t>[Sources]</a:t>
            </a:r>
          </a:p>
          <a:p xmlns:a="http://schemas.openxmlformats.org/drawingml/2006/main">
            <a:r>
              <a:t>- ATLAS_Phase2_Computational_Basis_Demo_v2.pptx</a:t>
            </a:r>
          </a:p>
          <a:p xmlns:a="http://schemas.openxmlformats.org/drawingml/2006/main">
            <a:r>
              <a:t>- Live ATLAS prototype captured 24 August 2026</a:t>
            </a:r>
          </a:p>
          <a:p xmlns:a="http://schemas.openxmlformats.org/drawingml/2006/main">
            <a:r>
              <a:t>- ComputationalBasis.jsx, computationCatalog.js and payrollEngine.js where 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2ab26a071f1457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25bfa7904dc54e98"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20b6bd79c304fde" /><Relationship Type="http://schemas.openxmlformats.org/officeDocument/2006/relationships/slideLayout" Target="/ppt/slideLayouts/slideLayout1.xml" Id="Rffc53bd0e8a048a7"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90ace8cc2e0246c3" /><Relationship Type="http://schemas.openxmlformats.org/officeDocument/2006/relationships/slideLayout" Target="/ppt/slideLayouts/slideLayout2.xml" Id="Rbc05107a7e314875"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c53bd0e8a048a7"/>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bc05107a7e314875"/>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06f75f5e3f543d8" /><Relationship Type="http://schemas.openxmlformats.org/officeDocument/2006/relationships/notesSlide" Target="/ppt/notesSlides/notesSlide1.xml" Id="Rd4f715313935454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f0f4e69a8744dd6" /><Relationship Type="http://schemas.openxmlformats.org/officeDocument/2006/relationships/notesSlide" Target="/ppt/notesSlides/notesSlide2.xml" Id="R64f42880e7ff40c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32ceb3a2dca4577" /><Relationship Type="http://schemas.openxmlformats.org/officeDocument/2006/relationships/notesSlide" Target="/ppt/notesSlides/notesSlide3.xml" Id="Rfe5b951e43e948a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15671609fb94c55" /><Relationship Type="http://schemas.openxmlformats.org/officeDocument/2006/relationships/image" Target="/ppt/media/image.jpeg" Id="R9cd13eca23a846a3" /><Relationship Type="http://schemas.openxmlformats.org/officeDocument/2006/relationships/notesSlide" Target="/ppt/notesSlides/notesSlide4.xml" Id="R566893814da1445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fde20bb0d084540" /><Relationship Type="http://schemas.openxmlformats.org/officeDocument/2006/relationships/notesSlide" Target="/ppt/notesSlides/notesSlide5.xml" Id="Rfd620e145b4c416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dca8f7d138c4f98" /><Relationship Type="http://schemas.openxmlformats.org/officeDocument/2006/relationships/image" Target="/ppt/media/image2.jpeg" Id="R613b48b31c7e45a0" /><Relationship Type="http://schemas.openxmlformats.org/officeDocument/2006/relationships/notesSlide" Target="/ppt/notesSlides/notesSlide6.xml" Id="Rf0b19ed9902e4fb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e5345e06f6244fb" /><Relationship Type="http://schemas.openxmlformats.org/officeDocument/2006/relationships/image" Target="/ppt/media/image3.jpeg" Id="R618b4f75aa9c4a3a" /><Relationship Type="http://schemas.openxmlformats.org/officeDocument/2006/relationships/notesSlide" Target="/ppt/notesSlides/notesSlide7.xml" Id="R11d80ce1e8984ef0"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61a2df09ce7b41ef" /><Relationship Type="http://schemas.openxmlformats.org/officeDocument/2006/relationships/image" Target="/ppt/media/image.png" Id="Rdfd35d642c894379" /><Relationship Type="http://schemas.openxmlformats.org/officeDocument/2006/relationships/notesSlide" Target="/ppt/notesSlides/notesSlide8.xml" Id="Rfea624ffaed54f90"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f590be21883340f3" /><Relationship Type="http://schemas.openxmlformats.org/officeDocument/2006/relationships/image" Target="/ppt/media/image2.png" Id="R228102818a23481f" /><Relationship Type="http://schemas.openxmlformats.org/officeDocument/2006/relationships/notesSlide" Target="/ppt/notesSlides/notesSlide9.xml" Id="R17b4bf8fed0e4e4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7c6e95ec0434f91" /><Relationship Type="http://schemas.openxmlformats.org/officeDocument/2006/relationships/image" Target="/ppt/media/image.gif" Id="R23c1bedab1cf44aa" /><Relationship Type="http://schemas.openxmlformats.org/officeDocument/2006/relationships/notesSlide" Target="/ppt/notesSlides/notesSlide10.xml" Id="R6211569605f94a5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517f1fc5493e4eb2" /><Relationship Type="http://schemas.openxmlformats.org/officeDocument/2006/relationships/image" Target="/ppt/media/image3.png" Id="Rd827d3845b8b4e8f" /><Relationship Type="http://schemas.openxmlformats.org/officeDocument/2006/relationships/notesSlide" Target="/ppt/notesSlides/notesSlide11.xml" Id="R45d789c3ab9e43d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08fa35ed70164fd1" /><Relationship Type="http://schemas.openxmlformats.org/officeDocument/2006/relationships/image" Target="/ppt/media/image4.png" Id="R05c6f58a51fa4b53" /><Relationship Type="http://schemas.openxmlformats.org/officeDocument/2006/relationships/notesSlide" Target="/ppt/notesSlides/notesSlide12.xml" Id="Rc063e66102a84c1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070a7594dd73427c" /><Relationship Type="http://schemas.openxmlformats.org/officeDocument/2006/relationships/image" Target="/ppt/media/image5.png" Id="Re96d7853ca934543" /><Relationship Type="http://schemas.openxmlformats.org/officeDocument/2006/relationships/notesSlide" Target="/ppt/notesSlides/notesSlide13.xml" Id="R49dbd698da204c2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1a6e900906e74c2d" /><Relationship Type="http://schemas.openxmlformats.org/officeDocument/2006/relationships/image" Target="/ppt/media/image6.png" Id="Rd40f8811f4484516" /><Relationship Type="http://schemas.openxmlformats.org/officeDocument/2006/relationships/notesSlide" Target="/ppt/notesSlides/notesSlide14.xml" Id="Rbba189840ae34f0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31606ddc139a41ca" /><Relationship Type="http://schemas.openxmlformats.org/officeDocument/2006/relationships/image" Target="/ppt/media/image7.png" Id="Rf569f3a38aa64908" /><Relationship Type="http://schemas.openxmlformats.org/officeDocument/2006/relationships/notesSlide" Target="/ppt/notesSlides/notesSlide15.xml" Id="Ra55bf07eba96473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9bd4b06ab4ba4924" /><Relationship Type="http://schemas.openxmlformats.org/officeDocument/2006/relationships/image" Target="/ppt/media/image8.png" Id="Ra1e97ac4452a42b2" /><Relationship Type="http://schemas.openxmlformats.org/officeDocument/2006/relationships/notesSlide" Target="/ppt/notesSlides/notesSlide16.xml" Id="Re8a3685c6c374e0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085544356b24105" /><Relationship Type="http://schemas.openxmlformats.org/officeDocument/2006/relationships/image" Target="/ppt/media/image4.jpeg" Id="R9bef2155966641fe" /><Relationship Type="http://schemas.openxmlformats.org/officeDocument/2006/relationships/notesSlide" Target="/ppt/notesSlides/notesSlide17.xml" Id="R657cff3597be48a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fa5ed7fac4c4c9b" /><Relationship Type="http://schemas.openxmlformats.org/officeDocument/2006/relationships/image" Target="/ppt/media/image2.gif" Id="R6a185c7850c24538" /><Relationship Type="http://schemas.openxmlformats.org/officeDocument/2006/relationships/notesSlide" Target="/ppt/notesSlides/notesSlide18.xml" Id="Ra00d357e39764d2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01d62bc28154a14" /><Relationship Type="http://schemas.openxmlformats.org/officeDocument/2006/relationships/image" Target="/ppt/media/image5.jpeg" Id="R6cc9d60bc2104d20" /><Relationship Type="http://schemas.openxmlformats.org/officeDocument/2006/relationships/notesSlide" Target="/ppt/notesSlides/notesSlide19.xml" Id="R9a7f3228f75f492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d4440c3ce7b5442c" /><Relationship Type="http://schemas.openxmlformats.org/officeDocument/2006/relationships/image" Target="/ppt/media/image9.png" Id="Rc2245bbfb2134694" /><Relationship Type="http://schemas.openxmlformats.org/officeDocument/2006/relationships/notesSlide" Target="/ppt/notesSlides/notesSlide20.xml" Id="R158efc3426334ca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0c4d4f26b6e24726" /><Relationship Type="http://schemas.openxmlformats.org/officeDocument/2006/relationships/image" Target="/ppt/media/image10.png" Id="Rf8b6ae18df704f68" /><Relationship Type="http://schemas.openxmlformats.org/officeDocument/2006/relationships/notesSlide" Target="/ppt/notesSlides/notesSlide21.xml" Id="Rc3bc29c7e6a04a4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e7f5783271ba4235" /><Relationship Type="http://schemas.openxmlformats.org/officeDocument/2006/relationships/image" Target="/ppt/media/image11.png" Id="R13dbbc3293484f4d" /><Relationship Type="http://schemas.openxmlformats.org/officeDocument/2006/relationships/notesSlide" Target="/ppt/notesSlides/notesSlide22.xml" Id="Rf65c254d1c4a406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a138f09174884076" /><Relationship Type="http://schemas.openxmlformats.org/officeDocument/2006/relationships/image" Target="/ppt/media/image12.png" Id="Re980987f49ca449f" /><Relationship Type="http://schemas.openxmlformats.org/officeDocument/2006/relationships/notesSlide" Target="/ppt/notesSlides/notesSlide23.xml" Id="R1ee172cc513c451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d3c6194dc5b4a7a" /><Relationship Type="http://schemas.openxmlformats.org/officeDocument/2006/relationships/notesSlide" Target="/ppt/notesSlides/notesSlide24.xml" Id="R0e3b2dc61a95473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34531bc914c4b42" /><Relationship Type="http://schemas.openxmlformats.org/officeDocument/2006/relationships/image" Target="/ppt/media/image6.jpeg" Id="R665a60f7d67d461d" /><Relationship Type="http://schemas.openxmlformats.org/officeDocument/2006/relationships/notesSlide" Target="/ppt/notesSlides/notesSlide25.xml" Id="R1f4f1d4643fd4fc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a0fa73d4633d4af7" /><Relationship Type="http://schemas.openxmlformats.org/officeDocument/2006/relationships/image" Target="/ppt/media/image13.png" Id="Rc5bbd4fc85cc4ea8" /><Relationship Type="http://schemas.openxmlformats.org/officeDocument/2006/relationships/notesSlide" Target="/ppt/notesSlides/notesSlide26.xml" Id="R02806d1f57bd4e1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e1048c05eb7d45fa" /><Relationship Type="http://schemas.openxmlformats.org/officeDocument/2006/relationships/image" Target="/ppt/media/image14.png" Id="R45067aedd96347be" /><Relationship Type="http://schemas.openxmlformats.org/officeDocument/2006/relationships/notesSlide" Target="/ppt/notesSlides/notesSlide27.xml" Id="Rd56393cd7d6644c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c8412bad78c34254" /><Relationship Type="http://schemas.openxmlformats.org/officeDocument/2006/relationships/image" Target="/ppt/media/image7.jpeg" Id="Rf09cdc3e70b941b4" /><Relationship Type="http://schemas.openxmlformats.org/officeDocument/2006/relationships/notesSlide" Target="/ppt/notesSlides/notesSlide28.xml" Id="Re96b81fad25b4e7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3fd570edddbb441a" /><Relationship Type="http://schemas.openxmlformats.org/officeDocument/2006/relationships/image" Target="/ppt/media/image15.png" Id="R03a038b202ce4d45" /><Relationship Type="http://schemas.openxmlformats.org/officeDocument/2006/relationships/notesSlide" Target="/ppt/notesSlides/notesSlide29.xml" Id="Ra88e54ec2d124b4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3e8eb97841494ce0" /><Relationship Type="http://schemas.openxmlformats.org/officeDocument/2006/relationships/notesSlide" Target="/ppt/notesSlides/notesSlide30.xml" Id="R7ffd075e50da46d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5a2c0ea762448c8" /><Relationship Type="http://schemas.openxmlformats.org/officeDocument/2006/relationships/notesSlide" Target="/ppt/notesSlides/notesSlide31.xml" Id="Rf85044b9cefd499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b9c97c8d38c04fd3" /><Relationship Type="http://schemas.openxmlformats.org/officeDocument/2006/relationships/notesSlide" Target="/ppt/notesSlides/notesSlide32.xml" Id="Rf5004c64cb47433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62356597c4f74077" /><Relationship Type="http://schemas.openxmlformats.org/officeDocument/2006/relationships/notesSlide" Target="/ppt/notesSlides/notesSlide33.xml" Id="Rd0b798d2685f4d3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5eb8a069c7f84929" /><Relationship Type="http://schemas.openxmlformats.org/officeDocument/2006/relationships/notesSlide" Target="/ppt/notesSlides/notesSlide34.xml" Id="Rec4862c113c54c6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c2bad7f2ae8b4e52" /><Relationship Type="http://schemas.openxmlformats.org/officeDocument/2006/relationships/notesSlide" Target="/ppt/notesSlides/notesSlide35.xml" Id="Rd7f24729ee3240b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bbdefef9fc4e47a9" /><Relationship Type="http://schemas.openxmlformats.org/officeDocument/2006/relationships/notesSlide" Target="/ppt/notesSlides/notesSlide36.xml" Id="Rbc0c37078f464d5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ca4904bbec614e31" /><Relationship Type="http://schemas.openxmlformats.org/officeDocument/2006/relationships/image" Target="/ppt/media/image8.jpeg" Id="Rf0c3284ba7664bd8" /><Relationship Type="http://schemas.openxmlformats.org/officeDocument/2006/relationships/image" Target="/ppt/media/image9.jpeg" Id="R488894e1d2e64c55" /><Relationship Type="http://schemas.openxmlformats.org/officeDocument/2006/relationships/notesSlide" Target="/ppt/notesSlides/notesSlide37.xml" Id="R3f189c333378486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b443b4c8e0174608" /><Relationship Type="http://schemas.openxmlformats.org/officeDocument/2006/relationships/notesSlide" Target="/ppt/notesSlides/notesSlide38.xml" Id="Re833ae3127de44aa"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c1d69f307aa14add" /><Relationship Type="http://schemas.openxmlformats.org/officeDocument/2006/relationships/notesSlide" Target="/ppt/notesSlides/notesSlide39.xml" Id="Reb16bcc011374a20"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7968b002833e4339" /><Relationship Type="http://schemas.openxmlformats.org/officeDocument/2006/relationships/image" Target="/ppt/media/image3.jpeg" Id="R01c8d570d4a54897" /><Relationship Type="http://schemas.openxmlformats.org/officeDocument/2006/relationships/notesSlide" Target="/ppt/notesSlides/notesSlide40.xml" Id="Raf1ccdc1e1a64f7f"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df507a11c9814f07" /><Relationship Type="http://schemas.openxmlformats.org/officeDocument/2006/relationships/notesSlide" Target="/ppt/notesSlides/notesSlide41.xml" Id="Rc5031545ca2f4110"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80eca01c84364acd" /><Relationship Type="http://schemas.openxmlformats.org/officeDocument/2006/relationships/notesSlide" Target="/ppt/notesSlides/notesSlide42.xml" Id="Rad04ee389cdc4ddc"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9fdd4ceeb7894ea1" /><Relationship Type="http://schemas.openxmlformats.org/officeDocument/2006/relationships/notesSlide" Target="/ppt/notesSlides/notesSlide43.xml" Id="Ra93cf8cf224b4e94"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6787830aba4e4a97" /><Relationship Type="http://schemas.openxmlformats.org/officeDocument/2006/relationships/notesSlide" Target="/ppt/notesSlides/notesSlide44.xml" Id="R13fe02f8316d44da" /></Relationships>
</file>

<file path=ppt/slides/slide1.xml><?xml version="1.0" encoding="utf-8"?>
<p:sld xmlns:p="http://schemas.openxmlformats.org/presentationml/2006/main">
  <p:cSld>
    <p:bg>
      <p:bgPr>
        <a:solidFill xmlns:a="http://schemas.openxmlformats.org/drawingml/2006/main">
          <a:srgbClr val="11162E"/>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31A89D9-8204-483F-B8CC-71DAA28FF3A1}"/>
              </a:ext>
            </a:extLst>
          </p:cNvPr>
          <p:cNvSpPr>
            <a:spLocks xmlns:a="http://schemas.openxmlformats.org/drawingml/2006/main" noGrp="1"/>
          </p:cNvSpPr>
          <p:nvPr/>
        </p:nvSpPr>
        <p:spPr>
          <a:xfrm xmlns:a="http://schemas.openxmlformats.org/drawingml/2006/main">
            <a:off x="566928" y="1737360"/>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CADCFC"/>
                </a:solidFill>
                <a:latin typeface="Calibri"/>
                <a:ea typeface="Calibri"/>
                <a:cs typeface="Calibri"/>
              </a:rPr>
              <a:t>ATLAS PHASE 2 · PAYROLL</a:t>
            </a:r>
            <a:endParaRPr sz="1200"/>
          </a:p>
        </p:txBody>
      </p:sp>
      <p:sp>
        <p:nvSpPr>
          <p:cNvPr id="3" name="Text 1">
            <a:extLst xmlns:a="http://schemas.openxmlformats.org/drawingml/2006/main">
              <a:ext uri="{FF2B5EF4-FFF2-40B4-BE49-F238E27FC236}">
                <a16:creationId xmlns:a16="http://schemas.microsoft.com/office/drawing/2014/main" id="{5BA28E9F-9809-4C62-BFF5-7EF3EFB06058}"/>
              </a:ext>
            </a:extLst>
          </p:cNvPr>
          <p:cNvSpPr>
            <a:spLocks xmlns:a="http://schemas.openxmlformats.org/drawingml/2006/main" noGrp="1"/>
          </p:cNvSpPr>
          <p:nvPr/>
        </p:nvSpPr>
        <p:spPr>
          <a:xfrm xmlns:a="http://schemas.openxmlformats.org/drawingml/2006/main">
            <a:off x="566928" y="2103120"/>
            <a:ext cx="8229600" cy="868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5200" b="1">
                <a:solidFill>
                  <a:srgbClr val="FFFFFF"/>
                </a:solidFill>
                <a:latin typeface="Cambria"/>
                <a:ea typeface="Cambria"/>
                <a:cs typeface="Cambria"/>
              </a:rPr>
              <a:t>Computational Basis</a:t>
            </a:r>
            <a:endParaRPr sz="5200"/>
          </a:p>
        </p:txBody>
      </p:sp>
      <p:sp>
        <p:nvSpPr>
          <p:cNvPr id="4" name="Text 2">
            <a:extLst xmlns:a="http://schemas.openxmlformats.org/drawingml/2006/main">
              <a:ext uri="{FF2B5EF4-FFF2-40B4-BE49-F238E27FC236}">
                <a16:creationId xmlns:a16="http://schemas.microsoft.com/office/drawing/2014/main" id="{53E3EA8E-070D-42E7-9687-72AD80128464}"/>
              </a:ext>
            </a:extLst>
          </p:cNvPr>
          <p:cNvSpPr>
            <a:spLocks xmlns:a="http://schemas.openxmlformats.org/drawingml/2006/main" noGrp="1"/>
          </p:cNvSpPr>
          <p:nvPr/>
        </p:nvSpPr>
        <p:spPr>
          <a:xfrm xmlns:a="http://schemas.openxmlformats.org/drawingml/2006/main">
            <a:off x="566928" y="3063240"/>
            <a:ext cx="7680960" cy="9144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2700"/>
              </a:lnSpc>
              <a:buNone/>
            </a:pPr>
            <a:r>
              <a:rPr sz="1700">
                <a:solidFill>
                  <a:srgbClr val="CADCFC"/>
                </a:solidFill>
                <a:latin typeface="Calibri"/>
                <a:ea typeface="Calibri"/>
                <a:cs typeface="Calibri"/>
              </a:rPr>
              <a:t>A practical guide to creating computations, assigning them to a client, and seeing where ATLAS uses the result</a:t>
            </a:r>
            <a:endParaRPr sz="1700"/>
          </a:p>
        </p:txBody>
      </p:sp>
      <p:sp>
        <p:nvSpPr>
          <p:cNvPr id="5" name="Shape 3">
            <a:extLst xmlns:a="http://schemas.openxmlformats.org/drawingml/2006/main">
              <a:ext uri="{FF2B5EF4-FFF2-40B4-BE49-F238E27FC236}">
                <a16:creationId xmlns:a16="http://schemas.microsoft.com/office/drawing/2014/main" id="{8D4C3A63-1119-4436-83A2-B2D3607D5150}"/>
              </a:ext>
            </a:extLst>
          </p:cNvPr>
          <p:cNvSpPr>
            <a:spLocks xmlns:a="http://schemas.openxmlformats.org/drawingml/2006/main" noGrp="1"/>
          </p:cNvSpPr>
          <p:nvPr/>
        </p:nvSpPr>
        <p:spPr>
          <a:xfrm xmlns:a="http://schemas.openxmlformats.org/drawingml/2006/main">
            <a:off x="566928" y="4343400"/>
            <a:ext cx="2212848" cy="566928"/>
          </a:xfrm>
          <a:prstGeom xmlns:a="http://schemas.openxmlformats.org/drawingml/2006/main" prst="roundRect">
            <a:avLst>
              <a:gd name="adj" fmla="val 16129"/>
            </a:avLst>
          </a:prstGeom>
          <a:solidFill xmlns:a="http://schemas.openxmlformats.org/drawingml/2006/main">
            <a:srgbClr val="1B2246"/>
          </a:solidFill>
          <a:ln xmlns:a="http://schemas.openxmlformats.org/drawingml/2006/main" w="12700">
            <a:solidFill>
              <a:srgbClr val="313C6B"/>
            </a:solidFill>
            <a:prstDash val="solid"/>
          </a:ln>
        </p:spPr>
      </p:sp>
      <p:sp>
        <p:nvSpPr>
          <p:cNvPr id="6" name="Text 4">
            <a:extLst xmlns:a="http://schemas.openxmlformats.org/drawingml/2006/main">
              <a:ext uri="{FF2B5EF4-FFF2-40B4-BE49-F238E27FC236}">
                <a16:creationId xmlns:a16="http://schemas.microsoft.com/office/drawing/2014/main" id="{60DCAAE5-3664-4AF3-A72E-D3A0D065D0F4}"/>
              </a:ext>
            </a:extLst>
          </p:cNvPr>
          <p:cNvSpPr>
            <a:spLocks xmlns:a="http://schemas.openxmlformats.org/drawingml/2006/main" noGrp="1"/>
          </p:cNvSpPr>
          <p:nvPr/>
        </p:nvSpPr>
        <p:spPr>
          <a:xfrm xmlns:a="http://schemas.openxmlformats.org/drawingml/2006/main">
            <a:off x="566928" y="4343400"/>
            <a:ext cx="221284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a:solidFill>
                  <a:srgbClr val="FFFFFF"/>
                </a:solidFill>
                <a:latin typeface="Calibri"/>
                <a:ea typeface="Calibri"/>
                <a:cs typeface="Calibri"/>
              </a:rPr>
              <a:t>Create</a:t>
            </a:r>
            <a:endParaRPr sz="1250"/>
          </a:p>
        </p:txBody>
      </p:sp>
      <p:sp>
        <p:nvSpPr>
          <p:cNvPr id="7" name="Shape 5">
            <a:extLst xmlns:a="http://schemas.openxmlformats.org/drawingml/2006/main">
              <a:ext uri="{FF2B5EF4-FFF2-40B4-BE49-F238E27FC236}">
                <a16:creationId xmlns:a16="http://schemas.microsoft.com/office/drawing/2014/main" id="{1DCC73D1-EBAB-4800-AFE8-EC161B1670A7}"/>
              </a:ext>
            </a:extLst>
          </p:cNvPr>
          <p:cNvSpPr>
            <a:spLocks xmlns:a="http://schemas.openxmlformats.org/drawingml/2006/main" noGrp="1"/>
          </p:cNvSpPr>
          <p:nvPr/>
        </p:nvSpPr>
        <p:spPr>
          <a:xfrm xmlns:a="http://schemas.openxmlformats.org/drawingml/2006/main">
            <a:off x="2962656" y="4343400"/>
            <a:ext cx="2212848" cy="566928"/>
          </a:xfrm>
          <a:prstGeom xmlns:a="http://schemas.openxmlformats.org/drawingml/2006/main" prst="roundRect">
            <a:avLst>
              <a:gd name="adj" fmla="val 16129"/>
            </a:avLst>
          </a:prstGeom>
          <a:solidFill xmlns:a="http://schemas.openxmlformats.org/drawingml/2006/main">
            <a:srgbClr val="1B2246"/>
          </a:solidFill>
          <a:ln xmlns:a="http://schemas.openxmlformats.org/drawingml/2006/main" w="12700">
            <a:solidFill>
              <a:srgbClr val="313C6B"/>
            </a:solidFill>
            <a:prstDash val="solid"/>
          </a:ln>
        </p:spPr>
      </p:sp>
      <p:sp>
        <p:nvSpPr>
          <p:cNvPr id="8" name="Text 6">
            <a:extLst xmlns:a="http://schemas.openxmlformats.org/drawingml/2006/main">
              <a:ext uri="{FF2B5EF4-FFF2-40B4-BE49-F238E27FC236}">
                <a16:creationId xmlns:a16="http://schemas.microsoft.com/office/drawing/2014/main" id="{60773A71-0F13-4B87-9728-1ACD1D5C1555}"/>
              </a:ext>
            </a:extLst>
          </p:cNvPr>
          <p:cNvSpPr>
            <a:spLocks xmlns:a="http://schemas.openxmlformats.org/drawingml/2006/main" noGrp="1"/>
          </p:cNvSpPr>
          <p:nvPr/>
        </p:nvSpPr>
        <p:spPr>
          <a:xfrm xmlns:a="http://schemas.openxmlformats.org/drawingml/2006/main">
            <a:off x="2962656" y="4343400"/>
            <a:ext cx="221284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a:solidFill>
                  <a:srgbClr val="FFFFFF"/>
                </a:solidFill>
                <a:latin typeface="Calibri"/>
                <a:ea typeface="Calibri"/>
                <a:cs typeface="Calibri"/>
              </a:rPr>
              <a:t>Test</a:t>
            </a:r>
            <a:endParaRPr sz="1250"/>
          </a:p>
        </p:txBody>
      </p:sp>
      <p:sp>
        <p:nvSpPr>
          <p:cNvPr id="9" name="Shape 7">
            <a:extLst xmlns:a="http://schemas.openxmlformats.org/drawingml/2006/main">
              <a:ext uri="{FF2B5EF4-FFF2-40B4-BE49-F238E27FC236}">
                <a16:creationId xmlns:a16="http://schemas.microsoft.com/office/drawing/2014/main" id="{1C3813B1-4397-4251-9D0B-DFCF72449CE2}"/>
              </a:ext>
            </a:extLst>
          </p:cNvPr>
          <p:cNvSpPr>
            <a:spLocks xmlns:a="http://schemas.openxmlformats.org/drawingml/2006/main" noGrp="1"/>
          </p:cNvSpPr>
          <p:nvPr/>
        </p:nvSpPr>
        <p:spPr>
          <a:xfrm xmlns:a="http://schemas.openxmlformats.org/drawingml/2006/main">
            <a:off x="5358384" y="4343400"/>
            <a:ext cx="2212848" cy="566928"/>
          </a:xfrm>
          <a:prstGeom xmlns:a="http://schemas.openxmlformats.org/drawingml/2006/main" prst="roundRect">
            <a:avLst>
              <a:gd name="adj" fmla="val 16129"/>
            </a:avLst>
          </a:prstGeom>
          <a:solidFill xmlns:a="http://schemas.openxmlformats.org/drawingml/2006/main">
            <a:srgbClr val="1B2246"/>
          </a:solidFill>
          <a:ln xmlns:a="http://schemas.openxmlformats.org/drawingml/2006/main" w="12700">
            <a:solidFill>
              <a:srgbClr val="313C6B"/>
            </a:solidFill>
            <a:prstDash val="solid"/>
          </a:ln>
        </p:spPr>
      </p:sp>
      <p:sp>
        <p:nvSpPr>
          <p:cNvPr id="10" name="Text 8">
            <a:extLst xmlns:a="http://schemas.openxmlformats.org/drawingml/2006/main">
              <a:ext uri="{FF2B5EF4-FFF2-40B4-BE49-F238E27FC236}">
                <a16:creationId xmlns:a16="http://schemas.microsoft.com/office/drawing/2014/main" id="{CD60F7A1-85E5-473C-B485-6BA890AA6A02}"/>
              </a:ext>
            </a:extLst>
          </p:cNvPr>
          <p:cNvSpPr>
            <a:spLocks xmlns:a="http://schemas.openxmlformats.org/drawingml/2006/main" noGrp="1"/>
          </p:cNvSpPr>
          <p:nvPr/>
        </p:nvSpPr>
        <p:spPr>
          <a:xfrm xmlns:a="http://schemas.openxmlformats.org/drawingml/2006/main">
            <a:off x="5358384" y="4343400"/>
            <a:ext cx="221284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a:solidFill>
                  <a:srgbClr val="FFFFFF"/>
                </a:solidFill>
                <a:latin typeface="Calibri"/>
                <a:ea typeface="Calibri"/>
                <a:cs typeface="Calibri"/>
              </a:rPr>
              <a:t>Assign</a:t>
            </a:r>
            <a:endParaRPr sz="1250"/>
          </a:p>
        </p:txBody>
      </p:sp>
      <p:sp>
        <p:nvSpPr>
          <p:cNvPr id="11" name="Shape 9">
            <a:extLst xmlns:a="http://schemas.openxmlformats.org/drawingml/2006/main">
              <a:ext uri="{FF2B5EF4-FFF2-40B4-BE49-F238E27FC236}">
                <a16:creationId xmlns:a16="http://schemas.microsoft.com/office/drawing/2014/main" id="{2CB10C75-BC27-4E4A-BE92-A34783D84249}"/>
              </a:ext>
            </a:extLst>
          </p:cNvPr>
          <p:cNvSpPr>
            <a:spLocks xmlns:a="http://schemas.openxmlformats.org/drawingml/2006/main" noGrp="1"/>
          </p:cNvSpPr>
          <p:nvPr/>
        </p:nvSpPr>
        <p:spPr>
          <a:xfrm xmlns:a="http://schemas.openxmlformats.org/drawingml/2006/main">
            <a:off x="7754112" y="4343400"/>
            <a:ext cx="2212848" cy="566928"/>
          </a:xfrm>
          <a:prstGeom xmlns:a="http://schemas.openxmlformats.org/drawingml/2006/main" prst="roundRect">
            <a:avLst>
              <a:gd name="adj" fmla="val 16129"/>
            </a:avLst>
          </a:prstGeom>
          <a:solidFill xmlns:a="http://schemas.openxmlformats.org/drawingml/2006/main">
            <a:srgbClr val="1B2246"/>
          </a:solidFill>
          <a:ln xmlns:a="http://schemas.openxmlformats.org/drawingml/2006/main" w="12700">
            <a:solidFill>
              <a:srgbClr val="313C6B"/>
            </a:solidFill>
            <a:prstDash val="solid"/>
          </a:ln>
        </p:spPr>
      </p:sp>
      <p:sp>
        <p:nvSpPr>
          <p:cNvPr id="12" name="Text 10">
            <a:extLst xmlns:a="http://schemas.openxmlformats.org/drawingml/2006/main">
              <a:ext uri="{FF2B5EF4-FFF2-40B4-BE49-F238E27FC236}">
                <a16:creationId xmlns:a16="http://schemas.microsoft.com/office/drawing/2014/main" id="{F1A60092-A90F-4578-A1DC-EE03EC4FE9E0}"/>
              </a:ext>
            </a:extLst>
          </p:cNvPr>
          <p:cNvSpPr>
            <a:spLocks xmlns:a="http://schemas.openxmlformats.org/drawingml/2006/main" noGrp="1"/>
          </p:cNvSpPr>
          <p:nvPr/>
        </p:nvSpPr>
        <p:spPr>
          <a:xfrm xmlns:a="http://schemas.openxmlformats.org/drawingml/2006/main">
            <a:off x="7754112" y="4343400"/>
            <a:ext cx="221284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a:solidFill>
                  <a:srgbClr val="FFFFFF"/>
                </a:solidFill>
                <a:latin typeface="Calibri"/>
                <a:ea typeface="Calibri"/>
                <a:cs typeface="Calibri"/>
              </a:rPr>
              <a:t>Use &amp; trace</a:t>
            </a:r>
            <a:endParaRPr sz="1250"/>
          </a:p>
        </p:txBody>
      </p:sp>
      <p:sp>
        <p:nvSpPr>
          <p:cNvPr id="13" name="Text 11">
            <a:extLst xmlns:a="http://schemas.openxmlformats.org/drawingml/2006/main">
              <a:ext uri="{FF2B5EF4-FFF2-40B4-BE49-F238E27FC236}">
                <a16:creationId xmlns:a16="http://schemas.microsoft.com/office/drawing/2014/main" id="{79C907A3-CF92-47B1-9FE7-C6283CCFD48A}"/>
              </a:ext>
            </a:extLst>
          </p:cNvPr>
          <p:cNvSpPr>
            <a:spLocks xmlns:a="http://schemas.openxmlformats.org/drawingml/2006/main" noGrp="1"/>
          </p:cNvSpPr>
          <p:nvPr/>
        </p:nvSpPr>
        <p:spPr>
          <a:xfrm xmlns:a="http://schemas.openxmlformats.org/drawingml/2006/main">
            <a:off x="566928" y="5257800"/>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i="1">
                <a:solidFill>
                  <a:srgbClr val="8DA0C9"/>
                </a:solidFill>
                <a:latin typeface="Calibri"/>
                <a:ea typeface="Calibri"/>
                <a:cs typeface="Calibri"/>
              </a:rPr>
              <a:t>Finance-user walkthrough · detailed field guide · live ATLAS screens</a:t>
            </a:r>
            <a:endParaRPr sz="1100"/>
          </a:p>
        </p:txBody>
      </p:sp>
    </p:spTree>
    <p:extLst>
      <p:ext uri="{BB962C8B-B14F-4D97-AF65-F5344CB8AC3E}">
        <p14:creationId xmlns:p14="http://schemas.microsoft.com/office/powerpoint/2010/main" val="184089523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B24E495-BAE6-44B4-ACCF-ED3C7281F5A5}"/>
              </a:ext>
            </a:extLst>
          </p:cNvPr>
          <p:cNvSpPr>
            <a:spLocks xmlns:a="http://schemas.openxmlformats.org/drawingml/2006/main" noGrp="1"/>
          </p:cNvSpPr>
          <p:nvPr/>
        </p:nvSpPr>
        <p:spPr>
          <a:xfrm xmlns:a="http://schemas.openxmlformats.org/drawingml/2006/main">
            <a:off x="566928" y="329184"/>
            <a:ext cx="11027664"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TODAY'S WALKTHROUGH</a:t>
            </a:r>
            <a:endParaRPr sz="1000"/>
          </a:p>
        </p:txBody>
      </p:sp>
      <p:sp>
        <p:nvSpPr>
          <p:cNvPr id="3" name="Text 1">
            <a:extLst xmlns:a="http://schemas.openxmlformats.org/drawingml/2006/main">
              <a:ext uri="{FF2B5EF4-FFF2-40B4-BE49-F238E27FC236}">
                <a16:creationId xmlns:a16="http://schemas.microsoft.com/office/drawing/2014/main" id="{464EEBF6-85AD-4FE6-AEF0-8C9BB5A72F09}"/>
              </a:ext>
            </a:extLst>
          </p:cNvPr>
          <p:cNvSpPr>
            <a:spLocks xmlns:a="http://schemas.openxmlformats.org/drawingml/2006/main" noGrp="1"/>
          </p:cNvSpPr>
          <p:nvPr/>
        </p:nvSpPr>
        <p:spPr>
          <a:xfrm xmlns:a="http://schemas.openxmlformats.org/drawingml/2006/main">
            <a:off x="566928" y="548640"/>
            <a:ext cx="110276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What we will cover</a:t>
            </a:r>
            <a:endParaRPr sz="3000"/>
          </a:p>
        </p:txBody>
      </p:sp>
      <p:sp>
        <p:nvSpPr>
          <p:cNvPr id="4" name="Shape 2">
            <a:extLst xmlns:a="http://schemas.openxmlformats.org/drawingml/2006/main">
              <a:ext uri="{FF2B5EF4-FFF2-40B4-BE49-F238E27FC236}">
                <a16:creationId xmlns:a16="http://schemas.microsoft.com/office/drawing/2014/main" id="{63C73179-0DEA-40B0-8923-FB4C48CD2397}"/>
              </a:ext>
            </a:extLst>
          </p:cNvPr>
          <p:cNvSpPr>
            <a:spLocks xmlns:a="http://schemas.openxmlformats.org/drawingml/2006/main" noGrp="1"/>
          </p:cNvSpPr>
          <p:nvPr/>
        </p:nvSpPr>
        <p:spPr>
          <a:xfrm xmlns:a="http://schemas.openxmlformats.org/drawingml/2006/main">
            <a:off x="566928" y="1417320"/>
            <a:ext cx="420624" cy="420624"/>
          </a:xfrm>
          <a:prstGeom xmlns:a="http://schemas.openxmlformats.org/drawingml/2006/main" prst="ellipse">
            <a:avLst/>
          </a:prstGeom>
          <a:solidFill xmlns:a="http://schemas.openxmlformats.org/drawingml/2006/main">
            <a:srgbClr val="1E2761"/>
          </a:solidFill>
        </p:spPr>
      </p:sp>
      <p:sp>
        <p:nvSpPr>
          <p:cNvPr id="5" name="Text 3">
            <a:extLst xmlns:a="http://schemas.openxmlformats.org/drawingml/2006/main">
              <a:ext uri="{FF2B5EF4-FFF2-40B4-BE49-F238E27FC236}">
                <a16:creationId xmlns:a16="http://schemas.microsoft.com/office/drawing/2014/main" id="{A472C7B7-F1A9-414E-8E5B-CB7949A69F2C}"/>
              </a:ext>
            </a:extLst>
          </p:cNvPr>
          <p:cNvSpPr>
            <a:spLocks xmlns:a="http://schemas.openxmlformats.org/drawingml/2006/main" noGrp="1"/>
          </p:cNvSpPr>
          <p:nvPr/>
        </p:nvSpPr>
        <p:spPr>
          <a:xfrm xmlns:a="http://schemas.openxmlformats.org/drawingml/2006/main">
            <a:off x="566928" y="1417320"/>
            <a:ext cx="420624"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1</a:t>
            </a:r>
            <a:endParaRPr sz="1400"/>
          </a:p>
        </p:txBody>
      </p:sp>
      <p:sp>
        <p:nvSpPr>
          <p:cNvPr id="6" name="Text 4">
            <a:extLst xmlns:a="http://schemas.openxmlformats.org/drawingml/2006/main">
              <a:ext uri="{FF2B5EF4-FFF2-40B4-BE49-F238E27FC236}">
                <a16:creationId xmlns:a16="http://schemas.microsoft.com/office/drawing/2014/main" id="{22C5CFD5-FE83-4CEC-9270-251C7BFB0E56}"/>
              </a:ext>
            </a:extLst>
          </p:cNvPr>
          <p:cNvSpPr>
            <a:spLocks xmlns:a="http://schemas.openxmlformats.org/drawingml/2006/main" noGrp="1"/>
          </p:cNvSpPr>
          <p:nvPr/>
        </p:nvSpPr>
        <p:spPr>
          <a:xfrm xmlns:a="http://schemas.openxmlformats.org/drawingml/2006/main">
            <a:off x="1225296" y="1362456"/>
            <a:ext cx="28346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E2761"/>
                </a:solidFill>
                <a:latin typeface="Calibri"/>
                <a:ea typeface="Calibri"/>
                <a:cs typeface="Calibri"/>
              </a:rPr>
              <a:t>Start with the basics</a:t>
            </a:r>
            <a:endParaRPr sz="1400"/>
          </a:p>
        </p:txBody>
      </p:sp>
      <p:sp>
        <p:nvSpPr>
          <p:cNvPr id="7" name="Text 5">
            <a:extLst xmlns:a="http://schemas.openxmlformats.org/drawingml/2006/main">
              <a:ext uri="{FF2B5EF4-FFF2-40B4-BE49-F238E27FC236}">
                <a16:creationId xmlns:a16="http://schemas.microsoft.com/office/drawing/2014/main" id="{ACA4DCDF-1949-4B8D-8293-CA7CB2293C45}"/>
              </a:ext>
            </a:extLst>
          </p:cNvPr>
          <p:cNvSpPr>
            <a:spLocks xmlns:a="http://schemas.openxmlformats.org/drawingml/2006/main" noGrp="1"/>
          </p:cNvSpPr>
          <p:nvPr/>
        </p:nvSpPr>
        <p:spPr>
          <a:xfrm xmlns:a="http://schemas.openxmlformats.org/drawingml/2006/main">
            <a:off x="4133088" y="1362456"/>
            <a:ext cx="74980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800"/>
              </a:lnSpc>
              <a:buNone/>
            </a:pPr>
            <a:r>
              <a:rPr sz="1300">
                <a:solidFill>
                  <a:srgbClr val="2B3350"/>
                </a:solidFill>
                <a:latin typeface="Calibri"/>
                <a:ea typeface="Calibri"/>
                <a:cs typeface="Calibri"/>
              </a:rPr>
              <a:t>What a computation is, where it lives, and why finance owns the setup.</a:t>
            </a:r>
            <a:endParaRPr sz="1300"/>
          </a:p>
        </p:txBody>
      </p:sp>
      <p:sp>
        <p:nvSpPr>
          <p:cNvPr id="8" name="Shape 6">
            <a:extLst xmlns:a="http://schemas.openxmlformats.org/drawingml/2006/main">
              <a:ext uri="{FF2B5EF4-FFF2-40B4-BE49-F238E27FC236}">
                <a16:creationId xmlns:a16="http://schemas.microsoft.com/office/drawing/2014/main" id="{F3752660-F1C6-4FBF-8162-5E6DC8A32FEF}"/>
              </a:ext>
            </a:extLst>
          </p:cNvPr>
          <p:cNvSpPr>
            <a:spLocks xmlns:a="http://schemas.openxmlformats.org/drawingml/2006/main" noGrp="1"/>
          </p:cNvSpPr>
          <p:nvPr/>
        </p:nvSpPr>
        <p:spPr>
          <a:xfrm xmlns:a="http://schemas.openxmlformats.org/drawingml/2006/main">
            <a:off x="566928" y="2386584"/>
            <a:ext cx="420624" cy="420624"/>
          </a:xfrm>
          <a:prstGeom xmlns:a="http://schemas.openxmlformats.org/drawingml/2006/main" prst="ellipse">
            <a:avLst/>
          </a:prstGeom>
          <a:solidFill xmlns:a="http://schemas.openxmlformats.org/drawingml/2006/main">
            <a:srgbClr val="1E2761"/>
          </a:solidFill>
        </p:spPr>
      </p:sp>
      <p:sp>
        <p:nvSpPr>
          <p:cNvPr id="9" name="Text 7">
            <a:extLst xmlns:a="http://schemas.openxmlformats.org/drawingml/2006/main">
              <a:ext uri="{FF2B5EF4-FFF2-40B4-BE49-F238E27FC236}">
                <a16:creationId xmlns:a16="http://schemas.microsoft.com/office/drawing/2014/main" id="{516B4D28-6159-4996-98F4-AAFCD8750782}"/>
              </a:ext>
            </a:extLst>
          </p:cNvPr>
          <p:cNvSpPr>
            <a:spLocks xmlns:a="http://schemas.openxmlformats.org/drawingml/2006/main" noGrp="1"/>
          </p:cNvSpPr>
          <p:nvPr/>
        </p:nvSpPr>
        <p:spPr>
          <a:xfrm xmlns:a="http://schemas.openxmlformats.org/drawingml/2006/main">
            <a:off x="566928" y="2386584"/>
            <a:ext cx="420624"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2</a:t>
            </a:r>
            <a:endParaRPr sz="1400"/>
          </a:p>
        </p:txBody>
      </p:sp>
      <p:sp>
        <p:nvSpPr>
          <p:cNvPr id="10" name="Text 8">
            <a:extLst xmlns:a="http://schemas.openxmlformats.org/drawingml/2006/main">
              <a:ext uri="{FF2B5EF4-FFF2-40B4-BE49-F238E27FC236}">
                <a16:creationId xmlns:a16="http://schemas.microsoft.com/office/drawing/2014/main" id="{56348B66-121F-4580-952F-D560C399FBE3}"/>
              </a:ext>
            </a:extLst>
          </p:cNvPr>
          <p:cNvSpPr>
            <a:spLocks xmlns:a="http://schemas.openxmlformats.org/drawingml/2006/main" noGrp="1"/>
          </p:cNvSpPr>
          <p:nvPr/>
        </p:nvSpPr>
        <p:spPr>
          <a:xfrm xmlns:a="http://schemas.openxmlformats.org/drawingml/2006/main">
            <a:off x="1225296" y="2331720"/>
            <a:ext cx="28346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E2761"/>
                </a:solidFill>
                <a:latin typeface="Calibri"/>
                <a:ea typeface="Calibri"/>
                <a:cs typeface="Calibri"/>
              </a:rPr>
              <a:t>Create one properly</a:t>
            </a:r>
            <a:endParaRPr sz="1400"/>
          </a:p>
        </p:txBody>
      </p:sp>
      <p:sp>
        <p:nvSpPr>
          <p:cNvPr id="11" name="Text 9">
            <a:extLst xmlns:a="http://schemas.openxmlformats.org/drawingml/2006/main">
              <a:ext uri="{FF2B5EF4-FFF2-40B4-BE49-F238E27FC236}">
                <a16:creationId xmlns:a16="http://schemas.microsoft.com/office/drawing/2014/main" id="{D9A92C20-FC49-4B7C-8EEC-126C4F9A1B7C}"/>
              </a:ext>
            </a:extLst>
          </p:cNvPr>
          <p:cNvSpPr>
            <a:spLocks xmlns:a="http://schemas.openxmlformats.org/drawingml/2006/main" noGrp="1"/>
          </p:cNvSpPr>
          <p:nvPr/>
        </p:nvSpPr>
        <p:spPr>
          <a:xfrm xmlns:a="http://schemas.openxmlformats.org/drawingml/2006/main">
            <a:off x="4133088" y="2331720"/>
            <a:ext cx="74980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800"/>
              </a:lnSpc>
              <a:buNone/>
            </a:pPr>
            <a:r>
              <a:rPr sz="1300">
                <a:solidFill>
                  <a:srgbClr val="2B3350"/>
                </a:solidFill>
                <a:latin typeface="Calibri"/>
                <a:ea typeface="Calibri"/>
                <a:cs typeface="Calibri"/>
              </a:rPr>
              <a:t>Every field in the register and Create Computation screen, including the formula builder and test.</a:t>
            </a:r>
            <a:endParaRPr sz="1300"/>
          </a:p>
        </p:txBody>
      </p:sp>
      <p:sp>
        <p:nvSpPr>
          <p:cNvPr id="12" name="Shape 10">
            <a:extLst xmlns:a="http://schemas.openxmlformats.org/drawingml/2006/main">
              <a:ext uri="{FF2B5EF4-FFF2-40B4-BE49-F238E27FC236}">
                <a16:creationId xmlns:a16="http://schemas.microsoft.com/office/drawing/2014/main" id="{444E3D27-0A3E-4ADB-897A-20CE00B27E85}"/>
              </a:ext>
            </a:extLst>
          </p:cNvPr>
          <p:cNvSpPr>
            <a:spLocks xmlns:a="http://schemas.openxmlformats.org/drawingml/2006/main" noGrp="1"/>
          </p:cNvSpPr>
          <p:nvPr/>
        </p:nvSpPr>
        <p:spPr>
          <a:xfrm xmlns:a="http://schemas.openxmlformats.org/drawingml/2006/main">
            <a:off x="566928" y="3355848"/>
            <a:ext cx="420624" cy="420624"/>
          </a:xfrm>
          <a:prstGeom xmlns:a="http://schemas.openxmlformats.org/drawingml/2006/main" prst="ellipse">
            <a:avLst/>
          </a:prstGeom>
          <a:solidFill xmlns:a="http://schemas.openxmlformats.org/drawingml/2006/main">
            <a:srgbClr val="1E2761"/>
          </a:solidFill>
        </p:spPr>
      </p:sp>
      <p:sp>
        <p:nvSpPr>
          <p:cNvPr id="13" name="Text 11">
            <a:extLst xmlns:a="http://schemas.openxmlformats.org/drawingml/2006/main">
              <a:ext uri="{FF2B5EF4-FFF2-40B4-BE49-F238E27FC236}">
                <a16:creationId xmlns:a16="http://schemas.microsoft.com/office/drawing/2014/main" id="{BDDD0FAB-0783-4A2E-A46F-D9286BAA5564}"/>
              </a:ext>
            </a:extLst>
          </p:cNvPr>
          <p:cNvSpPr>
            <a:spLocks xmlns:a="http://schemas.openxmlformats.org/drawingml/2006/main" noGrp="1"/>
          </p:cNvSpPr>
          <p:nvPr/>
        </p:nvSpPr>
        <p:spPr>
          <a:xfrm xmlns:a="http://schemas.openxmlformats.org/drawingml/2006/main">
            <a:off x="566928" y="3355848"/>
            <a:ext cx="420624"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3</a:t>
            </a:r>
            <a:endParaRPr sz="1400"/>
          </a:p>
        </p:txBody>
      </p:sp>
      <p:sp>
        <p:nvSpPr>
          <p:cNvPr id="14" name="Text 12">
            <a:extLst xmlns:a="http://schemas.openxmlformats.org/drawingml/2006/main">
              <a:ext uri="{FF2B5EF4-FFF2-40B4-BE49-F238E27FC236}">
                <a16:creationId xmlns:a16="http://schemas.microsoft.com/office/drawing/2014/main" id="{F35B3822-90FB-454D-A893-45BA31D93C3A}"/>
              </a:ext>
            </a:extLst>
          </p:cNvPr>
          <p:cNvSpPr>
            <a:spLocks xmlns:a="http://schemas.openxmlformats.org/drawingml/2006/main" noGrp="1"/>
          </p:cNvSpPr>
          <p:nvPr/>
        </p:nvSpPr>
        <p:spPr>
          <a:xfrm xmlns:a="http://schemas.openxmlformats.org/drawingml/2006/main">
            <a:off x="1225296" y="3300984"/>
            <a:ext cx="28346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E2761"/>
                </a:solidFill>
                <a:latin typeface="Calibri"/>
                <a:ea typeface="Calibri"/>
                <a:cs typeface="Calibri"/>
              </a:rPr>
              <a:t>Assign it to the client</a:t>
            </a:r>
            <a:endParaRPr sz="1400"/>
          </a:p>
        </p:txBody>
      </p:sp>
      <p:sp>
        <p:nvSpPr>
          <p:cNvPr id="15" name="Text 13">
            <a:extLst xmlns:a="http://schemas.openxmlformats.org/drawingml/2006/main">
              <a:ext uri="{FF2B5EF4-FFF2-40B4-BE49-F238E27FC236}">
                <a16:creationId xmlns:a16="http://schemas.microsoft.com/office/drawing/2014/main" id="{821DA623-8171-4631-B440-F1A82A360EA7}"/>
              </a:ext>
            </a:extLst>
          </p:cNvPr>
          <p:cNvSpPr>
            <a:spLocks xmlns:a="http://schemas.openxmlformats.org/drawingml/2006/main" noGrp="1"/>
          </p:cNvSpPr>
          <p:nvPr/>
        </p:nvSpPr>
        <p:spPr>
          <a:xfrm xmlns:a="http://schemas.openxmlformats.org/drawingml/2006/main">
            <a:off x="4133088" y="3300984"/>
            <a:ext cx="74980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800"/>
              </a:lnSpc>
              <a:buNone/>
            </a:pPr>
            <a:r>
              <a:rPr sz="1300">
                <a:solidFill>
                  <a:srgbClr val="2B3350"/>
                </a:solidFill>
                <a:latin typeface="Calibri"/>
                <a:ea typeface="Calibri"/>
                <a:cs typeface="Calibri"/>
              </a:rPr>
              <a:t>Every assignment field, how scope is chosen, and how conflicts should be checked.</a:t>
            </a:r>
            <a:endParaRPr sz="1300"/>
          </a:p>
        </p:txBody>
      </p:sp>
      <p:sp>
        <p:nvSpPr>
          <p:cNvPr id="16" name="Shape 14">
            <a:extLst xmlns:a="http://schemas.openxmlformats.org/drawingml/2006/main">
              <a:ext uri="{FF2B5EF4-FFF2-40B4-BE49-F238E27FC236}">
                <a16:creationId xmlns:a16="http://schemas.microsoft.com/office/drawing/2014/main" id="{5796856A-D443-41C4-9FCA-F89FE6936AE1}"/>
              </a:ext>
            </a:extLst>
          </p:cNvPr>
          <p:cNvSpPr>
            <a:spLocks xmlns:a="http://schemas.openxmlformats.org/drawingml/2006/main" noGrp="1"/>
          </p:cNvSpPr>
          <p:nvPr/>
        </p:nvSpPr>
        <p:spPr>
          <a:xfrm xmlns:a="http://schemas.openxmlformats.org/drawingml/2006/main">
            <a:off x="566928" y="4325112"/>
            <a:ext cx="420624" cy="420624"/>
          </a:xfrm>
          <a:prstGeom xmlns:a="http://schemas.openxmlformats.org/drawingml/2006/main" prst="ellipse">
            <a:avLst/>
          </a:prstGeom>
          <a:solidFill xmlns:a="http://schemas.openxmlformats.org/drawingml/2006/main">
            <a:srgbClr val="1E2761"/>
          </a:solidFill>
        </p:spPr>
      </p:sp>
      <p:sp>
        <p:nvSpPr>
          <p:cNvPr id="17" name="Text 15">
            <a:extLst xmlns:a="http://schemas.openxmlformats.org/drawingml/2006/main">
              <a:ext uri="{FF2B5EF4-FFF2-40B4-BE49-F238E27FC236}">
                <a16:creationId xmlns:a16="http://schemas.microsoft.com/office/drawing/2014/main" id="{048C0D25-85B2-4716-834C-8254E08841B3}"/>
              </a:ext>
            </a:extLst>
          </p:cNvPr>
          <p:cNvSpPr>
            <a:spLocks xmlns:a="http://schemas.openxmlformats.org/drawingml/2006/main" noGrp="1"/>
          </p:cNvSpPr>
          <p:nvPr/>
        </p:nvSpPr>
        <p:spPr>
          <a:xfrm xmlns:a="http://schemas.openxmlformats.org/drawingml/2006/main">
            <a:off x="566928" y="4325112"/>
            <a:ext cx="420624"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4</a:t>
            </a:r>
            <a:endParaRPr sz="1400"/>
          </a:p>
        </p:txBody>
      </p:sp>
      <p:sp>
        <p:nvSpPr>
          <p:cNvPr id="18" name="Text 16">
            <a:extLst xmlns:a="http://schemas.openxmlformats.org/drawingml/2006/main">
              <a:ext uri="{FF2B5EF4-FFF2-40B4-BE49-F238E27FC236}">
                <a16:creationId xmlns:a16="http://schemas.microsoft.com/office/drawing/2014/main" id="{5BA59A1D-E0D9-4333-A3F3-9B9CA4356118}"/>
              </a:ext>
            </a:extLst>
          </p:cNvPr>
          <p:cNvSpPr>
            <a:spLocks xmlns:a="http://schemas.openxmlformats.org/drawingml/2006/main" noGrp="1"/>
          </p:cNvSpPr>
          <p:nvPr/>
        </p:nvSpPr>
        <p:spPr>
          <a:xfrm xmlns:a="http://schemas.openxmlformats.org/drawingml/2006/main">
            <a:off x="1225296" y="4270248"/>
            <a:ext cx="28346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E2761"/>
                </a:solidFill>
                <a:latin typeface="Calibri"/>
                <a:ea typeface="Calibri"/>
                <a:cs typeface="Calibri"/>
              </a:rPr>
              <a:t>Connect it to ATLAS</a:t>
            </a:r>
            <a:endParaRPr sz="1400"/>
          </a:p>
        </p:txBody>
      </p:sp>
      <p:sp>
        <p:nvSpPr>
          <p:cNvPr id="19" name="Text 17">
            <a:extLst xmlns:a="http://schemas.openxmlformats.org/drawingml/2006/main">
              <a:ext uri="{FF2B5EF4-FFF2-40B4-BE49-F238E27FC236}">
                <a16:creationId xmlns:a16="http://schemas.microsoft.com/office/drawing/2014/main" id="{2C19D52E-886D-4BC7-B9ED-02E150C94B5A}"/>
              </a:ext>
            </a:extLst>
          </p:cNvPr>
          <p:cNvSpPr>
            <a:spLocks xmlns:a="http://schemas.openxmlformats.org/drawingml/2006/main" noGrp="1"/>
          </p:cNvSpPr>
          <p:nvPr/>
        </p:nvSpPr>
        <p:spPr>
          <a:xfrm xmlns:a="http://schemas.openxmlformats.org/drawingml/2006/main">
            <a:off x="4133088" y="4270248"/>
            <a:ext cx="74980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800"/>
              </a:lnSpc>
              <a:buNone/>
            </a:pPr>
            <a:r>
              <a:rPr sz="1300">
                <a:solidFill>
                  <a:srgbClr val="2B3350"/>
                </a:solidFill>
                <a:latin typeface="Calibri"/>
                <a:ea typeface="Calibri"/>
                <a:cs typeface="Calibri"/>
              </a:rPr>
              <a:t>Detailed examples across HRM, Timekeeping, payroll setup, payroll processing, payslips and reports.</a:t>
            </a:r>
            <a:endParaRPr sz="1300"/>
          </a:p>
        </p:txBody>
      </p:sp>
      <p:sp>
        <p:nvSpPr>
          <p:cNvPr id="20" name="Shape 18">
            <a:extLst xmlns:a="http://schemas.openxmlformats.org/drawingml/2006/main">
              <a:ext uri="{FF2B5EF4-FFF2-40B4-BE49-F238E27FC236}">
                <a16:creationId xmlns:a16="http://schemas.microsoft.com/office/drawing/2014/main" id="{47D072FF-0371-4C20-978E-E90EFCE7E814}"/>
              </a:ext>
            </a:extLst>
          </p:cNvPr>
          <p:cNvSpPr>
            <a:spLocks xmlns:a="http://schemas.openxmlformats.org/drawingml/2006/main" noGrp="1"/>
          </p:cNvSpPr>
          <p:nvPr/>
        </p:nvSpPr>
        <p:spPr>
          <a:xfrm xmlns:a="http://schemas.openxmlformats.org/drawingml/2006/main">
            <a:off x="566928" y="5294376"/>
            <a:ext cx="420624" cy="420624"/>
          </a:xfrm>
          <a:prstGeom xmlns:a="http://schemas.openxmlformats.org/drawingml/2006/main" prst="ellipse">
            <a:avLst/>
          </a:prstGeom>
          <a:solidFill xmlns:a="http://schemas.openxmlformats.org/drawingml/2006/main">
            <a:srgbClr val="1E2761"/>
          </a:solidFill>
        </p:spPr>
      </p:sp>
      <p:sp>
        <p:nvSpPr>
          <p:cNvPr id="21" name="Text 19">
            <a:extLst xmlns:a="http://schemas.openxmlformats.org/drawingml/2006/main">
              <a:ext uri="{FF2B5EF4-FFF2-40B4-BE49-F238E27FC236}">
                <a16:creationId xmlns:a16="http://schemas.microsoft.com/office/drawing/2014/main" id="{3A3F0DBE-5828-4466-915B-32729DF16BB5}"/>
              </a:ext>
            </a:extLst>
          </p:cNvPr>
          <p:cNvSpPr>
            <a:spLocks xmlns:a="http://schemas.openxmlformats.org/drawingml/2006/main" noGrp="1"/>
          </p:cNvSpPr>
          <p:nvPr/>
        </p:nvSpPr>
        <p:spPr>
          <a:xfrm xmlns:a="http://schemas.openxmlformats.org/drawingml/2006/main">
            <a:off x="566928" y="5294376"/>
            <a:ext cx="420624"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5</a:t>
            </a:r>
            <a:endParaRPr sz="1400"/>
          </a:p>
        </p:txBody>
      </p:sp>
      <p:sp>
        <p:nvSpPr>
          <p:cNvPr id="22" name="Text 20">
            <a:extLst xmlns:a="http://schemas.openxmlformats.org/drawingml/2006/main">
              <a:ext uri="{FF2B5EF4-FFF2-40B4-BE49-F238E27FC236}">
                <a16:creationId xmlns:a16="http://schemas.microsoft.com/office/drawing/2014/main" id="{BCC81378-18FE-423C-8690-38241438F467}"/>
              </a:ext>
            </a:extLst>
          </p:cNvPr>
          <p:cNvSpPr>
            <a:spLocks xmlns:a="http://schemas.openxmlformats.org/drawingml/2006/main" noGrp="1"/>
          </p:cNvSpPr>
          <p:nvPr/>
        </p:nvSpPr>
        <p:spPr>
          <a:xfrm xmlns:a="http://schemas.openxmlformats.org/drawingml/2006/main">
            <a:off x="1225296" y="5239512"/>
            <a:ext cx="28346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E2761"/>
                </a:solidFill>
                <a:latin typeface="Calibri"/>
                <a:ea typeface="Calibri"/>
                <a:cs typeface="Calibri"/>
              </a:rPr>
              <a:t>Keep the history intact</a:t>
            </a:r>
            <a:endParaRPr sz="1400"/>
          </a:p>
        </p:txBody>
      </p:sp>
      <p:sp>
        <p:nvSpPr>
          <p:cNvPr id="23" name="Text 21">
            <a:extLst xmlns:a="http://schemas.openxmlformats.org/drawingml/2006/main">
              <a:ext uri="{FF2B5EF4-FFF2-40B4-BE49-F238E27FC236}">
                <a16:creationId xmlns:a16="http://schemas.microsoft.com/office/drawing/2014/main" id="{8AC078D4-4A9E-4E63-A98B-89ED79C88B28}"/>
              </a:ext>
            </a:extLst>
          </p:cNvPr>
          <p:cNvSpPr>
            <a:spLocks xmlns:a="http://schemas.openxmlformats.org/drawingml/2006/main" noGrp="1"/>
          </p:cNvSpPr>
          <p:nvPr/>
        </p:nvSpPr>
        <p:spPr>
          <a:xfrm xmlns:a="http://schemas.openxmlformats.org/drawingml/2006/main">
            <a:off x="4133088" y="5239512"/>
            <a:ext cx="74980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800"/>
              </a:lnSpc>
              <a:buNone/>
            </a:pPr>
            <a:r>
              <a:rPr sz="1300">
                <a:solidFill>
                  <a:srgbClr val="2B3350"/>
                </a:solidFill>
                <a:latin typeface="Calibri"/>
                <a:ea typeface="Calibri"/>
                <a:cs typeface="Calibri"/>
              </a:rPr>
              <a:t>Reference versions, change history, transaction evidence and the point where a used version must stop changing.</a:t>
            </a:r>
            <a:endParaRPr sz="1300"/>
          </a:p>
        </p:txBody>
      </p:sp>
    </p:spTree>
    <p:extLst>
      <p:ext uri="{BB962C8B-B14F-4D97-AF65-F5344CB8AC3E}">
        <p14:creationId xmlns:p14="http://schemas.microsoft.com/office/powerpoint/2010/main" val="124660647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B2A2387-A6E9-475B-8554-7E3B421825CA}"/>
              </a:ext>
            </a:extLst>
          </p:cNvPr>
          <p:cNvSpPr>
            <a:spLocks xmlns:a="http://schemas.openxmlformats.org/drawingml/2006/main" noGrp="1"/>
          </p:cNvSpPr>
          <p:nvPr/>
        </p:nvSpPr>
        <p:spPr>
          <a:xfrm xmlns:a="http://schemas.openxmlformats.org/drawingml/2006/main">
            <a:off x="566928" y="329184"/>
            <a:ext cx="11027664"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THE WHOLE JOB</a:t>
            </a:r>
            <a:endParaRPr sz="1000"/>
          </a:p>
        </p:txBody>
      </p:sp>
      <p:sp>
        <p:nvSpPr>
          <p:cNvPr id="3" name="Text 1">
            <a:extLst xmlns:a="http://schemas.openxmlformats.org/drawingml/2006/main">
              <a:ext uri="{FF2B5EF4-FFF2-40B4-BE49-F238E27FC236}">
                <a16:creationId xmlns:a16="http://schemas.microsoft.com/office/drawing/2014/main" id="{577C56FF-594B-42FB-9389-76C50E4F0F8E}"/>
              </a:ext>
            </a:extLst>
          </p:cNvPr>
          <p:cNvSpPr>
            <a:spLocks xmlns:a="http://schemas.openxmlformats.org/drawingml/2006/main" noGrp="1"/>
          </p:cNvSpPr>
          <p:nvPr/>
        </p:nvSpPr>
        <p:spPr>
          <a:xfrm xmlns:a="http://schemas.openxmlformats.org/drawingml/2006/main">
            <a:off x="566928" y="548640"/>
            <a:ext cx="110276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A computation has a life before, during and after payroll</a:t>
            </a:r>
            <a:endParaRPr sz="3000"/>
          </a:p>
        </p:txBody>
      </p:sp>
      <p:sp>
        <p:nvSpPr>
          <p:cNvPr id="4" name="Shape 2">
            <a:extLst xmlns:a="http://schemas.openxmlformats.org/drawingml/2006/main">
              <a:ext uri="{FF2B5EF4-FFF2-40B4-BE49-F238E27FC236}">
                <a16:creationId xmlns:a16="http://schemas.microsoft.com/office/drawing/2014/main" id="{685FADCB-7303-4DFB-B666-F15052AF8FCE}"/>
              </a:ext>
            </a:extLst>
          </p:cNvPr>
          <p:cNvSpPr>
            <a:spLocks xmlns:a="http://schemas.openxmlformats.org/drawingml/2006/main" noGrp="1"/>
          </p:cNvSpPr>
          <p:nvPr/>
        </p:nvSpPr>
        <p:spPr>
          <a:xfrm xmlns:a="http://schemas.openxmlformats.org/drawingml/2006/main">
            <a:off x="566928" y="1600200"/>
            <a:ext cx="2057400" cy="2377440"/>
          </a:xfrm>
          <a:prstGeom xmlns:a="http://schemas.openxmlformats.org/drawingml/2006/main" prst="roundRect">
            <a:avLst>
              <a:gd name="adj" fmla="val 4000"/>
            </a:avLst>
          </a:prstGeom>
          <a:solidFill xmlns:a="http://schemas.openxmlformats.org/drawingml/2006/main">
            <a:srgbClr val="F4F6FB"/>
          </a:solidFill>
          <a:ln xmlns:a="http://schemas.openxmlformats.org/drawingml/2006/main" w="12700">
            <a:solidFill>
              <a:srgbClr val="D8DEEC"/>
            </a:solidFill>
            <a:prstDash val="solid"/>
          </a:ln>
        </p:spPr>
      </p:sp>
      <p:sp>
        <p:nvSpPr>
          <p:cNvPr id="5" name="Shape 3">
            <a:extLst xmlns:a="http://schemas.openxmlformats.org/drawingml/2006/main">
              <a:ext uri="{FF2B5EF4-FFF2-40B4-BE49-F238E27FC236}">
                <a16:creationId xmlns:a16="http://schemas.microsoft.com/office/drawing/2014/main" id="{B744C534-1715-4890-A8AD-E731BE21BD77}"/>
              </a:ext>
            </a:extLst>
          </p:cNvPr>
          <p:cNvSpPr>
            <a:spLocks xmlns:a="http://schemas.openxmlformats.org/drawingml/2006/main" noGrp="1"/>
          </p:cNvSpPr>
          <p:nvPr/>
        </p:nvSpPr>
        <p:spPr>
          <a:xfrm xmlns:a="http://schemas.openxmlformats.org/drawingml/2006/main">
            <a:off x="786384" y="1828800"/>
            <a:ext cx="384048" cy="384048"/>
          </a:xfrm>
          <a:prstGeom xmlns:a="http://schemas.openxmlformats.org/drawingml/2006/main" prst="ellipse">
            <a:avLst/>
          </a:prstGeom>
          <a:solidFill xmlns:a="http://schemas.openxmlformats.org/drawingml/2006/main">
            <a:srgbClr val="1E2761"/>
          </a:solidFill>
        </p:spPr>
      </p:sp>
      <p:sp>
        <p:nvSpPr>
          <p:cNvPr id="6" name="Text 4">
            <a:extLst xmlns:a="http://schemas.openxmlformats.org/drawingml/2006/main">
              <a:ext uri="{FF2B5EF4-FFF2-40B4-BE49-F238E27FC236}">
                <a16:creationId xmlns:a16="http://schemas.microsoft.com/office/drawing/2014/main" id="{B6DF730E-0701-443E-85C2-8342962A1867}"/>
              </a:ext>
            </a:extLst>
          </p:cNvPr>
          <p:cNvSpPr>
            <a:spLocks xmlns:a="http://schemas.openxmlformats.org/drawingml/2006/main" noGrp="1"/>
          </p:cNvSpPr>
          <p:nvPr/>
        </p:nvSpPr>
        <p:spPr>
          <a:xfrm xmlns:a="http://schemas.openxmlformats.org/drawingml/2006/main">
            <a:off x="786384" y="1828800"/>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1</a:t>
            </a:r>
            <a:endParaRPr sz="1400"/>
          </a:p>
        </p:txBody>
      </p:sp>
      <p:sp>
        <p:nvSpPr>
          <p:cNvPr id="7" name="Text 5">
            <a:extLst xmlns:a="http://schemas.openxmlformats.org/drawingml/2006/main">
              <a:ext uri="{FF2B5EF4-FFF2-40B4-BE49-F238E27FC236}">
                <a16:creationId xmlns:a16="http://schemas.microsoft.com/office/drawing/2014/main" id="{5850A270-DF67-44FC-AD4C-BC162F54F2C2}"/>
              </a:ext>
            </a:extLst>
          </p:cNvPr>
          <p:cNvSpPr>
            <a:spLocks xmlns:a="http://schemas.openxmlformats.org/drawingml/2006/main" noGrp="1"/>
          </p:cNvSpPr>
          <p:nvPr/>
        </p:nvSpPr>
        <p:spPr>
          <a:xfrm xmlns:a="http://schemas.openxmlformats.org/drawingml/2006/main">
            <a:off x="768096" y="2377440"/>
            <a:ext cx="165506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1E2761"/>
                </a:solidFill>
                <a:latin typeface="Calibri"/>
                <a:ea typeface="Calibri"/>
                <a:cs typeface="Calibri"/>
              </a:rPr>
              <a:t>Describe the rule</a:t>
            </a:r>
            <a:endParaRPr sz="1350"/>
          </a:p>
        </p:txBody>
      </p:sp>
      <p:sp>
        <p:nvSpPr>
          <p:cNvPr id="8" name="Text 6">
            <a:extLst xmlns:a="http://schemas.openxmlformats.org/drawingml/2006/main">
              <a:ext uri="{FF2B5EF4-FFF2-40B4-BE49-F238E27FC236}">
                <a16:creationId xmlns:a16="http://schemas.microsoft.com/office/drawing/2014/main" id="{57F35917-5DA9-4431-BD9D-6489A9096261}"/>
              </a:ext>
            </a:extLst>
          </p:cNvPr>
          <p:cNvSpPr>
            <a:spLocks xmlns:a="http://schemas.openxmlformats.org/drawingml/2006/main" noGrp="1"/>
          </p:cNvSpPr>
          <p:nvPr/>
        </p:nvSpPr>
        <p:spPr>
          <a:xfrm xmlns:a="http://schemas.openxmlformats.org/drawingml/2006/main">
            <a:off x="768096" y="2761488"/>
            <a:ext cx="1655064"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050">
                <a:solidFill>
                  <a:srgbClr val="5A6280"/>
                </a:solidFill>
                <a:latin typeface="Calibri"/>
                <a:ea typeface="Calibri"/>
                <a:cs typeface="Calibri"/>
              </a:rPr>
              <a:t>Give it a permanent code, a clear name and a business explanation people can understand later.</a:t>
            </a:r>
            <a:endParaRPr sz="1050"/>
          </a:p>
        </p:txBody>
      </p:sp>
      <p:sp>
        <p:nvSpPr>
          <p:cNvPr id="9" name="Shape 7">
            <a:extLst xmlns:a="http://schemas.openxmlformats.org/drawingml/2006/main">
              <a:ext uri="{FF2B5EF4-FFF2-40B4-BE49-F238E27FC236}">
                <a16:creationId xmlns:a16="http://schemas.microsoft.com/office/drawing/2014/main" id="{18261255-8777-4EE8-B5E1-AD6C29D50908}"/>
              </a:ext>
            </a:extLst>
          </p:cNvPr>
          <p:cNvSpPr>
            <a:spLocks xmlns:a="http://schemas.openxmlformats.org/drawingml/2006/main" noGrp="1"/>
          </p:cNvSpPr>
          <p:nvPr/>
        </p:nvSpPr>
        <p:spPr>
          <a:xfrm xmlns:a="http://schemas.openxmlformats.org/drawingml/2006/main">
            <a:off x="2665476" y="2697480"/>
            <a:ext cx="201168" cy="182880"/>
          </a:xfrm>
          <a:prstGeom xmlns:a="http://schemas.openxmlformats.org/drawingml/2006/main" prst="rightArrow">
            <a:avLst/>
          </a:prstGeom>
          <a:solidFill xmlns:a="http://schemas.openxmlformats.org/drawingml/2006/main">
            <a:srgbClr val="9AA6C4"/>
          </a:solidFill>
          <a:ln xmlns:a="http://schemas.openxmlformats.org/drawingml/2006/main" w="12700">
            <a:solidFill>
              <a:srgbClr val="9AA6C4"/>
            </a:solidFill>
            <a:prstDash val="solid"/>
          </a:ln>
        </p:spPr>
      </p:sp>
      <p:sp>
        <p:nvSpPr>
          <p:cNvPr id="10" name="Shape 8">
            <a:extLst xmlns:a="http://schemas.openxmlformats.org/drawingml/2006/main">
              <a:ext uri="{FF2B5EF4-FFF2-40B4-BE49-F238E27FC236}">
                <a16:creationId xmlns:a16="http://schemas.microsoft.com/office/drawing/2014/main" id="{499AA6DD-E5D9-4631-A5FB-7168C1179AA2}"/>
              </a:ext>
            </a:extLst>
          </p:cNvPr>
          <p:cNvSpPr>
            <a:spLocks xmlns:a="http://schemas.openxmlformats.org/drawingml/2006/main" noGrp="1"/>
          </p:cNvSpPr>
          <p:nvPr/>
        </p:nvSpPr>
        <p:spPr>
          <a:xfrm xmlns:a="http://schemas.openxmlformats.org/drawingml/2006/main">
            <a:off x="2907792" y="1600200"/>
            <a:ext cx="2057400" cy="2377440"/>
          </a:xfrm>
          <a:prstGeom xmlns:a="http://schemas.openxmlformats.org/drawingml/2006/main" prst="roundRect">
            <a:avLst>
              <a:gd name="adj" fmla="val 4000"/>
            </a:avLst>
          </a:prstGeom>
          <a:solidFill xmlns:a="http://schemas.openxmlformats.org/drawingml/2006/main">
            <a:srgbClr val="F4F6FB"/>
          </a:solidFill>
          <a:ln xmlns:a="http://schemas.openxmlformats.org/drawingml/2006/main" w="12700">
            <a:solidFill>
              <a:srgbClr val="D8DEEC"/>
            </a:solidFill>
            <a:prstDash val="solid"/>
          </a:ln>
        </p:spPr>
      </p:sp>
      <p:sp>
        <p:nvSpPr>
          <p:cNvPr id="11" name="Shape 9">
            <a:extLst xmlns:a="http://schemas.openxmlformats.org/drawingml/2006/main">
              <a:ext uri="{FF2B5EF4-FFF2-40B4-BE49-F238E27FC236}">
                <a16:creationId xmlns:a16="http://schemas.microsoft.com/office/drawing/2014/main" id="{D94F949D-432E-4308-8C6C-86A646427B5D}"/>
              </a:ext>
            </a:extLst>
          </p:cNvPr>
          <p:cNvSpPr>
            <a:spLocks xmlns:a="http://schemas.openxmlformats.org/drawingml/2006/main" noGrp="1"/>
          </p:cNvSpPr>
          <p:nvPr/>
        </p:nvSpPr>
        <p:spPr>
          <a:xfrm xmlns:a="http://schemas.openxmlformats.org/drawingml/2006/main">
            <a:off x="3127248" y="1828800"/>
            <a:ext cx="384048" cy="384048"/>
          </a:xfrm>
          <a:prstGeom xmlns:a="http://schemas.openxmlformats.org/drawingml/2006/main" prst="ellipse">
            <a:avLst/>
          </a:prstGeom>
          <a:solidFill xmlns:a="http://schemas.openxmlformats.org/drawingml/2006/main">
            <a:srgbClr val="1E2761"/>
          </a:solidFill>
        </p:spPr>
      </p:sp>
      <p:sp>
        <p:nvSpPr>
          <p:cNvPr id="12" name="Text 10">
            <a:extLst xmlns:a="http://schemas.openxmlformats.org/drawingml/2006/main">
              <a:ext uri="{FF2B5EF4-FFF2-40B4-BE49-F238E27FC236}">
                <a16:creationId xmlns:a16="http://schemas.microsoft.com/office/drawing/2014/main" id="{8430117F-A712-4FAC-88D9-425CE8268676}"/>
              </a:ext>
            </a:extLst>
          </p:cNvPr>
          <p:cNvSpPr>
            <a:spLocks xmlns:a="http://schemas.openxmlformats.org/drawingml/2006/main" noGrp="1"/>
          </p:cNvSpPr>
          <p:nvPr/>
        </p:nvSpPr>
        <p:spPr>
          <a:xfrm xmlns:a="http://schemas.openxmlformats.org/drawingml/2006/main">
            <a:off x="3127248" y="1828800"/>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2</a:t>
            </a:r>
            <a:endParaRPr sz="1400"/>
          </a:p>
        </p:txBody>
      </p:sp>
      <p:sp>
        <p:nvSpPr>
          <p:cNvPr id="13" name="Text 11">
            <a:extLst xmlns:a="http://schemas.openxmlformats.org/drawingml/2006/main">
              <a:ext uri="{FF2B5EF4-FFF2-40B4-BE49-F238E27FC236}">
                <a16:creationId xmlns:a16="http://schemas.microsoft.com/office/drawing/2014/main" id="{FDFB57B1-FC7F-4CBB-A5B5-77096C9CFA58}"/>
              </a:ext>
            </a:extLst>
          </p:cNvPr>
          <p:cNvSpPr>
            <a:spLocks xmlns:a="http://schemas.openxmlformats.org/drawingml/2006/main" noGrp="1"/>
          </p:cNvSpPr>
          <p:nvPr/>
        </p:nvSpPr>
        <p:spPr>
          <a:xfrm xmlns:a="http://schemas.openxmlformats.org/drawingml/2006/main">
            <a:off x="3108960" y="2377440"/>
            <a:ext cx="165506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1E2761"/>
                </a:solidFill>
                <a:latin typeface="Calibri"/>
                <a:ea typeface="Calibri"/>
                <a:cs typeface="Calibri"/>
              </a:rPr>
              <a:t>Build and test it</a:t>
            </a:r>
            <a:endParaRPr sz="1350"/>
          </a:p>
        </p:txBody>
      </p:sp>
      <p:sp>
        <p:nvSpPr>
          <p:cNvPr id="14" name="Text 12">
            <a:extLst xmlns:a="http://schemas.openxmlformats.org/drawingml/2006/main">
              <a:ext uri="{FF2B5EF4-FFF2-40B4-BE49-F238E27FC236}">
                <a16:creationId xmlns:a16="http://schemas.microsoft.com/office/drawing/2014/main" id="{C409A58F-8836-463C-B619-D8C607C59CE9}"/>
              </a:ext>
            </a:extLst>
          </p:cNvPr>
          <p:cNvSpPr>
            <a:spLocks xmlns:a="http://schemas.openxmlformats.org/drawingml/2006/main" noGrp="1"/>
          </p:cNvSpPr>
          <p:nvPr/>
        </p:nvSpPr>
        <p:spPr>
          <a:xfrm xmlns:a="http://schemas.openxmlformats.org/drawingml/2006/main">
            <a:off x="3108960" y="2761488"/>
            <a:ext cx="1655064"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050">
                <a:solidFill>
                  <a:srgbClr val="5A6280"/>
                </a:solidFill>
                <a:latin typeface="Calibri"/>
                <a:ea typeface="Calibri"/>
                <a:cs typeface="Calibri"/>
              </a:rPr>
              <a:t>Use approved ATLAS fields, run sample values and check that the answer matches the finance calculation.</a:t>
            </a:r>
            <a:endParaRPr sz="1050"/>
          </a:p>
        </p:txBody>
      </p:sp>
      <p:sp>
        <p:nvSpPr>
          <p:cNvPr id="15" name="Shape 13">
            <a:extLst xmlns:a="http://schemas.openxmlformats.org/drawingml/2006/main">
              <a:ext uri="{FF2B5EF4-FFF2-40B4-BE49-F238E27FC236}">
                <a16:creationId xmlns:a16="http://schemas.microsoft.com/office/drawing/2014/main" id="{2AF0EDA9-7EA4-479E-B37F-3AD1B7E1F243}"/>
              </a:ext>
            </a:extLst>
          </p:cNvPr>
          <p:cNvSpPr>
            <a:spLocks xmlns:a="http://schemas.openxmlformats.org/drawingml/2006/main" noGrp="1"/>
          </p:cNvSpPr>
          <p:nvPr/>
        </p:nvSpPr>
        <p:spPr>
          <a:xfrm xmlns:a="http://schemas.openxmlformats.org/drawingml/2006/main">
            <a:off x="5006340" y="2697480"/>
            <a:ext cx="201168" cy="182880"/>
          </a:xfrm>
          <a:prstGeom xmlns:a="http://schemas.openxmlformats.org/drawingml/2006/main" prst="rightArrow">
            <a:avLst/>
          </a:prstGeom>
          <a:solidFill xmlns:a="http://schemas.openxmlformats.org/drawingml/2006/main">
            <a:srgbClr val="9AA6C4"/>
          </a:solidFill>
          <a:ln xmlns:a="http://schemas.openxmlformats.org/drawingml/2006/main" w="12700">
            <a:solidFill>
              <a:srgbClr val="9AA6C4"/>
            </a:solidFill>
            <a:prstDash val="solid"/>
          </a:ln>
        </p:spPr>
      </p:sp>
      <p:sp>
        <p:nvSpPr>
          <p:cNvPr id="16" name="Shape 14">
            <a:extLst xmlns:a="http://schemas.openxmlformats.org/drawingml/2006/main">
              <a:ext uri="{FF2B5EF4-FFF2-40B4-BE49-F238E27FC236}">
                <a16:creationId xmlns:a16="http://schemas.microsoft.com/office/drawing/2014/main" id="{F60E016C-5381-4BE9-9A47-0DBEE8B93A02}"/>
              </a:ext>
            </a:extLst>
          </p:cNvPr>
          <p:cNvSpPr>
            <a:spLocks xmlns:a="http://schemas.openxmlformats.org/drawingml/2006/main" noGrp="1"/>
          </p:cNvSpPr>
          <p:nvPr/>
        </p:nvSpPr>
        <p:spPr>
          <a:xfrm xmlns:a="http://schemas.openxmlformats.org/drawingml/2006/main">
            <a:off x="5248656" y="1600200"/>
            <a:ext cx="2057400" cy="2377440"/>
          </a:xfrm>
          <a:prstGeom xmlns:a="http://schemas.openxmlformats.org/drawingml/2006/main" prst="roundRect">
            <a:avLst>
              <a:gd name="adj" fmla="val 4000"/>
            </a:avLst>
          </a:prstGeom>
          <a:solidFill xmlns:a="http://schemas.openxmlformats.org/drawingml/2006/main">
            <a:srgbClr val="F4F6FB"/>
          </a:solidFill>
          <a:ln xmlns:a="http://schemas.openxmlformats.org/drawingml/2006/main" w="12700">
            <a:solidFill>
              <a:srgbClr val="D8DEEC"/>
            </a:solidFill>
            <a:prstDash val="solid"/>
          </a:ln>
        </p:spPr>
      </p:sp>
      <p:sp>
        <p:nvSpPr>
          <p:cNvPr id="17" name="Shape 15">
            <a:extLst xmlns:a="http://schemas.openxmlformats.org/drawingml/2006/main">
              <a:ext uri="{FF2B5EF4-FFF2-40B4-BE49-F238E27FC236}">
                <a16:creationId xmlns:a16="http://schemas.microsoft.com/office/drawing/2014/main" id="{AF82EFB7-0019-461E-938A-D3068C958C2C}"/>
              </a:ext>
            </a:extLst>
          </p:cNvPr>
          <p:cNvSpPr>
            <a:spLocks xmlns:a="http://schemas.openxmlformats.org/drawingml/2006/main" noGrp="1"/>
          </p:cNvSpPr>
          <p:nvPr/>
        </p:nvSpPr>
        <p:spPr>
          <a:xfrm xmlns:a="http://schemas.openxmlformats.org/drawingml/2006/main">
            <a:off x="5468112" y="1828800"/>
            <a:ext cx="384048" cy="384048"/>
          </a:xfrm>
          <a:prstGeom xmlns:a="http://schemas.openxmlformats.org/drawingml/2006/main" prst="ellipse">
            <a:avLst/>
          </a:prstGeom>
          <a:solidFill xmlns:a="http://schemas.openxmlformats.org/drawingml/2006/main">
            <a:srgbClr val="1E2761"/>
          </a:solidFill>
        </p:spPr>
      </p:sp>
      <p:sp>
        <p:nvSpPr>
          <p:cNvPr id="18" name="Text 16">
            <a:extLst xmlns:a="http://schemas.openxmlformats.org/drawingml/2006/main">
              <a:ext uri="{FF2B5EF4-FFF2-40B4-BE49-F238E27FC236}">
                <a16:creationId xmlns:a16="http://schemas.microsoft.com/office/drawing/2014/main" id="{7B50ACE6-7A3E-4B1B-BFAB-D916BCA44301}"/>
              </a:ext>
            </a:extLst>
          </p:cNvPr>
          <p:cNvSpPr>
            <a:spLocks xmlns:a="http://schemas.openxmlformats.org/drawingml/2006/main" noGrp="1"/>
          </p:cNvSpPr>
          <p:nvPr/>
        </p:nvSpPr>
        <p:spPr>
          <a:xfrm xmlns:a="http://schemas.openxmlformats.org/drawingml/2006/main">
            <a:off x="5468112" y="1828800"/>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3</a:t>
            </a:r>
            <a:endParaRPr sz="1400"/>
          </a:p>
        </p:txBody>
      </p:sp>
      <p:sp>
        <p:nvSpPr>
          <p:cNvPr id="19" name="Text 17">
            <a:extLst xmlns:a="http://schemas.openxmlformats.org/drawingml/2006/main">
              <a:ext uri="{FF2B5EF4-FFF2-40B4-BE49-F238E27FC236}">
                <a16:creationId xmlns:a16="http://schemas.microsoft.com/office/drawing/2014/main" id="{68CDD8D6-2A9C-4E03-BB27-CB5877A83E18}"/>
              </a:ext>
            </a:extLst>
          </p:cNvPr>
          <p:cNvSpPr>
            <a:spLocks xmlns:a="http://schemas.openxmlformats.org/drawingml/2006/main" noGrp="1"/>
          </p:cNvSpPr>
          <p:nvPr/>
        </p:nvSpPr>
        <p:spPr>
          <a:xfrm xmlns:a="http://schemas.openxmlformats.org/drawingml/2006/main">
            <a:off x="5449824" y="2377440"/>
            <a:ext cx="165506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1E2761"/>
                </a:solidFill>
                <a:latin typeface="Calibri"/>
                <a:ea typeface="Calibri"/>
                <a:cs typeface="Calibri"/>
              </a:rPr>
              <a:t>Publish the version</a:t>
            </a:r>
            <a:endParaRPr sz="1350"/>
          </a:p>
        </p:txBody>
      </p:sp>
      <p:sp>
        <p:nvSpPr>
          <p:cNvPr id="20" name="Text 18">
            <a:extLst xmlns:a="http://schemas.openxmlformats.org/drawingml/2006/main">
              <a:ext uri="{FF2B5EF4-FFF2-40B4-BE49-F238E27FC236}">
                <a16:creationId xmlns:a16="http://schemas.microsoft.com/office/drawing/2014/main" id="{4D273D0D-6697-47D2-BE38-12ECF982DAFD}"/>
              </a:ext>
            </a:extLst>
          </p:cNvPr>
          <p:cNvSpPr>
            <a:spLocks xmlns:a="http://schemas.openxmlformats.org/drawingml/2006/main" noGrp="1"/>
          </p:cNvSpPr>
          <p:nvPr/>
        </p:nvSpPr>
        <p:spPr>
          <a:xfrm xmlns:a="http://schemas.openxmlformats.org/drawingml/2006/main">
            <a:off x="5449824" y="2761488"/>
            <a:ext cx="1655064"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050">
                <a:solidFill>
                  <a:srgbClr val="5A6280"/>
                </a:solidFill>
                <a:latin typeface="Calibri"/>
                <a:ea typeface="Calibri"/>
                <a:cs typeface="Calibri"/>
              </a:rPr>
              <a:t>Set the effective date and explain the change so the correct version can be found later.</a:t>
            </a:r>
            <a:endParaRPr sz="1050"/>
          </a:p>
        </p:txBody>
      </p:sp>
      <p:sp>
        <p:nvSpPr>
          <p:cNvPr id="21" name="Shape 19">
            <a:extLst xmlns:a="http://schemas.openxmlformats.org/drawingml/2006/main">
              <a:ext uri="{FF2B5EF4-FFF2-40B4-BE49-F238E27FC236}">
                <a16:creationId xmlns:a16="http://schemas.microsoft.com/office/drawing/2014/main" id="{C2A0F66A-0DC2-47DF-B6EC-596D80A8D04C}"/>
              </a:ext>
            </a:extLst>
          </p:cNvPr>
          <p:cNvSpPr>
            <a:spLocks xmlns:a="http://schemas.openxmlformats.org/drawingml/2006/main" noGrp="1"/>
          </p:cNvSpPr>
          <p:nvPr/>
        </p:nvSpPr>
        <p:spPr>
          <a:xfrm xmlns:a="http://schemas.openxmlformats.org/drawingml/2006/main">
            <a:off x="7347204" y="2697480"/>
            <a:ext cx="201168" cy="182880"/>
          </a:xfrm>
          <a:prstGeom xmlns:a="http://schemas.openxmlformats.org/drawingml/2006/main" prst="rightArrow">
            <a:avLst/>
          </a:prstGeom>
          <a:solidFill xmlns:a="http://schemas.openxmlformats.org/drawingml/2006/main">
            <a:srgbClr val="9AA6C4"/>
          </a:solidFill>
          <a:ln xmlns:a="http://schemas.openxmlformats.org/drawingml/2006/main" w="12700">
            <a:solidFill>
              <a:srgbClr val="9AA6C4"/>
            </a:solidFill>
            <a:prstDash val="solid"/>
          </a:ln>
        </p:spPr>
      </p:sp>
      <p:sp>
        <p:nvSpPr>
          <p:cNvPr id="22" name="Shape 20">
            <a:extLst xmlns:a="http://schemas.openxmlformats.org/drawingml/2006/main">
              <a:ext uri="{FF2B5EF4-FFF2-40B4-BE49-F238E27FC236}">
                <a16:creationId xmlns:a16="http://schemas.microsoft.com/office/drawing/2014/main" id="{C01F59FF-6883-41F5-A0C7-7725FF40F88A}"/>
              </a:ext>
            </a:extLst>
          </p:cNvPr>
          <p:cNvSpPr>
            <a:spLocks xmlns:a="http://schemas.openxmlformats.org/drawingml/2006/main" noGrp="1"/>
          </p:cNvSpPr>
          <p:nvPr/>
        </p:nvSpPr>
        <p:spPr>
          <a:xfrm xmlns:a="http://schemas.openxmlformats.org/drawingml/2006/main">
            <a:off x="7589520" y="1600200"/>
            <a:ext cx="2057400" cy="2377440"/>
          </a:xfrm>
          <a:prstGeom xmlns:a="http://schemas.openxmlformats.org/drawingml/2006/main" prst="roundRect">
            <a:avLst>
              <a:gd name="adj" fmla="val 4000"/>
            </a:avLst>
          </a:prstGeom>
          <a:solidFill xmlns:a="http://schemas.openxmlformats.org/drawingml/2006/main">
            <a:srgbClr val="F4F6FB"/>
          </a:solidFill>
          <a:ln xmlns:a="http://schemas.openxmlformats.org/drawingml/2006/main" w="12700">
            <a:solidFill>
              <a:srgbClr val="D8DEEC"/>
            </a:solidFill>
            <a:prstDash val="solid"/>
          </a:ln>
        </p:spPr>
      </p:sp>
      <p:sp>
        <p:nvSpPr>
          <p:cNvPr id="23" name="Shape 21">
            <a:extLst xmlns:a="http://schemas.openxmlformats.org/drawingml/2006/main">
              <a:ext uri="{FF2B5EF4-FFF2-40B4-BE49-F238E27FC236}">
                <a16:creationId xmlns:a16="http://schemas.microsoft.com/office/drawing/2014/main" id="{088795C4-0E01-47EB-AE4B-0EC561A1DA11}"/>
              </a:ext>
            </a:extLst>
          </p:cNvPr>
          <p:cNvSpPr>
            <a:spLocks xmlns:a="http://schemas.openxmlformats.org/drawingml/2006/main" noGrp="1"/>
          </p:cNvSpPr>
          <p:nvPr/>
        </p:nvSpPr>
        <p:spPr>
          <a:xfrm xmlns:a="http://schemas.openxmlformats.org/drawingml/2006/main">
            <a:off x="7808976" y="1828800"/>
            <a:ext cx="384048" cy="384048"/>
          </a:xfrm>
          <a:prstGeom xmlns:a="http://schemas.openxmlformats.org/drawingml/2006/main" prst="ellipse">
            <a:avLst/>
          </a:prstGeom>
          <a:solidFill xmlns:a="http://schemas.openxmlformats.org/drawingml/2006/main">
            <a:srgbClr val="1E2761"/>
          </a:solidFill>
        </p:spPr>
      </p:sp>
      <p:sp>
        <p:nvSpPr>
          <p:cNvPr id="24" name="Text 22">
            <a:extLst xmlns:a="http://schemas.openxmlformats.org/drawingml/2006/main">
              <a:ext uri="{FF2B5EF4-FFF2-40B4-BE49-F238E27FC236}">
                <a16:creationId xmlns:a16="http://schemas.microsoft.com/office/drawing/2014/main" id="{30D8F6EF-6488-4731-8E1E-40324069C27E}"/>
              </a:ext>
            </a:extLst>
          </p:cNvPr>
          <p:cNvSpPr>
            <a:spLocks xmlns:a="http://schemas.openxmlformats.org/drawingml/2006/main" noGrp="1"/>
          </p:cNvSpPr>
          <p:nvPr/>
        </p:nvSpPr>
        <p:spPr>
          <a:xfrm xmlns:a="http://schemas.openxmlformats.org/drawingml/2006/main">
            <a:off x="7808976" y="1828800"/>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4</a:t>
            </a:r>
            <a:endParaRPr sz="1400"/>
          </a:p>
        </p:txBody>
      </p:sp>
      <p:sp>
        <p:nvSpPr>
          <p:cNvPr id="25" name="Text 23">
            <a:extLst xmlns:a="http://schemas.openxmlformats.org/drawingml/2006/main">
              <a:ext uri="{FF2B5EF4-FFF2-40B4-BE49-F238E27FC236}">
                <a16:creationId xmlns:a16="http://schemas.microsoft.com/office/drawing/2014/main" id="{3A4B5058-5FE3-4E4F-B168-99519F3334CD}"/>
              </a:ext>
            </a:extLst>
          </p:cNvPr>
          <p:cNvSpPr>
            <a:spLocks xmlns:a="http://schemas.openxmlformats.org/drawingml/2006/main" noGrp="1"/>
          </p:cNvSpPr>
          <p:nvPr/>
        </p:nvSpPr>
        <p:spPr>
          <a:xfrm xmlns:a="http://schemas.openxmlformats.org/drawingml/2006/main">
            <a:off x="7790688" y="2377440"/>
            <a:ext cx="165506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1E2761"/>
                </a:solidFill>
                <a:latin typeface="Calibri"/>
                <a:ea typeface="Calibri"/>
                <a:cs typeface="Calibri"/>
              </a:rPr>
              <a:t>Assign the client scope</a:t>
            </a:r>
            <a:endParaRPr sz="1350"/>
          </a:p>
        </p:txBody>
      </p:sp>
      <p:sp>
        <p:nvSpPr>
          <p:cNvPr id="26" name="Text 24">
            <a:extLst xmlns:a="http://schemas.openxmlformats.org/drawingml/2006/main">
              <a:ext uri="{FF2B5EF4-FFF2-40B4-BE49-F238E27FC236}">
                <a16:creationId xmlns:a16="http://schemas.microsoft.com/office/drawing/2014/main" id="{85A67CF2-A3CD-4C2C-BDA7-F67DD5503609}"/>
              </a:ext>
            </a:extLst>
          </p:cNvPr>
          <p:cNvSpPr>
            <a:spLocks xmlns:a="http://schemas.openxmlformats.org/drawingml/2006/main" noGrp="1"/>
          </p:cNvSpPr>
          <p:nvPr/>
        </p:nvSpPr>
        <p:spPr>
          <a:xfrm xmlns:a="http://schemas.openxmlformats.org/drawingml/2006/main">
            <a:off x="7790688" y="2761488"/>
            <a:ext cx="1655064"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050">
                <a:solidFill>
                  <a:srgbClr val="5A6280"/>
                </a:solidFill>
                <a:latin typeface="Calibri"/>
                <a:ea typeface="Calibri"/>
                <a:cs typeface="Calibri"/>
              </a:rPr>
              <a:t>Say what the computation is for, who it applies to and how often it may be used.</a:t>
            </a:r>
            <a:endParaRPr sz="1050"/>
          </a:p>
        </p:txBody>
      </p:sp>
      <p:sp>
        <p:nvSpPr>
          <p:cNvPr id="27" name="Shape 25">
            <a:extLst xmlns:a="http://schemas.openxmlformats.org/drawingml/2006/main">
              <a:ext uri="{FF2B5EF4-FFF2-40B4-BE49-F238E27FC236}">
                <a16:creationId xmlns:a16="http://schemas.microsoft.com/office/drawing/2014/main" id="{DD262454-DB2A-48EC-B2E1-EEA19503544F}"/>
              </a:ext>
            </a:extLst>
          </p:cNvPr>
          <p:cNvSpPr>
            <a:spLocks xmlns:a="http://schemas.openxmlformats.org/drawingml/2006/main" noGrp="1"/>
          </p:cNvSpPr>
          <p:nvPr/>
        </p:nvSpPr>
        <p:spPr>
          <a:xfrm xmlns:a="http://schemas.openxmlformats.org/drawingml/2006/main">
            <a:off x="9688068" y="2697480"/>
            <a:ext cx="201168" cy="182880"/>
          </a:xfrm>
          <a:prstGeom xmlns:a="http://schemas.openxmlformats.org/drawingml/2006/main" prst="rightArrow">
            <a:avLst/>
          </a:prstGeom>
          <a:solidFill xmlns:a="http://schemas.openxmlformats.org/drawingml/2006/main">
            <a:srgbClr val="9AA6C4"/>
          </a:solidFill>
          <a:ln xmlns:a="http://schemas.openxmlformats.org/drawingml/2006/main" w="12700">
            <a:solidFill>
              <a:srgbClr val="9AA6C4"/>
            </a:solidFill>
            <a:prstDash val="solid"/>
          </a:ln>
        </p:spPr>
      </p:sp>
      <p:sp>
        <p:nvSpPr>
          <p:cNvPr id="28" name="Shape 26">
            <a:extLst xmlns:a="http://schemas.openxmlformats.org/drawingml/2006/main">
              <a:ext uri="{FF2B5EF4-FFF2-40B4-BE49-F238E27FC236}">
                <a16:creationId xmlns:a16="http://schemas.microsoft.com/office/drawing/2014/main" id="{2431C94B-62FC-4DF2-9B33-FA83558CDCD0}"/>
              </a:ext>
            </a:extLst>
          </p:cNvPr>
          <p:cNvSpPr>
            <a:spLocks xmlns:a="http://schemas.openxmlformats.org/drawingml/2006/main" noGrp="1"/>
          </p:cNvSpPr>
          <p:nvPr/>
        </p:nvSpPr>
        <p:spPr>
          <a:xfrm xmlns:a="http://schemas.openxmlformats.org/drawingml/2006/main">
            <a:off x="9930384" y="1600200"/>
            <a:ext cx="2057400" cy="2377440"/>
          </a:xfrm>
          <a:prstGeom xmlns:a="http://schemas.openxmlformats.org/drawingml/2006/main" prst="roundRect">
            <a:avLst>
              <a:gd name="adj" fmla="val 4000"/>
            </a:avLst>
          </a:prstGeom>
          <a:solidFill xmlns:a="http://schemas.openxmlformats.org/drawingml/2006/main">
            <a:srgbClr val="1E2761"/>
          </a:solidFill>
          <a:ln xmlns:a="http://schemas.openxmlformats.org/drawingml/2006/main" w="12700">
            <a:solidFill>
              <a:srgbClr val="1E2761"/>
            </a:solidFill>
            <a:prstDash val="solid"/>
          </a:ln>
        </p:spPr>
      </p:sp>
      <p:sp>
        <p:nvSpPr>
          <p:cNvPr id="29" name="Shape 27">
            <a:extLst xmlns:a="http://schemas.openxmlformats.org/drawingml/2006/main">
              <a:ext uri="{FF2B5EF4-FFF2-40B4-BE49-F238E27FC236}">
                <a16:creationId xmlns:a16="http://schemas.microsoft.com/office/drawing/2014/main" id="{642BE4D7-4AE2-4F4B-9DEA-7E63C4CCD448}"/>
              </a:ext>
            </a:extLst>
          </p:cNvPr>
          <p:cNvSpPr>
            <a:spLocks xmlns:a="http://schemas.openxmlformats.org/drawingml/2006/main" noGrp="1"/>
          </p:cNvSpPr>
          <p:nvPr/>
        </p:nvSpPr>
        <p:spPr>
          <a:xfrm xmlns:a="http://schemas.openxmlformats.org/drawingml/2006/main">
            <a:off x="10149840" y="1828800"/>
            <a:ext cx="384048" cy="384048"/>
          </a:xfrm>
          <a:prstGeom xmlns:a="http://schemas.openxmlformats.org/drawingml/2006/main" prst="ellipse">
            <a:avLst/>
          </a:prstGeom>
          <a:solidFill xmlns:a="http://schemas.openxmlformats.org/drawingml/2006/main">
            <a:srgbClr val="CADCFC"/>
          </a:solidFill>
        </p:spPr>
      </p:sp>
      <p:sp>
        <p:nvSpPr>
          <p:cNvPr id="30" name="Text 28">
            <a:extLst xmlns:a="http://schemas.openxmlformats.org/drawingml/2006/main">
              <a:ext uri="{FF2B5EF4-FFF2-40B4-BE49-F238E27FC236}">
                <a16:creationId xmlns:a16="http://schemas.microsoft.com/office/drawing/2014/main" id="{A6605917-424B-4807-B30D-052582A41A00}"/>
              </a:ext>
            </a:extLst>
          </p:cNvPr>
          <p:cNvSpPr>
            <a:spLocks xmlns:a="http://schemas.openxmlformats.org/drawingml/2006/main" noGrp="1"/>
          </p:cNvSpPr>
          <p:nvPr/>
        </p:nvSpPr>
        <p:spPr>
          <a:xfrm xmlns:a="http://schemas.openxmlformats.org/drawingml/2006/main">
            <a:off x="10149840" y="1828800"/>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E2761"/>
                </a:solidFill>
                <a:latin typeface="Calibri"/>
                <a:ea typeface="Calibri"/>
                <a:cs typeface="Calibri"/>
              </a:rPr>
              <a:t>5</a:t>
            </a:r>
            <a:endParaRPr sz="1400"/>
          </a:p>
        </p:txBody>
      </p:sp>
      <p:sp>
        <p:nvSpPr>
          <p:cNvPr id="31" name="Text 29">
            <a:extLst xmlns:a="http://schemas.openxmlformats.org/drawingml/2006/main">
              <a:ext uri="{FF2B5EF4-FFF2-40B4-BE49-F238E27FC236}">
                <a16:creationId xmlns:a16="http://schemas.microsoft.com/office/drawing/2014/main" id="{A58B0F74-D5EF-4702-BE31-D552AA2271FD}"/>
              </a:ext>
            </a:extLst>
          </p:cNvPr>
          <p:cNvSpPr>
            <a:spLocks xmlns:a="http://schemas.openxmlformats.org/drawingml/2006/main" noGrp="1"/>
          </p:cNvSpPr>
          <p:nvPr/>
        </p:nvSpPr>
        <p:spPr>
          <a:xfrm xmlns:a="http://schemas.openxmlformats.org/drawingml/2006/main">
            <a:off x="10131552" y="2377440"/>
            <a:ext cx="165506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FFFFFF"/>
                </a:solidFill>
                <a:latin typeface="Calibri"/>
                <a:ea typeface="Calibri"/>
                <a:cs typeface="Calibri"/>
              </a:rPr>
              <a:t>Run and keep the evidence</a:t>
            </a:r>
            <a:endParaRPr sz="1350"/>
          </a:p>
        </p:txBody>
      </p:sp>
      <p:sp>
        <p:nvSpPr>
          <p:cNvPr id="32" name="Text 30">
            <a:extLst xmlns:a="http://schemas.openxmlformats.org/drawingml/2006/main">
              <a:ext uri="{FF2B5EF4-FFF2-40B4-BE49-F238E27FC236}">
                <a16:creationId xmlns:a16="http://schemas.microsoft.com/office/drawing/2014/main" id="{EA5E5F72-FC98-4FF4-BC13-266A3AF61652}"/>
              </a:ext>
            </a:extLst>
          </p:cNvPr>
          <p:cNvSpPr>
            <a:spLocks xmlns:a="http://schemas.openxmlformats.org/drawingml/2006/main" noGrp="1"/>
          </p:cNvSpPr>
          <p:nvPr/>
        </p:nvSpPr>
        <p:spPr>
          <a:xfrm xmlns:a="http://schemas.openxmlformats.org/drawingml/2006/main">
            <a:off x="10131552" y="2761488"/>
            <a:ext cx="1655064"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050">
                <a:solidFill>
                  <a:srgbClr val="CADCFC"/>
                </a:solidFill>
                <a:latin typeface="Calibri"/>
                <a:ea typeface="Calibri"/>
                <a:cs typeface="Calibri"/>
              </a:rPr>
              <a:t>The consuming module supplies real employee or payroll data, saves the result and shows it in the trail.</a:t>
            </a:r>
            <a:endParaRPr sz="1050"/>
          </a:p>
        </p:txBody>
      </p:sp>
      <p:sp>
        <p:nvSpPr>
          <p:cNvPr id="33" name="Text 31">
            <a:extLst xmlns:a="http://schemas.openxmlformats.org/drawingml/2006/main">
              <a:ext uri="{FF2B5EF4-FFF2-40B4-BE49-F238E27FC236}">
                <a16:creationId xmlns:a16="http://schemas.microsoft.com/office/drawing/2014/main" id="{6313E448-CFFA-417D-AEC3-DF740F7DCD37}"/>
              </a:ext>
            </a:extLst>
          </p:cNvPr>
          <p:cNvSpPr>
            <a:spLocks xmlns:a="http://schemas.openxmlformats.org/drawingml/2006/main" noGrp="1"/>
          </p:cNvSpPr>
          <p:nvPr/>
        </p:nvSpPr>
        <p:spPr>
          <a:xfrm xmlns:a="http://schemas.openxmlformats.org/drawingml/2006/main">
            <a:off x="566928" y="4343400"/>
            <a:ext cx="11027664"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i="1">
                <a:solidFill>
                  <a:srgbClr val="1E2761"/>
                </a:solidFill>
                <a:latin typeface="Calibri"/>
                <a:ea typeface="Calibri"/>
                <a:cs typeface="Calibri"/>
              </a:rPr>
              <a:t>Saving puts the rule under control. Assignment makes it available for the right case. Integration is what actually runs it.</a:t>
            </a:r>
            <a:endParaRPr sz="1300"/>
          </a:p>
        </p:txBody>
      </p:sp>
      <p:sp>
        <p:nvSpPr>
          <p:cNvPr id="34" name="Shape 32">
            <a:extLst xmlns:a="http://schemas.openxmlformats.org/drawingml/2006/main">
              <a:ext uri="{FF2B5EF4-FFF2-40B4-BE49-F238E27FC236}">
                <a16:creationId xmlns:a16="http://schemas.microsoft.com/office/drawing/2014/main" id="{ACB4EEBC-17E6-4456-BC5C-50F927C37FE3}"/>
              </a:ext>
            </a:extLst>
          </p:cNvPr>
          <p:cNvSpPr>
            <a:spLocks xmlns:a="http://schemas.openxmlformats.org/drawingml/2006/main" noGrp="1"/>
          </p:cNvSpPr>
          <p:nvPr/>
        </p:nvSpPr>
        <p:spPr>
          <a:xfrm xmlns:a="http://schemas.openxmlformats.org/drawingml/2006/main">
            <a:off x="566928" y="4892040"/>
            <a:ext cx="8595360" cy="384048"/>
          </a:xfrm>
          <a:prstGeom xmlns:a="http://schemas.openxmlformats.org/drawingml/2006/main" prst="roundRect">
            <a:avLst>
              <a:gd name="adj" fmla="val 47619"/>
            </a:avLst>
          </a:prstGeom>
          <a:solidFill xmlns:a="http://schemas.openxmlformats.org/drawingml/2006/main">
            <a:srgbClr val="F4F6FB"/>
          </a:solidFill>
          <a:ln xmlns:a="http://schemas.openxmlformats.org/drawingml/2006/main" w="12700">
            <a:solidFill>
              <a:srgbClr val="D8DEEC"/>
            </a:solidFill>
            <a:prstDash val="solid"/>
          </a:ln>
        </p:spPr>
      </p:sp>
      <p:sp>
        <p:nvSpPr>
          <p:cNvPr id="35" name="Text 33">
            <a:extLst xmlns:a="http://schemas.openxmlformats.org/drawingml/2006/main">
              <a:ext uri="{FF2B5EF4-FFF2-40B4-BE49-F238E27FC236}">
                <a16:creationId xmlns:a16="http://schemas.microsoft.com/office/drawing/2014/main" id="{8FDB6BD0-0320-438F-AF00-C36366198F96}"/>
              </a:ext>
            </a:extLst>
          </p:cNvPr>
          <p:cNvSpPr>
            <a:spLocks xmlns:a="http://schemas.openxmlformats.org/drawingml/2006/main" noGrp="1"/>
          </p:cNvSpPr>
          <p:nvPr/>
        </p:nvSpPr>
        <p:spPr>
          <a:xfrm xmlns:a="http://schemas.openxmlformats.org/drawingml/2006/main">
            <a:off x="713232" y="4892040"/>
            <a:ext cx="83210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1E2761"/>
                </a:solidFill>
                <a:latin typeface="Calibri"/>
                <a:ea typeface="Calibri"/>
                <a:cs typeface="Calibri"/>
              </a:rPr>
              <a:t>Source · live ATLAS prototype and application computation catalog / payroll engine</a:t>
            </a:r>
            <a:endParaRPr sz="1000"/>
          </a:p>
        </p:txBody>
      </p:sp>
    </p:spTree>
    <p:extLst>
      <p:ext uri="{BB962C8B-B14F-4D97-AF65-F5344CB8AC3E}">
        <p14:creationId xmlns:p14="http://schemas.microsoft.com/office/powerpoint/2010/main" val="204879557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AC807D7-D4AE-4B98-A131-71C8FDE09D6B}"/>
              </a:ext>
            </a:extLst>
          </p:cNvPr>
          <p:cNvSpPr>
            <a:spLocks xmlns:a="http://schemas.openxmlformats.org/drawingml/2006/main" noGrp="1"/>
          </p:cNvSpPr>
          <p:nvPr/>
        </p:nvSpPr>
        <p:spPr>
          <a:xfrm xmlns:a="http://schemas.openxmlformats.org/drawingml/2006/main">
            <a:off x="566928" y="329184"/>
            <a:ext cx="11027664"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WHERE TO FIND IT</a:t>
            </a:r>
            <a:endParaRPr sz="1000"/>
          </a:p>
        </p:txBody>
      </p:sp>
      <p:sp>
        <p:nvSpPr>
          <p:cNvPr id="3" name="Text 1">
            <a:extLst xmlns:a="http://schemas.openxmlformats.org/drawingml/2006/main">
              <a:ext uri="{FF2B5EF4-FFF2-40B4-BE49-F238E27FC236}">
                <a16:creationId xmlns:a16="http://schemas.microsoft.com/office/drawing/2014/main" id="{E927E281-03CA-4782-B017-198A75AA5E0A}"/>
              </a:ext>
            </a:extLst>
          </p:cNvPr>
          <p:cNvSpPr>
            <a:spLocks xmlns:a="http://schemas.openxmlformats.org/drawingml/2006/main" noGrp="1"/>
          </p:cNvSpPr>
          <p:nvPr/>
        </p:nvSpPr>
        <p:spPr>
          <a:xfrm xmlns:a="http://schemas.openxmlformats.org/drawingml/2006/main">
            <a:off x="566928" y="548640"/>
            <a:ext cx="110276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Computational Basis sits inside Payroll service setup</a:t>
            </a:r>
            <a:endParaRPr sz="3000"/>
          </a:p>
        </p:txBody>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9cd13eca23a846a3"/>
          <a:srcRect xmlns:a="http://schemas.openxmlformats.org/drawingml/2006/main" l="0" t="10643" r="0" b="10643"/>
          <a:stretch xmlns:a="http://schemas.openxmlformats.org/drawingml/2006/main">
            <a:fillRect l="0" t="0" r="0" b="0"/>
          </a:stretch>
        </p:blipFill>
        <p:spPr>
          <a:xfrm xmlns:a="http://schemas.openxmlformats.org/drawingml/2006/main">
            <a:off x="612648" y="1371600"/>
            <a:ext cx="7315200" cy="4572000"/>
          </a:xfrm>
          <a:prstGeom xmlns:a="http://schemas.openxmlformats.org/drawingml/2006/main" prst="rect">
            <a:avLst/>
          </a:prstGeom>
          <a:effectLst xmlns:a="http://schemas.openxmlformats.org/drawingml/2006/main">
            <a:outerShdw blurRad="127000" dist="25400" dir="5400000" algn="bl" rotWithShape="0">
              <a:srgbClr val="8892B0">
                <a:alpha val="28000"/>
              </a:srgbClr>
            </a:outerShdw>
          </a:effectLst>
        </p:spPr>
      </p:pic>
      <p:sp>
        <p:nvSpPr>
          <p:cNvPr id="5" name="Text 2">
            <a:extLst xmlns:a="http://schemas.openxmlformats.org/drawingml/2006/main">
              <a:ext uri="{FF2B5EF4-FFF2-40B4-BE49-F238E27FC236}">
                <a16:creationId xmlns:a16="http://schemas.microsoft.com/office/drawing/2014/main" id="{78770FA3-42B2-48A1-8B2A-7F2B79086D90}"/>
              </a:ext>
            </a:extLst>
          </p:cNvPr>
          <p:cNvSpPr>
            <a:spLocks xmlns:a="http://schemas.openxmlformats.org/drawingml/2006/main" noGrp="1"/>
          </p:cNvSpPr>
          <p:nvPr/>
        </p:nvSpPr>
        <p:spPr>
          <a:xfrm xmlns:a="http://schemas.openxmlformats.org/drawingml/2006/main">
            <a:off x="566928" y="5971032"/>
            <a:ext cx="74066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950" i="1">
                <a:solidFill>
                  <a:srgbClr val="5A6280"/>
                </a:solidFill>
                <a:latin typeface="Calibri"/>
                <a:ea typeface="Calibri"/>
                <a:cs typeface="Calibri"/>
              </a:rPr>
              <a:t>Computational Basis — live ATLAS screen</a:t>
            </a:r>
            <a:endParaRPr sz="950"/>
          </a:p>
        </p:txBody>
      </p:sp>
      <p:sp>
        <p:nvSpPr>
          <p:cNvPr id="6" name="Text 3">
            <a:extLst xmlns:a="http://schemas.openxmlformats.org/drawingml/2006/main">
              <a:ext uri="{FF2B5EF4-FFF2-40B4-BE49-F238E27FC236}">
                <a16:creationId xmlns:a16="http://schemas.microsoft.com/office/drawing/2014/main" id="{5B2D0C38-2553-4217-9FB9-33A6BC20E152}"/>
              </a:ext>
            </a:extLst>
          </p:cNvPr>
          <p:cNvSpPr>
            <a:spLocks xmlns:a="http://schemas.openxmlformats.org/drawingml/2006/main" noGrp="1"/>
          </p:cNvSpPr>
          <p:nvPr/>
        </p:nvSpPr>
        <p:spPr>
          <a:xfrm xmlns:a="http://schemas.openxmlformats.org/drawingml/2006/main">
            <a:off x="8385048" y="1371600"/>
            <a:ext cx="32095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Company setup</a:t>
            </a:r>
            <a:endParaRPr sz="1000"/>
          </a:p>
        </p:txBody>
      </p:sp>
      <p:sp>
        <p:nvSpPr>
          <p:cNvPr id="7" name="Text 4">
            <a:extLst xmlns:a="http://schemas.openxmlformats.org/drawingml/2006/main">
              <a:ext uri="{FF2B5EF4-FFF2-40B4-BE49-F238E27FC236}">
                <a16:creationId xmlns:a16="http://schemas.microsoft.com/office/drawing/2014/main" id="{652F8F49-A6CE-4D45-9CD7-ACD44E1EDE98}"/>
              </a:ext>
            </a:extLst>
          </p:cNvPr>
          <p:cNvSpPr>
            <a:spLocks xmlns:a="http://schemas.openxmlformats.org/drawingml/2006/main" noGrp="1"/>
          </p:cNvSpPr>
          <p:nvPr/>
        </p:nvSpPr>
        <p:spPr>
          <a:xfrm xmlns:a="http://schemas.openxmlformats.org/drawingml/2006/main">
            <a:off x="8385048" y="1609344"/>
            <a:ext cx="320954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50">
                <a:solidFill>
                  <a:srgbClr val="2B3350"/>
                </a:solidFill>
                <a:latin typeface="Calibri"/>
                <a:ea typeface="Calibri"/>
                <a:cs typeface="Calibri"/>
              </a:rPr>
              <a:t>Services Information now contains HRM, Timekeeping and Payroll tabs instead of appearing as a separate left-menu item.</a:t>
            </a:r>
            <a:endParaRPr sz="1250"/>
          </a:p>
        </p:txBody>
      </p:sp>
      <p:sp>
        <p:nvSpPr>
          <p:cNvPr id="8" name="Text 5">
            <a:extLst xmlns:a="http://schemas.openxmlformats.org/drawingml/2006/main">
              <a:ext uri="{FF2B5EF4-FFF2-40B4-BE49-F238E27FC236}">
                <a16:creationId xmlns:a16="http://schemas.microsoft.com/office/drawing/2014/main" id="{382A59B8-BDB4-40C1-94E2-39F34D71A56E}"/>
              </a:ext>
            </a:extLst>
          </p:cNvPr>
          <p:cNvSpPr>
            <a:spLocks xmlns:a="http://schemas.openxmlformats.org/drawingml/2006/main" noGrp="1"/>
          </p:cNvSpPr>
          <p:nvPr/>
        </p:nvSpPr>
        <p:spPr>
          <a:xfrm xmlns:a="http://schemas.openxmlformats.org/drawingml/2006/main">
            <a:off x="8385048" y="2286000"/>
            <a:ext cx="32095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Payroll tab</a:t>
            </a:r>
            <a:endParaRPr sz="1000"/>
          </a:p>
        </p:txBody>
      </p:sp>
      <p:sp>
        <p:nvSpPr>
          <p:cNvPr id="9" name="Text 6">
            <a:extLst xmlns:a="http://schemas.openxmlformats.org/drawingml/2006/main">
              <a:ext uri="{FF2B5EF4-FFF2-40B4-BE49-F238E27FC236}">
                <a16:creationId xmlns:a16="http://schemas.microsoft.com/office/drawing/2014/main" id="{3F62B41C-BF22-471C-A38F-3ABE3E2F4E6A}"/>
              </a:ext>
            </a:extLst>
          </p:cNvPr>
          <p:cNvSpPr>
            <a:spLocks xmlns:a="http://schemas.openxmlformats.org/drawingml/2006/main" noGrp="1"/>
          </p:cNvSpPr>
          <p:nvPr/>
        </p:nvSpPr>
        <p:spPr>
          <a:xfrm xmlns:a="http://schemas.openxmlformats.org/drawingml/2006/main">
            <a:off x="8385048" y="2523744"/>
            <a:ext cx="320954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50">
                <a:solidFill>
                  <a:srgbClr val="2B3350"/>
                </a:solidFill>
                <a:latin typeface="Calibri"/>
                <a:ea typeface="Calibri"/>
                <a:cs typeface="Calibri"/>
              </a:rPr>
              <a:t>Computational Basis belongs here because its results are used by payroll and by the data that feeds payroll.</a:t>
            </a:r>
            <a:endParaRPr sz="1250"/>
          </a:p>
        </p:txBody>
      </p:sp>
      <p:sp>
        <p:nvSpPr>
          <p:cNvPr id="10" name="Text 7">
            <a:extLst xmlns:a="http://schemas.openxmlformats.org/drawingml/2006/main">
              <a:ext uri="{FF2B5EF4-FFF2-40B4-BE49-F238E27FC236}">
                <a16:creationId xmlns:a16="http://schemas.microsoft.com/office/drawing/2014/main" id="{511DCB3F-5B0A-4AD6-9FE4-0EA01AAA449F}"/>
              </a:ext>
            </a:extLst>
          </p:cNvPr>
          <p:cNvSpPr>
            <a:spLocks xmlns:a="http://schemas.openxmlformats.org/drawingml/2006/main" noGrp="1"/>
          </p:cNvSpPr>
          <p:nvPr/>
        </p:nvSpPr>
        <p:spPr>
          <a:xfrm xmlns:a="http://schemas.openxmlformats.org/drawingml/2006/main">
            <a:off x="8385048" y="3200400"/>
            <a:ext cx="32095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Screen path</a:t>
            </a:r>
            <a:endParaRPr sz="1000"/>
          </a:p>
        </p:txBody>
      </p:sp>
      <p:sp>
        <p:nvSpPr>
          <p:cNvPr id="11" name="Text 8">
            <a:extLst xmlns:a="http://schemas.openxmlformats.org/drawingml/2006/main">
              <a:ext uri="{FF2B5EF4-FFF2-40B4-BE49-F238E27FC236}">
                <a16:creationId xmlns:a16="http://schemas.microsoft.com/office/drawing/2014/main" id="{64634777-0826-4E29-B4A7-6990A327E32E}"/>
              </a:ext>
            </a:extLst>
          </p:cNvPr>
          <p:cNvSpPr>
            <a:spLocks xmlns:a="http://schemas.openxmlformats.org/drawingml/2006/main" noGrp="1"/>
          </p:cNvSpPr>
          <p:nvPr/>
        </p:nvSpPr>
        <p:spPr>
          <a:xfrm xmlns:a="http://schemas.openxmlformats.org/drawingml/2006/main">
            <a:off x="8385048" y="3438144"/>
            <a:ext cx="320954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50">
                <a:solidFill>
                  <a:srgbClr val="2B3350"/>
                </a:solidFill>
                <a:latin typeface="Calibri"/>
                <a:ea typeface="Calibri"/>
                <a:cs typeface="Calibri"/>
              </a:rPr>
              <a:t>Company Info → Services Information → Payroll → Computational Basis</a:t>
            </a:r>
            <a:endParaRPr sz="1250"/>
          </a:p>
        </p:txBody>
      </p:sp>
      <p:sp>
        <p:nvSpPr>
          <p:cNvPr id="12" name="Shape 9">
            <a:extLst xmlns:a="http://schemas.openxmlformats.org/drawingml/2006/main">
              <a:ext uri="{FF2B5EF4-FFF2-40B4-BE49-F238E27FC236}">
                <a16:creationId xmlns:a16="http://schemas.microsoft.com/office/drawing/2014/main" id="{535E9A39-EDE9-44E1-907D-107B9B9FD955}"/>
              </a:ext>
            </a:extLst>
          </p:cNvPr>
          <p:cNvSpPr>
            <a:spLocks xmlns:a="http://schemas.openxmlformats.org/drawingml/2006/main" noGrp="1"/>
          </p:cNvSpPr>
          <p:nvPr/>
        </p:nvSpPr>
        <p:spPr>
          <a:xfrm xmlns:a="http://schemas.openxmlformats.org/drawingml/2006/main">
            <a:off x="8385048" y="6053328"/>
            <a:ext cx="3209544" cy="384048"/>
          </a:xfrm>
          <a:prstGeom xmlns:a="http://schemas.openxmlformats.org/drawingml/2006/main" prst="roundRect">
            <a:avLst>
              <a:gd name="adj" fmla="val 47619"/>
            </a:avLst>
          </a:prstGeom>
          <a:solidFill xmlns:a="http://schemas.openxmlformats.org/drawingml/2006/main">
            <a:srgbClr val="F4F6FB"/>
          </a:solidFill>
          <a:ln xmlns:a="http://schemas.openxmlformats.org/drawingml/2006/main" w="12700">
            <a:solidFill>
              <a:srgbClr val="D8DEEC"/>
            </a:solidFill>
            <a:prstDash val="solid"/>
          </a:ln>
        </p:spPr>
      </p:sp>
      <p:sp>
        <p:nvSpPr>
          <p:cNvPr id="13" name="Text 10">
            <a:extLst xmlns:a="http://schemas.openxmlformats.org/drawingml/2006/main">
              <a:ext uri="{FF2B5EF4-FFF2-40B4-BE49-F238E27FC236}">
                <a16:creationId xmlns:a16="http://schemas.microsoft.com/office/drawing/2014/main" id="{50D7CFE4-C22D-4AD8-8CF3-974A2C2B2560}"/>
              </a:ext>
            </a:extLst>
          </p:cNvPr>
          <p:cNvSpPr>
            <a:spLocks xmlns:a="http://schemas.openxmlformats.org/drawingml/2006/main" noGrp="1"/>
          </p:cNvSpPr>
          <p:nvPr/>
        </p:nvSpPr>
        <p:spPr>
          <a:xfrm xmlns:a="http://schemas.openxmlformats.org/drawingml/2006/main">
            <a:off x="8531352" y="6053328"/>
            <a:ext cx="293522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1E2761"/>
                </a:solidFill>
                <a:latin typeface="Calibri"/>
                <a:ea typeface="Calibri"/>
                <a:cs typeface="Calibri"/>
              </a:rPr>
              <a:t>Source · requested navigation and live ATLAS prototype</a:t>
            </a:r>
            <a:endParaRPr sz="1000"/>
          </a:p>
        </p:txBody>
      </p:sp>
    </p:spTree>
    <p:extLst>
      <p:ext uri="{BB962C8B-B14F-4D97-AF65-F5344CB8AC3E}">
        <p14:creationId xmlns:p14="http://schemas.microsoft.com/office/powerpoint/2010/main" val="121909220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F121123-4700-43AB-95E3-0FBA746B50C2}"/>
              </a:ext>
            </a:extLst>
          </p:cNvPr>
          <p:cNvSpPr>
            <a:spLocks xmlns:a="http://schemas.openxmlformats.org/drawingml/2006/main" noGrp="1"/>
          </p:cNvSpPr>
          <p:nvPr/>
        </p:nvSpPr>
        <p:spPr>
          <a:xfrm xmlns:a="http://schemas.openxmlformats.org/drawingml/2006/main">
            <a:off x="566928" y="329184"/>
            <a:ext cx="11027664"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USEFUL TERMS</a:t>
            </a:r>
            <a:endParaRPr sz="1000"/>
          </a:p>
        </p:txBody>
      </p:sp>
      <p:sp>
        <p:nvSpPr>
          <p:cNvPr id="3" name="Text 1">
            <a:extLst xmlns:a="http://schemas.openxmlformats.org/drawingml/2006/main">
              <a:ext uri="{FF2B5EF4-FFF2-40B4-BE49-F238E27FC236}">
                <a16:creationId xmlns:a16="http://schemas.microsoft.com/office/drawing/2014/main" id="{C5DCD7BA-0AC7-487C-ACB5-EA8BD11AAA0B}"/>
              </a:ext>
            </a:extLst>
          </p:cNvPr>
          <p:cNvSpPr>
            <a:spLocks xmlns:a="http://schemas.openxmlformats.org/drawingml/2006/main" noGrp="1"/>
          </p:cNvSpPr>
          <p:nvPr/>
        </p:nvSpPr>
        <p:spPr>
          <a:xfrm xmlns:a="http://schemas.openxmlformats.org/drawingml/2006/main">
            <a:off x="566928" y="548640"/>
            <a:ext cx="110276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The words finance users will see</a:t>
            </a:r>
            <a:endParaRPr sz="3000"/>
          </a:p>
        </p:txBody>
      </p:sp>
      <p:sp>
        <p:nvSpPr>
          <p:cNvPr id="4" name="Text 2">
            <a:extLst xmlns:a="http://schemas.openxmlformats.org/drawingml/2006/main">
              <a:ext uri="{FF2B5EF4-FFF2-40B4-BE49-F238E27FC236}">
                <a16:creationId xmlns:a16="http://schemas.microsoft.com/office/drawing/2014/main" id="{F6A34141-80A0-47C5-9A8C-0DD209247D96}"/>
              </a:ext>
            </a:extLst>
          </p:cNvPr>
          <p:cNvSpPr>
            <a:spLocks xmlns:a="http://schemas.openxmlformats.org/drawingml/2006/main" noGrp="1"/>
          </p:cNvSpPr>
          <p:nvPr/>
        </p:nvSpPr>
        <p:spPr>
          <a:xfrm xmlns:a="http://schemas.openxmlformats.org/drawingml/2006/main">
            <a:off x="566928" y="1371600"/>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E2761"/>
                </a:solidFill>
                <a:latin typeface="Calibri"/>
                <a:ea typeface="Calibri"/>
                <a:cs typeface="Calibri"/>
              </a:rPr>
              <a:t>Variable</a:t>
            </a:r>
            <a:endParaRPr sz="1250"/>
          </a:p>
        </p:txBody>
      </p:sp>
      <p:sp>
        <p:nvSpPr>
          <p:cNvPr id="5" name="Text 3">
            <a:extLst xmlns:a="http://schemas.openxmlformats.org/drawingml/2006/main">
              <a:ext uri="{FF2B5EF4-FFF2-40B4-BE49-F238E27FC236}">
                <a16:creationId xmlns:a16="http://schemas.microsoft.com/office/drawing/2014/main" id="{A1B847A3-8886-4EE1-B5DE-EB91028F6615}"/>
              </a:ext>
            </a:extLst>
          </p:cNvPr>
          <p:cNvSpPr>
            <a:spLocks xmlns:a="http://schemas.openxmlformats.org/drawingml/2006/main" noGrp="1"/>
          </p:cNvSpPr>
          <p:nvPr/>
        </p:nvSpPr>
        <p:spPr>
          <a:xfrm xmlns:a="http://schemas.openxmlformats.org/drawingml/2006/main">
            <a:off x="566928" y="1645920"/>
            <a:ext cx="53035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050">
                <a:solidFill>
                  <a:srgbClr val="5A6280"/>
                </a:solidFill>
                <a:latin typeface="Calibri"/>
                <a:ea typeface="Calibri"/>
                <a:cs typeface="Calibri"/>
              </a:rPr>
              <a:t>A named input ATLAS can supply, such as basic_pay, overtime_hours or allowance_units.</a:t>
            </a:r>
            <a:endParaRPr sz="1050"/>
          </a:p>
        </p:txBody>
      </p:sp>
      <p:sp>
        <p:nvSpPr>
          <p:cNvPr id="6" name="Text 4">
            <a:extLst xmlns:a="http://schemas.openxmlformats.org/drawingml/2006/main">
              <a:ext uri="{FF2B5EF4-FFF2-40B4-BE49-F238E27FC236}">
                <a16:creationId xmlns:a16="http://schemas.microsoft.com/office/drawing/2014/main" id="{1856BFC3-E7AB-49D8-A0B0-0D016869BD2B}"/>
              </a:ext>
            </a:extLst>
          </p:cNvPr>
          <p:cNvSpPr>
            <a:spLocks xmlns:a="http://schemas.openxmlformats.org/drawingml/2006/main" noGrp="1"/>
          </p:cNvSpPr>
          <p:nvPr/>
        </p:nvSpPr>
        <p:spPr>
          <a:xfrm xmlns:a="http://schemas.openxmlformats.org/drawingml/2006/main">
            <a:off x="566928" y="2340864"/>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E2761"/>
                </a:solidFill>
                <a:latin typeface="Calibri"/>
                <a:ea typeface="Calibri"/>
                <a:cs typeface="Calibri"/>
              </a:rPr>
              <a:t>Formula expression</a:t>
            </a:r>
            <a:endParaRPr sz="1250"/>
          </a:p>
        </p:txBody>
      </p:sp>
      <p:sp>
        <p:nvSpPr>
          <p:cNvPr id="7" name="Text 5">
            <a:extLst xmlns:a="http://schemas.openxmlformats.org/drawingml/2006/main">
              <a:ext uri="{FF2B5EF4-FFF2-40B4-BE49-F238E27FC236}">
                <a16:creationId xmlns:a16="http://schemas.microsoft.com/office/drawing/2014/main" id="{45C6BF96-B7AB-4B05-9AC4-085913631255}"/>
              </a:ext>
            </a:extLst>
          </p:cNvPr>
          <p:cNvSpPr>
            <a:spLocks xmlns:a="http://schemas.openxmlformats.org/drawingml/2006/main" noGrp="1"/>
          </p:cNvSpPr>
          <p:nvPr/>
        </p:nvSpPr>
        <p:spPr>
          <a:xfrm xmlns:a="http://schemas.openxmlformats.org/drawingml/2006/main">
            <a:off x="566928" y="2615184"/>
            <a:ext cx="53035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050">
                <a:solidFill>
                  <a:srgbClr val="5A6280"/>
                </a:solidFill>
                <a:latin typeface="Calibri"/>
                <a:ea typeface="Calibri"/>
                <a:cs typeface="Calibri"/>
              </a:rPr>
              <a:t>The arithmetic written with approved variables and operators.</a:t>
            </a:r>
            <a:endParaRPr sz="1050"/>
          </a:p>
        </p:txBody>
      </p:sp>
      <p:sp>
        <p:nvSpPr>
          <p:cNvPr id="8" name="Text 6">
            <a:extLst xmlns:a="http://schemas.openxmlformats.org/drawingml/2006/main">
              <a:ext uri="{FF2B5EF4-FFF2-40B4-BE49-F238E27FC236}">
                <a16:creationId xmlns:a16="http://schemas.microsoft.com/office/drawing/2014/main" id="{50E1126A-2D69-4D81-A60C-AE9AA20A5C95}"/>
              </a:ext>
            </a:extLst>
          </p:cNvPr>
          <p:cNvSpPr>
            <a:spLocks xmlns:a="http://schemas.openxmlformats.org/drawingml/2006/main" noGrp="1"/>
          </p:cNvSpPr>
          <p:nvPr/>
        </p:nvSpPr>
        <p:spPr>
          <a:xfrm xmlns:a="http://schemas.openxmlformats.org/drawingml/2006/main">
            <a:off x="566928" y="3310128"/>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E2761"/>
                </a:solidFill>
                <a:latin typeface="Calibri"/>
                <a:ea typeface="Calibri"/>
                <a:cs typeface="Calibri"/>
              </a:rPr>
              <a:t>Computation code</a:t>
            </a:r>
            <a:endParaRPr sz="1250"/>
          </a:p>
        </p:txBody>
      </p:sp>
      <p:sp>
        <p:nvSpPr>
          <p:cNvPr id="9" name="Text 7">
            <a:extLst xmlns:a="http://schemas.openxmlformats.org/drawingml/2006/main">
              <a:ext uri="{FF2B5EF4-FFF2-40B4-BE49-F238E27FC236}">
                <a16:creationId xmlns:a16="http://schemas.microsoft.com/office/drawing/2014/main" id="{D4BB76A5-5C90-4F4A-82A6-D916FB980156}"/>
              </a:ext>
            </a:extLst>
          </p:cNvPr>
          <p:cNvSpPr>
            <a:spLocks xmlns:a="http://schemas.openxmlformats.org/drawingml/2006/main" noGrp="1"/>
          </p:cNvSpPr>
          <p:nvPr/>
        </p:nvSpPr>
        <p:spPr>
          <a:xfrm xmlns:a="http://schemas.openxmlformats.org/drawingml/2006/main">
            <a:off x="566928" y="3584448"/>
            <a:ext cx="53035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050">
                <a:solidFill>
                  <a:srgbClr val="5A6280"/>
                </a:solidFill>
                <a:latin typeface="Calibri"/>
                <a:ea typeface="Calibri"/>
                <a:cs typeface="Calibri"/>
              </a:rPr>
              <a:t>The permanent ID another module calls, such as CUS-900 or ERN-002.</a:t>
            </a:r>
            <a:endParaRPr sz="1050"/>
          </a:p>
        </p:txBody>
      </p:sp>
      <p:sp>
        <p:nvSpPr>
          <p:cNvPr id="10" name="Text 8">
            <a:extLst xmlns:a="http://schemas.openxmlformats.org/drawingml/2006/main">
              <a:ext uri="{FF2B5EF4-FFF2-40B4-BE49-F238E27FC236}">
                <a16:creationId xmlns:a16="http://schemas.microsoft.com/office/drawing/2014/main" id="{309EF9BB-EB25-4A13-B825-3050E74A37E8}"/>
              </a:ext>
            </a:extLst>
          </p:cNvPr>
          <p:cNvSpPr>
            <a:spLocks xmlns:a="http://schemas.openxmlformats.org/drawingml/2006/main" noGrp="1"/>
          </p:cNvSpPr>
          <p:nvPr/>
        </p:nvSpPr>
        <p:spPr>
          <a:xfrm xmlns:a="http://schemas.openxmlformats.org/drawingml/2006/main">
            <a:off x="566928" y="4279392"/>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E2761"/>
                </a:solidFill>
                <a:latin typeface="Calibri"/>
                <a:ea typeface="Calibri"/>
                <a:cs typeface="Calibri"/>
              </a:rPr>
              <a:t>Mapped field</a:t>
            </a:r>
            <a:endParaRPr sz="1250"/>
          </a:p>
        </p:txBody>
      </p:sp>
      <p:sp>
        <p:nvSpPr>
          <p:cNvPr id="11" name="Text 9">
            <a:extLst xmlns:a="http://schemas.openxmlformats.org/drawingml/2006/main">
              <a:ext uri="{FF2B5EF4-FFF2-40B4-BE49-F238E27FC236}">
                <a16:creationId xmlns:a16="http://schemas.microsoft.com/office/drawing/2014/main" id="{C0CCA9DC-1A1C-4AD1-B9E7-95A97B074EA5}"/>
              </a:ext>
            </a:extLst>
          </p:cNvPr>
          <p:cNvSpPr>
            <a:spLocks xmlns:a="http://schemas.openxmlformats.org/drawingml/2006/main" noGrp="1"/>
          </p:cNvSpPr>
          <p:nvPr/>
        </p:nvSpPr>
        <p:spPr>
          <a:xfrm xmlns:a="http://schemas.openxmlformats.org/drawingml/2006/main">
            <a:off x="566928" y="4553712"/>
            <a:ext cx="53035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050">
                <a:solidFill>
                  <a:srgbClr val="5A6280"/>
                </a:solidFill>
                <a:latin typeface="Calibri"/>
                <a:ea typeface="Calibri"/>
                <a:cs typeface="Calibri"/>
              </a:rPr>
              <a:t>A formula variable with a known ATLAS source and sample value.</a:t>
            </a:r>
            <a:endParaRPr sz="1050"/>
          </a:p>
        </p:txBody>
      </p:sp>
      <p:sp>
        <p:nvSpPr>
          <p:cNvPr id="12" name="Text 10">
            <a:extLst xmlns:a="http://schemas.openxmlformats.org/drawingml/2006/main">
              <a:ext uri="{FF2B5EF4-FFF2-40B4-BE49-F238E27FC236}">
                <a16:creationId xmlns:a16="http://schemas.microsoft.com/office/drawing/2014/main" id="{5CC60587-12BB-44A8-9988-2E23060D62C8}"/>
              </a:ext>
            </a:extLst>
          </p:cNvPr>
          <p:cNvSpPr>
            <a:spLocks xmlns:a="http://schemas.openxmlformats.org/drawingml/2006/main" noGrp="1"/>
          </p:cNvSpPr>
          <p:nvPr/>
        </p:nvSpPr>
        <p:spPr>
          <a:xfrm xmlns:a="http://schemas.openxmlformats.org/drawingml/2006/main">
            <a:off x="566928" y="5248656"/>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E2761"/>
                </a:solidFill>
                <a:latin typeface="Calibri"/>
                <a:ea typeface="Calibri"/>
                <a:cs typeface="Calibri"/>
              </a:rPr>
              <a:t>Client assignment</a:t>
            </a:r>
            <a:endParaRPr sz="1250"/>
          </a:p>
        </p:txBody>
      </p:sp>
      <p:sp>
        <p:nvSpPr>
          <p:cNvPr id="13" name="Text 11">
            <a:extLst xmlns:a="http://schemas.openxmlformats.org/drawingml/2006/main">
              <a:ext uri="{FF2B5EF4-FFF2-40B4-BE49-F238E27FC236}">
                <a16:creationId xmlns:a16="http://schemas.microsoft.com/office/drawing/2014/main" id="{9A808176-28AE-46A3-B302-464CF6249835}"/>
              </a:ext>
            </a:extLst>
          </p:cNvPr>
          <p:cNvSpPr>
            <a:spLocks xmlns:a="http://schemas.openxmlformats.org/drawingml/2006/main" noGrp="1"/>
          </p:cNvSpPr>
          <p:nvPr/>
        </p:nvSpPr>
        <p:spPr>
          <a:xfrm xmlns:a="http://schemas.openxmlformats.org/drawingml/2006/main">
            <a:off x="566928" y="5522976"/>
            <a:ext cx="53035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050">
                <a:solidFill>
                  <a:srgbClr val="5A6280"/>
                </a:solidFill>
                <a:latin typeface="Calibri"/>
                <a:ea typeface="Calibri"/>
                <a:cs typeface="Calibri"/>
              </a:rPr>
              <a:t>The company rule that says what the code is for, who it covers and how often it applies.</a:t>
            </a:r>
            <a:endParaRPr sz="1050"/>
          </a:p>
        </p:txBody>
      </p:sp>
      <p:sp>
        <p:nvSpPr>
          <p:cNvPr id="14" name="Text 12">
            <a:extLst xmlns:a="http://schemas.openxmlformats.org/drawingml/2006/main">
              <a:ext uri="{FF2B5EF4-FFF2-40B4-BE49-F238E27FC236}">
                <a16:creationId xmlns:a16="http://schemas.microsoft.com/office/drawing/2014/main" id="{A121676E-0D0C-491D-8991-5849D3B52753}"/>
              </a:ext>
            </a:extLst>
          </p:cNvPr>
          <p:cNvSpPr>
            <a:spLocks xmlns:a="http://schemas.openxmlformats.org/drawingml/2006/main" noGrp="1"/>
          </p:cNvSpPr>
          <p:nvPr/>
        </p:nvSpPr>
        <p:spPr>
          <a:xfrm xmlns:a="http://schemas.openxmlformats.org/drawingml/2006/main">
            <a:off x="6190488" y="1371600"/>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E2761"/>
                </a:solidFill>
                <a:latin typeface="Calibri"/>
                <a:ea typeface="Calibri"/>
                <a:cs typeface="Calibri"/>
              </a:rPr>
              <a:t>Reference source</a:t>
            </a:r>
            <a:endParaRPr sz="1250"/>
          </a:p>
        </p:txBody>
      </p:sp>
      <p:sp>
        <p:nvSpPr>
          <p:cNvPr id="15" name="Text 13">
            <a:extLst xmlns:a="http://schemas.openxmlformats.org/drawingml/2006/main">
              <a:ext uri="{FF2B5EF4-FFF2-40B4-BE49-F238E27FC236}">
                <a16:creationId xmlns:a16="http://schemas.microsoft.com/office/drawing/2014/main" id="{5115B7CF-EA41-4D1B-BB20-859F00C71F69}"/>
              </a:ext>
            </a:extLst>
          </p:cNvPr>
          <p:cNvSpPr>
            <a:spLocks xmlns:a="http://schemas.openxmlformats.org/drawingml/2006/main" noGrp="1"/>
          </p:cNvSpPr>
          <p:nvPr/>
        </p:nvSpPr>
        <p:spPr>
          <a:xfrm xmlns:a="http://schemas.openxmlformats.org/drawingml/2006/main">
            <a:off x="6190488" y="1645920"/>
            <a:ext cx="53035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050">
                <a:solidFill>
                  <a:srgbClr val="5A6280"/>
                </a:solidFill>
                <a:latin typeface="Calibri"/>
                <a:ea typeface="Calibri"/>
                <a:cs typeface="Calibri"/>
              </a:rPr>
              <a:t>An effective-dated table, ceiling, rate or code list read by a computation.</a:t>
            </a:r>
            <a:endParaRPr sz="1050"/>
          </a:p>
        </p:txBody>
      </p:sp>
      <p:sp>
        <p:nvSpPr>
          <p:cNvPr id="16" name="Text 14">
            <a:extLst xmlns:a="http://schemas.openxmlformats.org/drawingml/2006/main">
              <a:ext uri="{FF2B5EF4-FFF2-40B4-BE49-F238E27FC236}">
                <a16:creationId xmlns:a16="http://schemas.microsoft.com/office/drawing/2014/main" id="{2A4B22A0-AD9C-4334-BD22-C4858A9B8DA7}"/>
              </a:ext>
            </a:extLst>
          </p:cNvPr>
          <p:cNvSpPr>
            <a:spLocks xmlns:a="http://schemas.openxmlformats.org/drawingml/2006/main" noGrp="1"/>
          </p:cNvSpPr>
          <p:nvPr/>
        </p:nvSpPr>
        <p:spPr>
          <a:xfrm xmlns:a="http://schemas.openxmlformats.org/drawingml/2006/main">
            <a:off x="6190488" y="2340864"/>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E2761"/>
                </a:solidFill>
                <a:latin typeface="Calibri"/>
                <a:ea typeface="Calibri"/>
                <a:cs typeface="Calibri"/>
              </a:rPr>
              <a:t>Version</a:t>
            </a:r>
            <a:endParaRPr sz="1250"/>
          </a:p>
        </p:txBody>
      </p:sp>
      <p:sp>
        <p:nvSpPr>
          <p:cNvPr id="17" name="Text 15">
            <a:extLst xmlns:a="http://schemas.openxmlformats.org/drawingml/2006/main">
              <a:ext uri="{FF2B5EF4-FFF2-40B4-BE49-F238E27FC236}">
                <a16:creationId xmlns:a16="http://schemas.microsoft.com/office/drawing/2014/main" id="{5639837D-C077-475F-9679-942F2C014C09}"/>
              </a:ext>
            </a:extLst>
          </p:cNvPr>
          <p:cNvSpPr>
            <a:spLocks xmlns:a="http://schemas.openxmlformats.org/drawingml/2006/main" noGrp="1"/>
          </p:cNvSpPr>
          <p:nvPr/>
        </p:nvSpPr>
        <p:spPr>
          <a:xfrm xmlns:a="http://schemas.openxmlformats.org/drawingml/2006/main">
            <a:off x="6190488" y="2615184"/>
            <a:ext cx="53035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050">
                <a:solidFill>
                  <a:srgbClr val="5A6280"/>
                </a:solidFill>
                <a:latin typeface="Calibri"/>
                <a:ea typeface="Calibri"/>
                <a:cs typeface="Calibri"/>
              </a:rPr>
              <a:t>A dated copy of the rule kept so an old payroll can still be explained.</a:t>
            </a:r>
            <a:endParaRPr sz="1050"/>
          </a:p>
        </p:txBody>
      </p:sp>
      <p:sp>
        <p:nvSpPr>
          <p:cNvPr id="18" name="Text 16">
            <a:extLst xmlns:a="http://schemas.openxmlformats.org/drawingml/2006/main">
              <a:ext uri="{FF2B5EF4-FFF2-40B4-BE49-F238E27FC236}">
                <a16:creationId xmlns:a16="http://schemas.microsoft.com/office/drawing/2014/main" id="{8346704F-8FC4-476F-8745-372B17A1FCF3}"/>
              </a:ext>
            </a:extLst>
          </p:cNvPr>
          <p:cNvSpPr>
            <a:spLocks xmlns:a="http://schemas.openxmlformats.org/drawingml/2006/main" noGrp="1"/>
          </p:cNvSpPr>
          <p:nvPr/>
        </p:nvSpPr>
        <p:spPr>
          <a:xfrm xmlns:a="http://schemas.openxmlformats.org/drawingml/2006/main">
            <a:off x="6190488" y="3310128"/>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E2761"/>
                </a:solidFill>
                <a:latin typeface="Calibri"/>
                <a:ea typeface="Calibri"/>
                <a:cs typeface="Calibri"/>
              </a:rPr>
              <a:t>Consumer</a:t>
            </a:r>
            <a:endParaRPr sz="1250"/>
          </a:p>
        </p:txBody>
      </p:sp>
      <p:sp>
        <p:nvSpPr>
          <p:cNvPr id="19" name="Text 17">
            <a:extLst xmlns:a="http://schemas.openxmlformats.org/drawingml/2006/main">
              <a:ext uri="{FF2B5EF4-FFF2-40B4-BE49-F238E27FC236}">
                <a16:creationId xmlns:a16="http://schemas.microsoft.com/office/drawing/2014/main" id="{05B70992-3FA4-400B-8605-2397F202717E}"/>
              </a:ext>
            </a:extLst>
          </p:cNvPr>
          <p:cNvSpPr>
            <a:spLocks xmlns:a="http://schemas.openxmlformats.org/drawingml/2006/main" noGrp="1"/>
          </p:cNvSpPr>
          <p:nvPr/>
        </p:nvSpPr>
        <p:spPr>
          <a:xfrm xmlns:a="http://schemas.openxmlformats.org/drawingml/2006/main">
            <a:off x="6190488" y="3584448"/>
            <a:ext cx="53035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050">
                <a:solidFill>
                  <a:srgbClr val="5A6280"/>
                </a:solidFill>
                <a:latin typeface="Calibri"/>
                <a:ea typeface="Calibri"/>
                <a:cs typeface="Calibri"/>
              </a:rPr>
              <a:t>The HRM, Timekeeping or Payroll step that supplies real data and asks for the calculation.</a:t>
            </a:r>
            <a:endParaRPr sz="1050"/>
          </a:p>
        </p:txBody>
      </p:sp>
      <p:sp>
        <p:nvSpPr>
          <p:cNvPr id="20" name="Text 18">
            <a:extLst xmlns:a="http://schemas.openxmlformats.org/drawingml/2006/main">
              <a:ext uri="{FF2B5EF4-FFF2-40B4-BE49-F238E27FC236}">
                <a16:creationId xmlns:a16="http://schemas.microsoft.com/office/drawing/2014/main" id="{9D91BC82-4870-4533-9CB6-EF6DD7C19A3A}"/>
              </a:ext>
            </a:extLst>
          </p:cNvPr>
          <p:cNvSpPr>
            <a:spLocks xmlns:a="http://schemas.openxmlformats.org/drawingml/2006/main" noGrp="1"/>
          </p:cNvSpPr>
          <p:nvPr/>
        </p:nvSpPr>
        <p:spPr>
          <a:xfrm xmlns:a="http://schemas.openxmlformats.org/drawingml/2006/main">
            <a:off x="6190488" y="4279392"/>
            <a:ext cx="5303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E2761"/>
                </a:solidFill>
                <a:latin typeface="Calibri"/>
                <a:ea typeface="Calibri"/>
                <a:cs typeface="Calibri"/>
              </a:rPr>
              <a:t>Policy engine</a:t>
            </a:r>
            <a:endParaRPr sz="1250"/>
          </a:p>
        </p:txBody>
      </p:sp>
      <p:sp>
        <p:nvSpPr>
          <p:cNvPr id="21" name="Text 19">
            <a:extLst xmlns:a="http://schemas.openxmlformats.org/drawingml/2006/main">
              <a:ext uri="{FF2B5EF4-FFF2-40B4-BE49-F238E27FC236}">
                <a16:creationId xmlns:a16="http://schemas.microsoft.com/office/drawing/2014/main" id="{848BC160-F334-484F-9485-727348D04B06}"/>
              </a:ext>
            </a:extLst>
          </p:cNvPr>
          <p:cNvSpPr>
            <a:spLocks xmlns:a="http://schemas.openxmlformats.org/drawingml/2006/main" noGrp="1"/>
          </p:cNvSpPr>
          <p:nvPr/>
        </p:nvSpPr>
        <p:spPr>
          <a:xfrm xmlns:a="http://schemas.openxmlformats.org/drawingml/2006/main">
            <a:off x="6190488" y="4553712"/>
            <a:ext cx="53035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050">
                <a:solidFill>
                  <a:srgbClr val="5A6280"/>
                </a:solidFill>
                <a:latin typeface="Calibri"/>
                <a:ea typeface="Calibri"/>
                <a:cs typeface="Calibri"/>
              </a:rPr>
              <a:t>An existing specialist payroll feature that may consume computations; it remains in its current tab.</a:t>
            </a:r>
            <a:endParaRPr sz="1050"/>
          </a:p>
        </p:txBody>
      </p:sp>
    </p:spTree>
    <p:extLst>
      <p:ext uri="{BB962C8B-B14F-4D97-AF65-F5344CB8AC3E}">
        <p14:creationId xmlns:p14="http://schemas.microsoft.com/office/powerpoint/2010/main" val="93153668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51B0AB4-222D-4A4D-BCEB-1F0635F37A11}"/>
              </a:ext>
            </a:extLst>
          </p:cNvPr>
          <p:cNvSpPr>
            <a:spLocks xmlns:a="http://schemas.openxmlformats.org/drawingml/2006/main" noGrp="1"/>
          </p:cNvSpPr>
          <p:nvPr/>
        </p:nvSpPr>
        <p:spPr>
          <a:xfrm xmlns:a="http://schemas.openxmlformats.org/drawingml/2006/main">
            <a:off x="566928" y="329184"/>
            <a:ext cx="11027664"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WORKSPACE</a:t>
            </a:r>
            <a:endParaRPr sz="1000"/>
          </a:p>
        </p:txBody>
      </p:sp>
      <p:sp>
        <p:nvSpPr>
          <p:cNvPr id="3" name="Text 1">
            <a:extLst xmlns:a="http://schemas.openxmlformats.org/drawingml/2006/main">
              <a:ext uri="{FF2B5EF4-FFF2-40B4-BE49-F238E27FC236}">
                <a16:creationId xmlns:a16="http://schemas.microsoft.com/office/drawing/2014/main" id="{6CC03F40-75DF-440F-BB09-CAD6C29B59CF}"/>
              </a:ext>
            </a:extLst>
          </p:cNvPr>
          <p:cNvSpPr>
            <a:spLocks xmlns:a="http://schemas.openxmlformats.org/drawingml/2006/main" noGrp="1"/>
          </p:cNvSpPr>
          <p:nvPr/>
        </p:nvSpPr>
        <p:spPr>
          <a:xfrm xmlns:a="http://schemas.openxmlformats.org/drawingml/2006/main">
            <a:off x="566928" y="548640"/>
            <a:ext cx="110276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Five tabs, one place to follow the setup</a:t>
            </a:r>
            <a:endParaRPr sz="3000"/>
          </a:p>
        </p:txBody>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613b48b31c7e45a0"/>
          <a:srcRect xmlns:a="http://schemas.openxmlformats.org/drawingml/2006/main" l="0" t="14238" r="0" b="14238"/>
          <a:stretch xmlns:a="http://schemas.openxmlformats.org/drawingml/2006/main">
            <a:fillRect l="0" t="0" r="0" b="0"/>
          </a:stretch>
        </p:blipFill>
        <p:spPr>
          <a:xfrm xmlns:a="http://schemas.openxmlformats.org/drawingml/2006/main">
            <a:off x="566928" y="1430820"/>
            <a:ext cx="7680960" cy="4362120"/>
          </a:xfrm>
          <a:prstGeom xmlns:a="http://schemas.openxmlformats.org/drawingml/2006/main" prst="rect">
            <a:avLst/>
          </a:prstGeom>
          <a:effectLst xmlns:a="http://schemas.openxmlformats.org/drawingml/2006/main">
            <a:outerShdw blurRad="127000" dist="25400" dir="5400000" algn="bl" rotWithShape="0">
              <a:srgbClr val="8892B0">
                <a:alpha val="28000"/>
              </a:srgbClr>
            </a:outerShdw>
          </a:effectLst>
        </p:spPr>
      </p:pic>
      <p:sp>
        <p:nvSpPr>
          <p:cNvPr id="5" name="Text 2">
            <a:extLst xmlns:a="http://schemas.openxmlformats.org/drawingml/2006/main">
              <a:ext uri="{FF2B5EF4-FFF2-40B4-BE49-F238E27FC236}">
                <a16:creationId xmlns:a16="http://schemas.microsoft.com/office/drawing/2014/main" id="{B572EB06-C646-420F-8E15-0FD901762274}"/>
              </a:ext>
            </a:extLst>
          </p:cNvPr>
          <p:cNvSpPr>
            <a:spLocks xmlns:a="http://schemas.openxmlformats.org/drawingml/2006/main" noGrp="1"/>
          </p:cNvSpPr>
          <p:nvPr/>
        </p:nvSpPr>
        <p:spPr>
          <a:xfrm xmlns:a="http://schemas.openxmlformats.org/drawingml/2006/main">
            <a:off x="566928" y="5879592"/>
            <a:ext cx="76809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950" i="1">
                <a:solidFill>
                  <a:srgbClr val="5A6280"/>
                </a:solidFill>
                <a:latin typeface="Calibri"/>
                <a:ea typeface="Calibri"/>
                <a:cs typeface="Calibri"/>
              </a:rPr>
              <a:t>Computational Basis — live ATLAS screen</a:t>
            </a:r>
            <a:endParaRPr sz="950"/>
          </a:p>
        </p:txBody>
      </p:sp>
      <p:sp>
        <p:nvSpPr>
          <p:cNvPr id="6" name="Text 3">
            <a:extLst xmlns:a="http://schemas.openxmlformats.org/drawingml/2006/main">
              <a:ext uri="{FF2B5EF4-FFF2-40B4-BE49-F238E27FC236}">
                <a16:creationId xmlns:a16="http://schemas.microsoft.com/office/drawing/2014/main" id="{12800A91-2F89-45E7-A6EF-BF57099B8B14}"/>
              </a:ext>
            </a:extLst>
          </p:cNvPr>
          <p:cNvSpPr>
            <a:spLocks xmlns:a="http://schemas.openxmlformats.org/drawingml/2006/main" noGrp="1"/>
          </p:cNvSpPr>
          <p:nvPr/>
        </p:nvSpPr>
        <p:spPr>
          <a:xfrm xmlns:a="http://schemas.openxmlformats.org/drawingml/2006/main">
            <a:off x="8659368" y="1371600"/>
            <a:ext cx="293522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Computations</a:t>
            </a:r>
            <a:endParaRPr sz="1000"/>
          </a:p>
        </p:txBody>
      </p:sp>
      <p:sp>
        <p:nvSpPr>
          <p:cNvPr id="7" name="Text 4">
            <a:extLst xmlns:a="http://schemas.openxmlformats.org/drawingml/2006/main">
              <a:ext uri="{FF2B5EF4-FFF2-40B4-BE49-F238E27FC236}">
                <a16:creationId xmlns:a16="http://schemas.microsoft.com/office/drawing/2014/main" id="{75011D46-B123-4EAD-888A-ABF59FF2575E}"/>
              </a:ext>
            </a:extLst>
          </p:cNvPr>
          <p:cNvSpPr>
            <a:spLocks xmlns:a="http://schemas.openxmlformats.org/drawingml/2006/main" noGrp="1"/>
          </p:cNvSpPr>
          <p:nvPr/>
        </p:nvSpPr>
        <p:spPr>
          <a:xfrm xmlns:a="http://schemas.openxmlformats.org/drawingml/2006/main">
            <a:off x="8659368" y="1609344"/>
            <a:ext cx="293522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50">
                <a:solidFill>
                  <a:srgbClr val="2B3350"/>
                </a:solidFill>
                <a:latin typeface="Calibri"/>
                <a:ea typeface="Calibri"/>
                <a:cs typeface="Calibri"/>
              </a:rPr>
              <a:t>Create and maintain the formula library.</a:t>
            </a:r>
            <a:endParaRPr sz="1250"/>
          </a:p>
        </p:txBody>
      </p:sp>
      <p:sp>
        <p:nvSpPr>
          <p:cNvPr id="8" name="Text 5">
            <a:extLst xmlns:a="http://schemas.openxmlformats.org/drawingml/2006/main">
              <a:ext uri="{FF2B5EF4-FFF2-40B4-BE49-F238E27FC236}">
                <a16:creationId xmlns:a16="http://schemas.microsoft.com/office/drawing/2014/main" id="{651BCB88-816F-4C8C-9F0A-B890216B8134}"/>
              </a:ext>
            </a:extLst>
          </p:cNvPr>
          <p:cNvSpPr>
            <a:spLocks xmlns:a="http://schemas.openxmlformats.org/drawingml/2006/main" noGrp="1"/>
          </p:cNvSpPr>
          <p:nvPr/>
        </p:nvSpPr>
        <p:spPr>
          <a:xfrm xmlns:a="http://schemas.openxmlformats.org/drawingml/2006/main">
            <a:off x="8659368" y="2286000"/>
            <a:ext cx="293522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Client assignments</a:t>
            </a:r>
            <a:endParaRPr sz="1000"/>
          </a:p>
        </p:txBody>
      </p:sp>
      <p:sp>
        <p:nvSpPr>
          <p:cNvPr id="9" name="Text 6">
            <a:extLst xmlns:a="http://schemas.openxmlformats.org/drawingml/2006/main">
              <a:ext uri="{FF2B5EF4-FFF2-40B4-BE49-F238E27FC236}">
                <a16:creationId xmlns:a16="http://schemas.microsoft.com/office/drawing/2014/main" id="{A519297B-F07E-45F4-AC38-23A27237AD01}"/>
              </a:ext>
            </a:extLst>
          </p:cNvPr>
          <p:cNvSpPr>
            <a:spLocks xmlns:a="http://schemas.openxmlformats.org/drawingml/2006/main" noGrp="1"/>
          </p:cNvSpPr>
          <p:nvPr/>
        </p:nvSpPr>
        <p:spPr>
          <a:xfrm xmlns:a="http://schemas.openxmlformats.org/drawingml/2006/main">
            <a:off x="8659368" y="2523744"/>
            <a:ext cx="293522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50">
                <a:solidFill>
                  <a:srgbClr val="2B3350"/>
                </a:solidFill>
                <a:latin typeface="Calibri"/>
                <a:ea typeface="Calibri"/>
                <a:cs typeface="Calibri"/>
              </a:rPr>
              <a:t>Choose the company use, employee group and frequency.</a:t>
            </a:r>
            <a:endParaRPr sz="1250"/>
          </a:p>
        </p:txBody>
      </p:sp>
      <p:sp>
        <p:nvSpPr>
          <p:cNvPr id="10" name="Text 7">
            <a:extLst xmlns:a="http://schemas.openxmlformats.org/drawingml/2006/main">
              <a:ext uri="{FF2B5EF4-FFF2-40B4-BE49-F238E27FC236}">
                <a16:creationId xmlns:a16="http://schemas.microsoft.com/office/drawing/2014/main" id="{17E781D0-4339-4E08-95F2-BB45F93E69C8}"/>
              </a:ext>
            </a:extLst>
          </p:cNvPr>
          <p:cNvSpPr>
            <a:spLocks xmlns:a="http://schemas.openxmlformats.org/drawingml/2006/main" noGrp="1"/>
          </p:cNvSpPr>
          <p:nvPr/>
        </p:nvSpPr>
        <p:spPr>
          <a:xfrm xmlns:a="http://schemas.openxmlformats.org/drawingml/2006/main">
            <a:off x="8659368" y="3200400"/>
            <a:ext cx="293522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Supporting records</a:t>
            </a:r>
            <a:endParaRPr sz="1000"/>
          </a:p>
        </p:txBody>
      </p:sp>
      <p:sp>
        <p:nvSpPr>
          <p:cNvPr id="11" name="Text 8">
            <a:extLst xmlns:a="http://schemas.openxmlformats.org/drawingml/2006/main">
              <a:ext uri="{FF2B5EF4-FFF2-40B4-BE49-F238E27FC236}">
                <a16:creationId xmlns:a16="http://schemas.microsoft.com/office/drawing/2014/main" id="{8A9470A9-7590-4A1F-BD39-092129F1B1EA}"/>
              </a:ext>
            </a:extLst>
          </p:cNvPr>
          <p:cNvSpPr>
            <a:spLocks xmlns:a="http://schemas.openxmlformats.org/drawingml/2006/main" noGrp="1"/>
          </p:cNvSpPr>
          <p:nvPr/>
        </p:nvSpPr>
        <p:spPr>
          <a:xfrm xmlns:a="http://schemas.openxmlformats.org/drawingml/2006/main">
            <a:off x="8659368" y="3438144"/>
            <a:ext cx="293522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50">
                <a:solidFill>
                  <a:srgbClr val="2B3350"/>
                </a:solidFill>
                <a:latin typeface="Calibri"/>
                <a:ea typeface="Calibri"/>
                <a:cs typeface="Calibri"/>
              </a:rPr>
              <a:t>Policy engines, reference sources and change history complete the evidence.</a:t>
            </a:r>
            <a:endParaRPr sz="1250"/>
          </a:p>
        </p:txBody>
      </p:sp>
      <p:sp>
        <p:nvSpPr>
          <p:cNvPr id="12" name="Shape 9">
            <a:extLst xmlns:a="http://schemas.openxmlformats.org/drawingml/2006/main">
              <a:ext uri="{FF2B5EF4-FFF2-40B4-BE49-F238E27FC236}">
                <a16:creationId xmlns:a16="http://schemas.microsoft.com/office/drawing/2014/main" id="{44FA7305-3856-489C-98AE-E1903D574663}"/>
              </a:ext>
            </a:extLst>
          </p:cNvPr>
          <p:cNvSpPr>
            <a:spLocks xmlns:a="http://schemas.openxmlformats.org/drawingml/2006/main" noGrp="1"/>
          </p:cNvSpPr>
          <p:nvPr/>
        </p:nvSpPr>
        <p:spPr>
          <a:xfrm xmlns:a="http://schemas.openxmlformats.org/drawingml/2006/main">
            <a:off x="8659368" y="6053328"/>
            <a:ext cx="2935224" cy="384048"/>
          </a:xfrm>
          <a:prstGeom xmlns:a="http://schemas.openxmlformats.org/drawingml/2006/main" prst="roundRect">
            <a:avLst>
              <a:gd name="adj" fmla="val 47619"/>
            </a:avLst>
          </a:prstGeom>
          <a:solidFill xmlns:a="http://schemas.openxmlformats.org/drawingml/2006/main">
            <a:srgbClr val="F4F6FB"/>
          </a:solidFill>
          <a:ln xmlns:a="http://schemas.openxmlformats.org/drawingml/2006/main" w="12700">
            <a:solidFill>
              <a:srgbClr val="D8DEEC"/>
            </a:solidFill>
            <a:prstDash val="solid"/>
          </a:ln>
        </p:spPr>
      </p:sp>
      <p:sp>
        <p:nvSpPr>
          <p:cNvPr id="13" name="Text 10">
            <a:extLst xmlns:a="http://schemas.openxmlformats.org/drawingml/2006/main">
              <a:ext uri="{FF2B5EF4-FFF2-40B4-BE49-F238E27FC236}">
                <a16:creationId xmlns:a16="http://schemas.microsoft.com/office/drawing/2014/main" id="{C12B7EE6-A818-437C-B591-2D30406F3387}"/>
              </a:ext>
            </a:extLst>
          </p:cNvPr>
          <p:cNvSpPr>
            <a:spLocks xmlns:a="http://schemas.openxmlformats.org/drawingml/2006/main" noGrp="1"/>
          </p:cNvSpPr>
          <p:nvPr/>
        </p:nvSpPr>
        <p:spPr>
          <a:xfrm xmlns:a="http://schemas.openxmlformats.org/drawingml/2006/main">
            <a:off x="8805672" y="6053328"/>
            <a:ext cx="266090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1E2761"/>
                </a:solidFill>
                <a:latin typeface="Calibri"/>
                <a:ea typeface="Calibri"/>
                <a:cs typeface="Calibri"/>
              </a:rPr>
              <a:t>Source · live ATLAS Computational Basis workspace</a:t>
            </a:r>
            <a:endParaRPr sz="1000"/>
          </a:p>
        </p:txBody>
      </p:sp>
    </p:spTree>
    <p:extLst>
      <p:ext uri="{BB962C8B-B14F-4D97-AF65-F5344CB8AC3E}">
        <p14:creationId xmlns:p14="http://schemas.microsoft.com/office/powerpoint/2010/main" val="52444927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457B1ED-86A9-4087-9DFB-E77B00AD4E90}"/>
              </a:ext>
            </a:extLst>
          </p:cNvPr>
          <p:cNvSpPr>
            <a:spLocks xmlns:a="http://schemas.openxmlformats.org/drawingml/2006/main" noGrp="1"/>
          </p:cNvSpPr>
          <p:nvPr/>
        </p:nvSpPr>
        <p:spPr>
          <a:xfrm xmlns:a="http://schemas.openxmlformats.org/drawingml/2006/main">
            <a:off x="566928" y="329184"/>
            <a:ext cx="11027664"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COMPUTATION REGISTER</a:t>
            </a:r>
            <a:endParaRPr sz="1000"/>
          </a:p>
        </p:txBody>
      </p:sp>
      <p:sp>
        <p:nvSpPr>
          <p:cNvPr id="3" name="Text 1">
            <a:extLst xmlns:a="http://schemas.openxmlformats.org/drawingml/2006/main">
              <a:ext uri="{FF2B5EF4-FFF2-40B4-BE49-F238E27FC236}">
                <a16:creationId xmlns:a16="http://schemas.microsoft.com/office/drawing/2014/main" id="{642AAE1C-2EC6-4387-9FBC-15CBAB0DDE04}"/>
              </a:ext>
            </a:extLst>
          </p:cNvPr>
          <p:cNvSpPr>
            <a:spLocks xmlns:a="http://schemas.openxmlformats.org/drawingml/2006/main" noGrp="1"/>
          </p:cNvSpPr>
          <p:nvPr/>
        </p:nvSpPr>
        <p:spPr>
          <a:xfrm xmlns:a="http://schemas.openxmlformats.org/drawingml/2006/main">
            <a:off x="566928" y="548640"/>
            <a:ext cx="110276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The register is the finance user's starting point</a:t>
            </a:r>
            <a:endParaRPr sz="3000"/>
          </a:p>
        </p:txBody>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618b4f75aa9c4a3a"/>
          <a:srcRect xmlns:a="http://schemas.openxmlformats.org/drawingml/2006/main" l="0" t="10640" r="0" b="10640"/>
          <a:stretch xmlns:a="http://schemas.openxmlformats.org/drawingml/2006/main">
            <a:fillRect l="0" t="0" r="0" b="0"/>
          </a:stretch>
        </p:blipFill>
        <p:spPr>
          <a:xfrm xmlns:a="http://schemas.openxmlformats.org/drawingml/2006/main">
            <a:off x="612648" y="1371600"/>
            <a:ext cx="7315200" cy="4572000"/>
          </a:xfrm>
          <a:prstGeom xmlns:a="http://schemas.openxmlformats.org/drawingml/2006/main" prst="rect">
            <a:avLst/>
          </a:prstGeom>
          <a:effectLst xmlns:a="http://schemas.openxmlformats.org/drawingml/2006/main">
            <a:outerShdw blurRad="127000" dist="25400" dir="5400000" algn="bl" rotWithShape="0">
              <a:srgbClr val="8892B0">
                <a:alpha val="28000"/>
              </a:srgbClr>
            </a:outerShdw>
          </a:effectLst>
        </p:spPr>
      </p:pic>
      <p:sp>
        <p:nvSpPr>
          <p:cNvPr id="5" name="Text 2">
            <a:extLst xmlns:a="http://schemas.openxmlformats.org/drawingml/2006/main">
              <a:ext uri="{FF2B5EF4-FFF2-40B4-BE49-F238E27FC236}">
                <a16:creationId xmlns:a16="http://schemas.microsoft.com/office/drawing/2014/main" id="{36C1133C-57AF-4626-A586-BE91BE021AF9}"/>
              </a:ext>
            </a:extLst>
          </p:cNvPr>
          <p:cNvSpPr>
            <a:spLocks xmlns:a="http://schemas.openxmlformats.org/drawingml/2006/main" noGrp="1"/>
          </p:cNvSpPr>
          <p:nvPr/>
        </p:nvSpPr>
        <p:spPr>
          <a:xfrm xmlns:a="http://schemas.openxmlformats.org/drawingml/2006/main">
            <a:off x="566928" y="5971032"/>
            <a:ext cx="74066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950" i="1">
                <a:solidFill>
                  <a:srgbClr val="5A6280"/>
                </a:solidFill>
                <a:latin typeface="Calibri"/>
                <a:ea typeface="Calibri"/>
                <a:cs typeface="Calibri"/>
              </a:rPr>
              <a:t>Computations register — live ATLAS screen</a:t>
            </a:r>
            <a:endParaRPr sz="950"/>
          </a:p>
        </p:txBody>
      </p:sp>
      <p:sp>
        <p:nvSpPr>
          <p:cNvPr id="6" name="Text 3">
            <a:extLst xmlns:a="http://schemas.openxmlformats.org/drawingml/2006/main">
              <a:ext uri="{FF2B5EF4-FFF2-40B4-BE49-F238E27FC236}">
                <a16:creationId xmlns:a16="http://schemas.microsoft.com/office/drawing/2014/main" id="{20C85EF2-D3C0-4312-9649-1365DAF59374}"/>
              </a:ext>
            </a:extLst>
          </p:cNvPr>
          <p:cNvSpPr>
            <a:spLocks xmlns:a="http://schemas.openxmlformats.org/drawingml/2006/main" noGrp="1"/>
          </p:cNvSpPr>
          <p:nvPr/>
        </p:nvSpPr>
        <p:spPr>
          <a:xfrm xmlns:a="http://schemas.openxmlformats.org/drawingml/2006/main">
            <a:off x="8385048" y="1371600"/>
            <a:ext cx="32095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Find the right record</a:t>
            </a:r>
            <a:endParaRPr sz="1000"/>
          </a:p>
        </p:txBody>
      </p:sp>
      <p:sp>
        <p:nvSpPr>
          <p:cNvPr id="7" name="Text 4">
            <a:extLst xmlns:a="http://schemas.openxmlformats.org/drawingml/2006/main">
              <a:ext uri="{FF2B5EF4-FFF2-40B4-BE49-F238E27FC236}">
                <a16:creationId xmlns:a16="http://schemas.microsoft.com/office/drawing/2014/main" id="{E2A772C9-77C3-4B22-AB82-C967082A71EB}"/>
              </a:ext>
            </a:extLst>
          </p:cNvPr>
          <p:cNvSpPr>
            <a:spLocks xmlns:a="http://schemas.openxmlformats.org/drawingml/2006/main" noGrp="1"/>
          </p:cNvSpPr>
          <p:nvPr/>
        </p:nvSpPr>
        <p:spPr>
          <a:xfrm xmlns:a="http://schemas.openxmlformats.org/drawingml/2006/main">
            <a:off x="8385048" y="1609344"/>
            <a:ext cx="320954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50">
                <a:solidFill>
                  <a:srgbClr val="2B3350"/>
                </a:solidFill>
                <a:latin typeface="Calibri"/>
                <a:ea typeface="Calibri"/>
                <a:cs typeface="Calibri"/>
              </a:rPr>
              <a:t>Search by code, computation name or description, then filter by category and status.</a:t>
            </a:r>
            <a:endParaRPr sz="1250"/>
          </a:p>
        </p:txBody>
      </p:sp>
      <p:sp>
        <p:nvSpPr>
          <p:cNvPr id="8" name="Text 5">
            <a:extLst xmlns:a="http://schemas.openxmlformats.org/drawingml/2006/main">
              <a:ext uri="{FF2B5EF4-FFF2-40B4-BE49-F238E27FC236}">
                <a16:creationId xmlns:a16="http://schemas.microsoft.com/office/drawing/2014/main" id="{5231E632-7C52-49E8-ABF4-F4F5937583B0}"/>
              </a:ext>
            </a:extLst>
          </p:cNvPr>
          <p:cNvSpPr>
            <a:spLocks xmlns:a="http://schemas.openxmlformats.org/drawingml/2006/main" noGrp="1"/>
          </p:cNvSpPr>
          <p:nvPr/>
        </p:nvSpPr>
        <p:spPr>
          <a:xfrm xmlns:a="http://schemas.openxmlformats.org/drawingml/2006/main">
            <a:off x="8385048" y="2286000"/>
            <a:ext cx="32095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Check before opening</a:t>
            </a:r>
            <a:endParaRPr sz="1000"/>
          </a:p>
        </p:txBody>
      </p:sp>
      <p:sp>
        <p:nvSpPr>
          <p:cNvPr id="9" name="Text 6">
            <a:extLst xmlns:a="http://schemas.openxmlformats.org/drawingml/2006/main">
              <a:ext uri="{FF2B5EF4-FFF2-40B4-BE49-F238E27FC236}">
                <a16:creationId xmlns:a16="http://schemas.microsoft.com/office/drawing/2014/main" id="{68B84A6A-2C3B-4736-BB25-8417CEC88C32}"/>
              </a:ext>
            </a:extLst>
          </p:cNvPr>
          <p:cNvSpPr>
            <a:spLocks xmlns:a="http://schemas.openxmlformats.org/drawingml/2006/main" noGrp="1"/>
          </p:cNvSpPr>
          <p:nvPr/>
        </p:nvSpPr>
        <p:spPr>
          <a:xfrm xmlns:a="http://schemas.openxmlformats.org/drawingml/2006/main">
            <a:off x="8385048" y="2523744"/>
            <a:ext cx="320954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50">
                <a:solidFill>
                  <a:srgbClr val="2B3350"/>
                </a:solidFill>
                <a:latin typeface="Calibri"/>
                <a:ea typeface="Calibri"/>
                <a:cs typeface="Calibri"/>
              </a:rPr>
              <a:t>The row already shows source type, formula, version and whether it is available.</a:t>
            </a:r>
            <a:endParaRPr sz="1250"/>
          </a:p>
        </p:txBody>
      </p:sp>
      <p:sp>
        <p:nvSpPr>
          <p:cNvPr id="10" name="Text 7">
            <a:extLst xmlns:a="http://schemas.openxmlformats.org/drawingml/2006/main">
              <a:ext uri="{FF2B5EF4-FFF2-40B4-BE49-F238E27FC236}">
                <a16:creationId xmlns:a16="http://schemas.microsoft.com/office/drawing/2014/main" id="{C10B3989-3DBE-47B8-BED0-E33DF68EEDAE}"/>
              </a:ext>
            </a:extLst>
          </p:cNvPr>
          <p:cNvSpPr>
            <a:spLocks xmlns:a="http://schemas.openxmlformats.org/drawingml/2006/main" noGrp="1"/>
          </p:cNvSpPr>
          <p:nvPr/>
        </p:nvSpPr>
        <p:spPr>
          <a:xfrm xmlns:a="http://schemas.openxmlformats.org/drawingml/2006/main">
            <a:off x="8385048" y="3200400"/>
            <a:ext cx="32095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Use the row action</a:t>
            </a:r>
            <a:endParaRPr sz="1000"/>
          </a:p>
        </p:txBody>
      </p:sp>
      <p:sp>
        <p:nvSpPr>
          <p:cNvPr id="11" name="Text 8">
            <a:extLst xmlns:a="http://schemas.openxmlformats.org/drawingml/2006/main">
              <a:ext uri="{FF2B5EF4-FFF2-40B4-BE49-F238E27FC236}">
                <a16:creationId xmlns:a16="http://schemas.microsoft.com/office/drawing/2014/main" id="{46FFE80F-49F7-423C-99DD-812B0C7B7C73}"/>
              </a:ext>
            </a:extLst>
          </p:cNvPr>
          <p:cNvSpPr>
            <a:spLocks xmlns:a="http://schemas.openxmlformats.org/drawingml/2006/main" noGrp="1"/>
          </p:cNvSpPr>
          <p:nvPr/>
        </p:nvSpPr>
        <p:spPr>
          <a:xfrm xmlns:a="http://schemas.openxmlformats.org/drawingml/2006/main">
            <a:off x="8385048" y="3438144"/>
            <a:ext cx="320954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50">
                <a:solidFill>
                  <a:srgbClr val="2B3350"/>
                </a:solidFill>
                <a:latin typeface="Calibri"/>
                <a:ea typeface="Calibri"/>
                <a:cs typeface="Calibri"/>
              </a:rPr>
              <a:t>View details first; edit or delete only when the record is allowed to change.</a:t>
            </a:r>
            <a:endParaRPr sz="1250"/>
          </a:p>
        </p:txBody>
      </p:sp>
      <p:sp>
        <p:nvSpPr>
          <p:cNvPr id="12" name="Shape 9">
            <a:extLst xmlns:a="http://schemas.openxmlformats.org/drawingml/2006/main">
              <a:ext uri="{FF2B5EF4-FFF2-40B4-BE49-F238E27FC236}">
                <a16:creationId xmlns:a16="http://schemas.microsoft.com/office/drawing/2014/main" id="{1D2C825B-D659-4F5C-AD84-3446744DA808}"/>
              </a:ext>
            </a:extLst>
          </p:cNvPr>
          <p:cNvSpPr>
            <a:spLocks xmlns:a="http://schemas.openxmlformats.org/drawingml/2006/main" noGrp="1"/>
          </p:cNvSpPr>
          <p:nvPr/>
        </p:nvSpPr>
        <p:spPr>
          <a:xfrm xmlns:a="http://schemas.openxmlformats.org/drawingml/2006/main">
            <a:off x="8385048" y="6053328"/>
            <a:ext cx="3209544" cy="384048"/>
          </a:xfrm>
          <a:prstGeom xmlns:a="http://schemas.openxmlformats.org/drawingml/2006/main" prst="roundRect">
            <a:avLst>
              <a:gd name="adj" fmla="val 47619"/>
            </a:avLst>
          </a:prstGeom>
          <a:solidFill xmlns:a="http://schemas.openxmlformats.org/drawingml/2006/main">
            <a:srgbClr val="F4F6FB"/>
          </a:solidFill>
          <a:ln xmlns:a="http://schemas.openxmlformats.org/drawingml/2006/main" w="12700">
            <a:solidFill>
              <a:srgbClr val="D8DEEC"/>
            </a:solidFill>
            <a:prstDash val="solid"/>
          </a:ln>
        </p:spPr>
      </p:sp>
      <p:sp>
        <p:nvSpPr>
          <p:cNvPr id="13" name="Text 10">
            <a:extLst xmlns:a="http://schemas.openxmlformats.org/drawingml/2006/main">
              <a:ext uri="{FF2B5EF4-FFF2-40B4-BE49-F238E27FC236}">
                <a16:creationId xmlns:a16="http://schemas.microsoft.com/office/drawing/2014/main" id="{B8CB36D5-D777-4AFE-AAD4-598EC7DDDBF8}"/>
              </a:ext>
            </a:extLst>
          </p:cNvPr>
          <p:cNvSpPr>
            <a:spLocks xmlns:a="http://schemas.openxmlformats.org/drawingml/2006/main" noGrp="1"/>
          </p:cNvSpPr>
          <p:nvPr/>
        </p:nvSpPr>
        <p:spPr>
          <a:xfrm xmlns:a="http://schemas.openxmlformats.org/drawingml/2006/main">
            <a:off x="8531352" y="6053328"/>
            <a:ext cx="293522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1E2761"/>
                </a:solidFill>
                <a:latin typeface="Calibri"/>
                <a:ea typeface="Calibri"/>
                <a:cs typeface="Calibri"/>
              </a:rPr>
              <a:t>Source · live ATLAS Computational Basis → Computations</a:t>
            </a:r>
            <a:endParaRPr sz="1000"/>
          </a:p>
        </p:txBody>
      </p:sp>
    </p:spTree>
    <p:extLst>
      <p:ext uri="{BB962C8B-B14F-4D97-AF65-F5344CB8AC3E}">
        <p14:creationId xmlns:p14="http://schemas.microsoft.com/office/powerpoint/2010/main" val="881881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6B80087-3854-4C9A-AA13-A82DA1478887}"/>
              </a:ext>
            </a:extLst>
          </p:cNvPr>
          <p:cNvSpPr>
            <a:spLocks xmlns:a="http://schemas.openxmlformats.org/drawingml/2006/main" noGrp="1"/>
          </p:cNvSpPr>
          <p:nvPr/>
        </p:nvSpPr>
        <p:spPr>
          <a:xfrm xmlns:a="http://schemas.openxmlformats.org/drawingml/2006/main">
            <a:off x="566928" y="329184"/>
            <a:ext cx="11027664"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COMPUTATION REGISTER · FIELD GUIDE 1 OF 2</a:t>
            </a:r>
            <a:endParaRPr sz="1000"/>
          </a:p>
        </p:txBody>
      </p:sp>
      <p:sp>
        <p:nvSpPr>
          <p:cNvPr id="3" name="Text 1">
            <a:extLst xmlns:a="http://schemas.openxmlformats.org/drawingml/2006/main">
              <a:ext uri="{FF2B5EF4-FFF2-40B4-BE49-F238E27FC236}">
                <a16:creationId xmlns:a16="http://schemas.microsoft.com/office/drawing/2014/main" id="{DCD20A27-E60A-4A02-82CD-6C2A7587A33B}"/>
              </a:ext>
            </a:extLst>
          </p:cNvPr>
          <p:cNvSpPr>
            <a:spLocks xmlns:a="http://schemas.openxmlformats.org/drawingml/2006/main" noGrp="1"/>
          </p:cNvSpPr>
          <p:nvPr/>
        </p:nvSpPr>
        <p:spPr>
          <a:xfrm xmlns:a="http://schemas.openxmlformats.org/drawingml/2006/main">
            <a:off x="566928" y="548640"/>
            <a:ext cx="110276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Identity and formula columns</a:t>
            </a:r>
            <a:endParaRPr sz="3000"/>
          </a:p>
        </p:txBody>
      </p:sp>
      <p:pic>
        <p:nvPicPr>
          <p:cNvPr id="60" name="Image 0"/>
          <p:cNvPicPr>
            <a:picLocks xmlns:a="http://schemas.openxmlformats.org/drawingml/2006/main" noChangeAspect="1"/>
          </p:cNvPicPr>
          <p:nvPr/>
        </p:nvPicPr>
        <p:blipFill>
          <a:blip xmlns:r="http://schemas.openxmlformats.org/officeDocument/2006/relationships" xmlns:a="http://schemas.openxmlformats.org/drawingml/2006/main" r:embed="Rdfd35d642c894379"/>
          <a:srcRect xmlns:a="http://schemas.openxmlformats.org/drawingml/2006/main" l="0" t="302" r="0" b="302"/>
          <a:stretch xmlns:a="http://schemas.openxmlformats.org/drawingml/2006/main">
            <a:fillRect l="0" t="0" r="0" b="0"/>
          </a:stretch>
        </p:blipFill>
        <p:spPr>
          <a:xfrm xmlns:a="http://schemas.openxmlformats.org/drawingml/2006/main">
            <a:off x="566928" y="2753237"/>
            <a:ext cx="5806440" cy="2128765"/>
          </a:xfrm>
          <a:prstGeom xmlns:a="http://schemas.openxmlformats.org/drawingml/2006/main" prst="rect">
            <a:avLst/>
          </a:prstGeom>
          <a:effectLst xmlns:a="http://schemas.openxmlformats.org/drawingml/2006/main">
            <a:outerShdw blurRad="127000" dist="25400" dir="5400000" algn="bl" rotWithShape="0">
              <a:srgbClr val="8892B0">
                <a:alpha val="28000"/>
              </a:srgbClr>
            </a:outerShdw>
          </a:effectLst>
        </p:spPr>
      </p:pic>
      <p:sp>
        <p:nvSpPr>
          <p:cNvPr id="5" name="Shape 2">
            <a:extLst xmlns:a="http://schemas.openxmlformats.org/drawingml/2006/main">
              <a:ext uri="{FF2B5EF4-FFF2-40B4-BE49-F238E27FC236}">
                <a16:creationId xmlns:a16="http://schemas.microsoft.com/office/drawing/2014/main" id="{6E731C9A-93EC-4CBC-A722-C20DCE89AD68}"/>
              </a:ext>
            </a:extLst>
          </p:cNvPr>
          <p:cNvSpPr>
            <a:spLocks xmlns:a="http://schemas.openxmlformats.org/drawingml/2006/main" noGrp="1"/>
          </p:cNvSpPr>
          <p:nvPr/>
        </p:nvSpPr>
        <p:spPr>
          <a:xfrm xmlns:a="http://schemas.openxmlformats.org/drawingml/2006/main">
            <a:off x="3408995" y="2835533"/>
            <a:ext cx="0" cy="360772"/>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6" name="Shape 3">
            <a:extLst xmlns:a="http://schemas.openxmlformats.org/drawingml/2006/main">
              <a:ext uri="{FF2B5EF4-FFF2-40B4-BE49-F238E27FC236}">
                <a16:creationId xmlns:a16="http://schemas.microsoft.com/office/drawing/2014/main" id="{B882B520-F1F1-4D2F-B0DD-1749BCCE8D8C}"/>
              </a:ext>
            </a:extLst>
          </p:cNvPr>
          <p:cNvSpPr>
            <a:spLocks xmlns:a="http://schemas.openxmlformats.org/drawingml/2006/main" noGrp="1"/>
          </p:cNvSpPr>
          <p:nvPr/>
        </p:nvSpPr>
        <p:spPr>
          <a:xfrm xmlns:a="http://schemas.openxmlformats.org/drawingml/2006/main">
            <a:off x="3408995" y="2835533"/>
            <a:ext cx="3110677"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7" name="Shape 4">
            <a:extLst xmlns:a="http://schemas.openxmlformats.org/drawingml/2006/main">
              <a:ext uri="{FF2B5EF4-FFF2-40B4-BE49-F238E27FC236}">
                <a16:creationId xmlns:a16="http://schemas.microsoft.com/office/drawing/2014/main" id="{EA2B6449-2830-493C-A135-8D43064BBA06}"/>
              </a:ext>
            </a:extLst>
          </p:cNvPr>
          <p:cNvSpPr>
            <a:spLocks xmlns:a="http://schemas.openxmlformats.org/drawingml/2006/main" noGrp="1"/>
          </p:cNvSpPr>
          <p:nvPr/>
        </p:nvSpPr>
        <p:spPr>
          <a:xfrm xmlns:a="http://schemas.openxmlformats.org/drawingml/2006/main">
            <a:off x="6519672" y="1802282"/>
            <a:ext cx="0" cy="1033251"/>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8" name="Shape 5">
            <a:extLst xmlns:a="http://schemas.openxmlformats.org/drawingml/2006/main">
              <a:ext uri="{FF2B5EF4-FFF2-40B4-BE49-F238E27FC236}">
                <a16:creationId xmlns:a16="http://schemas.microsoft.com/office/drawing/2014/main" id="{A6D73BCC-EAC0-418E-9A50-BE26E94283B7}"/>
              </a:ext>
            </a:extLst>
          </p:cNvPr>
          <p:cNvSpPr>
            <a:spLocks xmlns:a="http://schemas.openxmlformats.org/drawingml/2006/main" noGrp="1"/>
          </p:cNvSpPr>
          <p:nvPr/>
        </p:nvSpPr>
        <p:spPr>
          <a:xfrm xmlns:a="http://schemas.openxmlformats.org/drawingml/2006/main">
            <a:off x="6519672" y="1802282"/>
            <a:ext cx="420624"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9" name="Shape 6">
            <a:extLst xmlns:a="http://schemas.openxmlformats.org/drawingml/2006/main">
              <a:ext uri="{FF2B5EF4-FFF2-40B4-BE49-F238E27FC236}">
                <a16:creationId xmlns:a16="http://schemas.microsoft.com/office/drawing/2014/main" id="{8CB46593-F291-4DBA-9A8E-F5664A126779}"/>
              </a:ext>
            </a:extLst>
          </p:cNvPr>
          <p:cNvSpPr>
            <a:spLocks xmlns:a="http://schemas.openxmlformats.org/drawingml/2006/main" noGrp="1"/>
          </p:cNvSpPr>
          <p:nvPr/>
        </p:nvSpPr>
        <p:spPr>
          <a:xfrm xmlns:a="http://schemas.openxmlformats.org/drawingml/2006/main">
            <a:off x="6210400" y="3196306"/>
            <a:ext cx="342190"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0" name="Shape 7">
            <a:extLst xmlns:a="http://schemas.openxmlformats.org/drawingml/2006/main">
              <a:ext uri="{FF2B5EF4-FFF2-40B4-BE49-F238E27FC236}">
                <a16:creationId xmlns:a16="http://schemas.microsoft.com/office/drawing/2014/main" id="{4A87F77B-8AC9-430C-8546-07421B684AC0}"/>
              </a:ext>
            </a:extLst>
          </p:cNvPr>
          <p:cNvSpPr>
            <a:spLocks xmlns:a="http://schemas.openxmlformats.org/drawingml/2006/main" noGrp="1"/>
          </p:cNvSpPr>
          <p:nvPr/>
        </p:nvSpPr>
        <p:spPr>
          <a:xfrm xmlns:a="http://schemas.openxmlformats.org/drawingml/2006/main">
            <a:off x="6552590" y="2809951"/>
            <a:ext cx="0" cy="386354"/>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1" name="Shape 8">
            <a:extLst xmlns:a="http://schemas.openxmlformats.org/drawingml/2006/main">
              <a:ext uri="{FF2B5EF4-FFF2-40B4-BE49-F238E27FC236}">
                <a16:creationId xmlns:a16="http://schemas.microsoft.com/office/drawing/2014/main" id="{7A34DBE6-0BCC-4112-8BEE-B94BE1132E14}"/>
              </a:ext>
            </a:extLst>
          </p:cNvPr>
          <p:cNvSpPr>
            <a:spLocks xmlns:a="http://schemas.openxmlformats.org/drawingml/2006/main" noGrp="1"/>
          </p:cNvSpPr>
          <p:nvPr/>
        </p:nvSpPr>
        <p:spPr>
          <a:xfrm xmlns:a="http://schemas.openxmlformats.org/drawingml/2006/main">
            <a:off x="6552590" y="2809951"/>
            <a:ext cx="387706"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12" name="Shape 9">
            <a:extLst xmlns:a="http://schemas.openxmlformats.org/drawingml/2006/main">
              <a:ext uri="{FF2B5EF4-FFF2-40B4-BE49-F238E27FC236}">
                <a16:creationId xmlns:a16="http://schemas.microsoft.com/office/drawing/2014/main" id="{0483CD62-1F3C-42F6-A36E-9C942194BFBF}"/>
              </a:ext>
            </a:extLst>
          </p:cNvPr>
          <p:cNvSpPr>
            <a:spLocks xmlns:a="http://schemas.openxmlformats.org/drawingml/2006/main" noGrp="1"/>
          </p:cNvSpPr>
          <p:nvPr/>
        </p:nvSpPr>
        <p:spPr>
          <a:xfrm xmlns:a="http://schemas.openxmlformats.org/drawingml/2006/main">
            <a:off x="3408995" y="2835533"/>
            <a:ext cx="0" cy="1022829"/>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3" name="Shape 10">
            <a:extLst xmlns:a="http://schemas.openxmlformats.org/drawingml/2006/main">
              <a:ext uri="{FF2B5EF4-FFF2-40B4-BE49-F238E27FC236}">
                <a16:creationId xmlns:a16="http://schemas.microsoft.com/office/drawing/2014/main" id="{5563BF69-EBD1-44F5-9A6D-DFB91283B6AF}"/>
              </a:ext>
            </a:extLst>
          </p:cNvPr>
          <p:cNvSpPr>
            <a:spLocks xmlns:a="http://schemas.openxmlformats.org/drawingml/2006/main" noGrp="1"/>
          </p:cNvSpPr>
          <p:nvPr/>
        </p:nvSpPr>
        <p:spPr>
          <a:xfrm xmlns:a="http://schemas.openxmlformats.org/drawingml/2006/main">
            <a:off x="3408995" y="2835533"/>
            <a:ext cx="3176513"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4" name="Shape 11">
            <a:extLst xmlns:a="http://schemas.openxmlformats.org/drawingml/2006/main">
              <a:ext uri="{FF2B5EF4-FFF2-40B4-BE49-F238E27FC236}">
                <a16:creationId xmlns:a16="http://schemas.microsoft.com/office/drawing/2014/main" id="{62792D2D-AB46-4FA3-B23A-9C5E7FFE85A6}"/>
              </a:ext>
            </a:extLst>
          </p:cNvPr>
          <p:cNvSpPr>
            <a:spLocks xmlns:a="http://schemas.openxmlformats.org/drawingml/2006/main" noGrp="1"/>
          </p:cNvSpPr>
          <p:nvPr/>
        </p:nvSpPr>
        <p:spPr>
          <a:xfrm xmlns:a="http://schemas.openxmlformats.org/drawingml/2006/main">
            <a:off x="6585509" y="2835533"/>
            <a:ext cx="0" cy="982087"/>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5" name="Shape 12">
            <a:extLst xmlns:a="http://schemas.openxmlformats.org/drawingml/2006/main">
              <a:ext uri="{FF2B5EF4-FFF2-40B4-BE49-F238E27FC236}">
                <a16:creationId xmlns:a16="http://schemas.microsoft.com/office/drawing/2014/main" id="{8408AA7B-6662-452B-9CE0-BBC494473D82}"/>
              </a:ext>
            </a:extLst>
          </p:cNvPr>
          <p:cNvSpPr>
            <a:spLocks xmlns:a="http://schemas.openxmlformats.org/drawingml/2006/main" noGrp="1"/>
          </p:cNvSpPr>
          <p:nvPr/>
        </p:nvSpPr>
        <p:spPr>
          <a:xfrm xmlns:a="http://schemas.openxmlformats.org/drawingml/2006/main">
            <a:off x="6585509" y="3817620"/>
            <a:ext cx="354787"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16" name="Shape 13">
            <a:extLst xmlns:a="http://schemas.openxmlformats.org/drawingml/2006/main">
              <a:ext uri="{FF2B5EF4-FFF2-40B4-BE49-F238E27FC236}">
                <a16:creationId xmlns:a16="http://schemas.microsoft.com/office/drawing/2014/main" id="{86A14012-B02F-42D0-9415-2EB772326946}"/>
              </a:ext>
            </a:extLst>
          </p:cNvPr>
          <p:cNvSpPr>
            <a:spLocks xmlns:a="http://schemas.openxmlformats.org/drawingml/2006/main" noGrp="1"/>
          </p:cNvSpPr>
          <p:nvPr/>
        </p:nvSpPr>
        <p:spPr>
          <a:xfrm xmlns:a="http://schemas.openxmlformats.org/drawingml/2006/main">
            <a:off x="6210400" y="3858362"/>
            <a:ext cx="408027"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7" name="Shape 14">
            <a:extLst xmlns:a="http://schemas.openxmlformats.org/drawingml/2006/main">
              <a:ext uri="{FF2B5EF4-FFF2-40B4-BE49-F238E27FC236}">
                <a16:creationId xmlns:a16="http://schemas.microsoft.com/office/drawing/2014/main" id="{C1A496B1-46B1-40B6-BB95-E02FED92FF98}"/>
              </a:ext>
            </a:extLst>
          </p:cNvPr>
          <p:cNvSpPr>
            <a:spLocks xmlns:a="http://schemas.openxmlformats.org/drawingml/2006/main" noGrp="1"/>
          </p:cNvSpPr>
          <p:nvPr/>
        </p:nvSpPr>
        <p:spPr>
          <a:xfrm xmlns:a="http://schemas.openxmlformats.org/drawingml/2006/main">
            <a:off x="6618427" y="3858362"/>
            <a:ext cx="0" cy="966927"/>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8" name="Shape 15">
            <a:extLst xmlns:a="http://schemas.openxmlformats.org/drawingml/2006/main">
              <a:ext uri="{FF2B5EF4-FFF2-40B4-BE49-F238E27FC236}">
                <a16:creationId xmlns:a16="http://schemas.microsoft.com/office/drawing/2014/main" id="{0E8E3B80-43B7-4D05-B7C1-A105318F18AD}"/>
              </a:ext>
            </a:extLst>
          </p:cNvPr>
          <p:cNvSpPr>
            <a:spLocks xmlns:a="http://schemas.openxmlformats.org/drawingml/2006/main" noGrp="1"/>
          </p:cNvSpPr>
          <p:nvPr/>
        </p:nvSpPr>
        <p:spPr>
          <a:xfrm xmlns:a="http://schemas.openxmlformats.org/drawingml/2006/main">
            <a:off x="6618427" y="4825289"/>
            <a:ext cx="321869"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19" name="Shape 16">
            <a:extLst xmlns:a="http://schemas.openxmlformats.org/drawingml/2006/main">
              <a:ext uri="{FF2B5EF4-FFF2-40B4-BE49-F238E27FC236}">
                <a16:creationId xmlns:a16="http://schemas.microsoft.com/office/drawing/2014/main" id="{03298092-767B-49E7-A7C6-8674280E1339}"/>
              </a:ext>
            </a:extLst>
          </p:cNvPr>
          <p:cNvSpPr>
            <a:spLocks xmlns:a="http://schemas.openxmlformats.org/drawingml/2006/main" noGrp="1"/>
          </p:cNvSpPr>
          <p:nvPr/>
        </p:nvSpPr>
        <p:spPr>
          <a:xfrm xmlns:a="http://schemas.openxmlformats.org/drawingml/2006/main">
            <a:off x="6210400" y="4520418"/>
            <a:ext cx="440945"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20" name="Shape 17">
            <a:extLst xmlns:a="http://schemas.openxmlformats.org/drawingml/2006/main">
              <a:ext uri="{FF2B5EF4-FFF2-40B4-BE49-F238E27FC236}">
                <a16:creationId xmlns:a16="http://schemas.microsoft.com/office/drawing/2014/main" id="{C9F4A88B-A016-48FF-9951-4649837A80AE}"/>
              </a:ext>
            </a:extLst>
          </p:cNvPr>
          <p:cNvSpPr>
            <a:spLocks xmlns:a="http://schemas.openxmlformats.org/drawingml/2006/main" noGrp="1"/>
          </p:cNvSpPr>
          <p:nvPr/>
        </p:nvSpPr>
        <p:spPr>
          <a:xfrm xmlns:a="http://schemas.openxmlformats.org/drawingml/2006/main">
            <a:off x="6651346" y="4520418"/>
            <a:ext cx="0" cy="1312539"/>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21" name="Shape 18">
            <a:extLst xmlns:a="http://schemas.openxmlformats.org/drawingml/2006/main">
              <a:ext uri="{FF2B5EF4-FFF2-40B4-BE49-F238E27FC236}">
                <a16:creationId xmlns:a16="http://schemas.microsoft.com/office/drawing/2014/main" id="{153B2A1B-C995-4480-8098-638EB85CDC6C}"/>
              </a:ext>
            </a:extLst>
          </p:cNvPr>
          <p:cNvSpPr>
            <a:spLocks xmlns:a="http://schemas.openxmlformats.org/drawingml/2006/main" noGrp="1"/>
          </p:cNvSpPr>
          <p:nvPr/>
        </p:nvSpPr>
        <p:spPr>
          <a:xfrm xmlns:a="http://schemas.openxmlformats.org/drawingml/2006/main">
            <a:off x="6651346" y="5832958"/>
            <a:ext cx="288950"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22" name="Shape 19">
            <a:extLst xmlns:a="http://schemas.openxmlformats.org/drawingml/2006/main">
              <a:ext uri="{FF2B5EF4-FFF2-40B4-BE49-F238E27FC236}">
                <a16:creationId xmlns:a16="http://schemas.microsoft.com/office/drawing/2014/main" id="{09A349D1-8641-4D27-A26C-9B902BDBA117}"/>
              </a:ext>
            </a:extLst>
          </p:cNvPr>
          <p:cNvSpPr>
            <a:spLocks xmlns:a="http://schemas.openxmlformats.org/drawingml/2006/main" noGrp="1"/>
          </p:cNvSpPr>
          <p:nvPr/>
        </p:nvSpPr>
        <p:spPr>
          <a:xfrm xmlns:a="http://schemas.openxmlformats.org/drawingml/2006/main">
            <a:off x="3280979" y="3068290"/>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23" name="Text 20">
            <a:extLst xmlns:a="http://schemas.openxmlformats.org/drawingml/2006/main">
              <a:ext uri="{FF2B5EF4-FFF2-40B4-BE49-F238E27FC236}">
                <a16:creationId xmlns:a16="http://schemas.microsoft.com/office/drawing/2014/main" id="{8AF0312A-620A-4242-B1F2-50831EB59D84}"/>
              </a:ext>
            </a:extLst>
          </p:cNvPr>
          <p:cNvSpPr>
            <a:spLocks xmlns:a="http://schemas.openxmlformats.org/drawingml/2006/main" noGrp="1"/>
          </p:cNvSpPr>
          <p:nvPr/>
        </p:nvSpPr>
        <p:spPr>
          <a:xfrm xmlns:a="http://schemas.openxmlformats.org/drawingml/2006/main">
            <a:off x="3280979" y="3068290"/>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1</a:t>
            </a:r>
            <a:endParaRPr sz="850"/>
          </a:p>
        </p:txBody>
      </p:sp>
      <p:sp>
        <p:nvSpPr>
          <p:cNvPr id="24" name="Shape 21">
            <a:extLst xmlns:a="http://schemas.openxmlformats.org/drawingml/2006/main">
              <a:ext uri="{FF2B5EF4-FFF2-40B4-BE49-F238E27FC236}">
                <a16:creationId xmlns:a16="http://schemas.microsoft.com/office/drawing/2014/main" id="{8DCD96DA-00D3-418A-BD39-1632F14A8D32}"/>
              </a:ext>
            </a:extLst>
          </p:cNvPr>
          <p:cNvSpPr>
            <a:spLocks xmlns:a="http://schemas.openxmlformats.org/drawingml/2006/main" noGrp="1"/>
          </p:cNvSpPr>
          <p:nvPr/>
        </p:nvSpPr>
        <p:spPr>
          <a:xfrm xmlns:a="http://schemas.openxmlformats.org/drawingml/2006/main">
            <a:off x="6940296" y="1371600"/>
            <a:ext cx="4654296" cy="861365"/>
          </a:xfrm>
          <a:prstGeom xmlns:a="http://schemas.openxmlformats.org/drawingml/2006/main" prst="roundRect">
            <a:avLst>
              <a:gd name="adj" fmla="val 6369"/>
            </a:avLst>
          </a:prstGeom>
          <a:solidFill xmlns:a="http://schemas.openxmlformats.org/drawingml/2006/main">
            <a:srgbClr val="F4F6FB"/>
          </a:solidFill>
          <a:ln xmlns:a="http://schemas.openxmlformats.org/drawingml/2006/main" w="12700">
            <a:solidFill>
              <a:srgbClr val="D8DEEC"/>
            </a:solidFill>
            <a:prstDash val="solid"/>
          </a:ln>
        </p:spPr>
      </p:sp>
      <p:sp>
        <p:nvSpPr>
          <p:cNvPr id="25" name="Shape 22">
            <a:extLst xmlns:a="http://schemas.openxmlformats.org/drawingml/2006/main">
              <a:ext uri="{FF2B5EF4-FFF2-40B4-BE49-F238E27FC236}">
                <a16:creationId xmlns:a16="http://schemas.microsoft.com/office/drawing/2014/main" id="{B07039E4-F3E1-415E-BB4F-5EA7F7178341}"/>
              </a:ext>
            </a:extLst>
          </p:cNvPr>
          <p:cNvSpPr>
            <a:spLocks xmlns:a="http://schemas.openxmlformats.org/drawingml/2006/main" noGrp="1"/>
          </p:cNvSpPr>
          <p:nvPr/>
        </p:nvSpPr>
        <p:spPr>
          <a:xfrm xmlns:a="http://schemas.openxmlformats.org/drawingml/2006/main">
            <a:off x="7050024" y="1481328"/>
            <a:ext cx="237744" cy="237744"/>
          </a:xfrm>
          <a:prstGeom xmlns:a="http://schemas.openxmlformats.org/drawingml/2006/main" prst="ellipse">
            <a:avLst/>
          </a:prstGeom>
          <a:solidFill xmlns:a="http://schemas.openxmlformats.org/drawingml/2006/main">
            <a:srgbClr val="1E2761"/>
          </a:solidFill>
        </p:spPr>
      </p:sp>
      <p:sp>
        <p:nvSpPr>
          <p:cNvPr id="26" name="Text 23">
            <a:extLst xmlns:a="http://schemas.openxmlformats.org/drawingml/2006/main">
              <a:ext uri="{FF2B5EF4-FFF2-40B4-BE49-F238E27FC236}">
                <a16:creationId xmlns:a16="http://schemas.microsoft.com/office/drawing/2014/main" id="{2E0FE9F3-1483-4588-A060-50DD52D077CC}"/>
              </a:ext>
            </a:extLst>
          </p:cNvPr>
          <p:cNvSpPr>
            <a:spLocks xmlns:a="http://schemas.openxmlformats.org/drawingml/2006/main" noGrp="1"/>
          </p:cNvSpPr>
          <p:nvPr/>
        </p:nvSpPr>
        <p:spPr>
          <a:xfrm xmlns:a="http://schemas.openxmlformats.org/drawingml/2006/main">
            <a:off x="7050024" y="1481328"/>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1</a:t>
            </a:r>
            <a:endParaRPr sz="800"/>
          </a:p>
        </p:txBody>
      </p:sp>
      <p:sp>
        <p:nvSpPr>
          <p:cNvPr id="27" name="Text 24">
            <a:extLst xmlns:a="http://schemas.openxmlformats.org/drawingml/2006/main">
              <a:ext uri="{FF2B5EF4-FFF2-40B4-BE49-F238E27FC236}">
                <a16:creationId xmlns:a16="http://schemas.microsoft.com/office/drawing/2014/main" id="{B5A14599-2A88-45CD-97D5-FC9105CC6752}"/>
              </a:ext>
            </a:extLst>
          </p:cNvPr>
          <p:cNvSpPr>
            <a:spLocks xmlns:a="http://schemas.openxmlformats.org/drawingml/2006/main" noGrp="1"/>
          </p:cNvSpPr>
          <p:nvPr/>
        </p:nvSpPr>
        <p:spPr>
          <a:xfrm xmlns:a="http://schemas.openxmlformats.org/drawingml/2006/main">
            <a:off x="7379208" y="1444752"/>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E2761"/>
                </a:solidFill>
                <a:latin typeface="Calibri"/>
                <a:ea typeface="Calibri"/>
                <a:cs typeface="Calibri"/>
              </a:rPr>
              <a:t>Code</a:t>
            </a:r>
            <a:endParaRPr sz="1050"/>
          </a:p>
        </p:txBody>
      </p:sp>
      <p:sp>
        <p:nvSpPr>
          <p:cNvPr id="28" name="Text 25">
            <a:extLst xmlns:a="http://schemas.openxmlformats.org/drawingml/2006/main">
              <a:ext uri="{FF2B5EF4-FFF2-40B4-BE49-F238E27FC236}">
                <a16:creationId xmlns:a16="http://schemas.microsoft.com/office/drawing/2014/main" id="{7A3A80A1-ED78-489E-81C1-7C023B6ED152}"/>
              </a:ext>
            </a:extLst>
          </p:cNvPr>
          <p:cNvSpPr>
            <a:spLocks xmlns:a="http://schemas.openxmlformats.org/drawingml/2006/main" noGrp="1"/>
          </p:cNvSpPr>
          <p:nvPr/>
        </p:nvSpPr>
        <p:spPr>
          <a:xfrm xmlns:a="http://schemas.openxmlformats.org/drawingml/2006/main">
            <a:off x="7068312" y="1755648"/>
            <a:ext cx="4398264" cy="40416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200"/>
              </a:lnSpc>
              <a:buNone/>
            </a:pPr>
            <a:r>
              <a:rPr sz="900">
                <a:solidFill>
                  <a:srgbClr val="4B4458"/>
                </a:solidFill>
                <a:latin typeface="Calibri"/>
                <a:ea typeface="Calibri"/>
                <a:cs typeface="Calibri"/>
              </a:rPr>
              <a:t>The permanent ID used by integrations. Keep it short, unique and unchanged after release.</a:t>
            </a:r>
            <a:endParaRPr sz="900"/>
          </a:p>
        </p:txBody>
      </p:sp>
      <p:sp>
        <p:nvSpPr>
          <p:cNvPr id="29" name="Shape 26">
            <a:extLst xmlns:a="http://schemas.openxmlformats.org/drawingml/2006/main">
              <a:ext uri="{FF2B5EF4-FFF2-40B4-BE49-F238E27FC236}">
                <a16:creationId xmlns:a16="http://schemas.microsoft.com/office/drawing/2014/main" id="{4F2494F5-A5C0-4B00-9774-0F494B516763}"/>
              </a:ext>
            </a:extLst>
          </p:cNvPr>
          <p:cNvSpPr>
            <a:spLocks xmlns:a="http://schemas.openxmlformats.org/drawingml/2006/main" noGrp="1"/>
          </p:cNvSpPr>
          <p:nvPr/>
        </p:nvSpPr>
        <p:spPr>
          <a:xfrm xmlns:a="http://schemas.openxmlformats.org/drawingml/2006/main">
            <a:off x="6082384" y="3068290"/>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30" name="Text 27">
            <a:extLst xmlns:a="http://schemas.openxmlformats.org/drawingml/2006/main">
              <a:ext uri="{FF2B5EF4-FFF2-40B4-BE49-F238E27FC236}">
                <a16:creationId xmlns:a16="http://schemas.microsoft.com/office/drawing/2014/main" id="{F235910E-C911-4072-AACF-810D36E71744}"/>
              </a:ext>
            </a:extLst>
          </p:cNvPr>
          <p:cNvSpPr>
            <a:spLocks xmlns:a="http://schemas.openxmlformats.org/drawingml/2006/main" noGrp="1"/>
          </p:cNvSpPr>
          <p:nvPr/>
        </p:nvSpPr>
        <p:spPr>
          <a:xfrm xmlns:a="http://schemas.openxmlformats.org/drawingml/2006/main">
            <a:off x="6082384" y="3068290"/>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2</a:t>
            </a:r>
            <a:endParaRPr sz="850"/>
          </a:p>
        </p:txBody>
      </p:sp>
      <p:sp>
        <p:nvSpPr>
          <p:cNvPr id="31" name="Shape 28">
            <a:extLst xmlns:a="http://schemas.openxmlformats.org/drawingml/2006/main">
              <a:ext uri="{FF2B5EF4-FFF2-40B4-BE49-F238E27FC236}">
                <a16:creationId xmlns:a16="http://schemas.microsoft.com/office/drawing/2014/main" id="{38BD1232-673E-448F-8488-02C58280768F}"/>
              </a:ext>
            </a:extLst>
          </p:cNvPr>
          <p:cNvSpPr>
            <a:spLocks xmlns:a="http://schemas.openxmlformats.org/drawingml/2006/main" noGrp="1"/>
          </p:cNvSpPr>
          <p:nvPr/>
        </p:nvSpPr>
        <p:spPr>
          <a:xfrm xmlns:a="http://schemas.openxmlformats.org/drawingml/2006/main">
            <a:off x="6940296" y="2379269"/>
            <a:ext cx="4654296" cy="861365"/>
          </a:xfrm>
          <a:prstGeom xmlns:a="http://schemas.openxmlformats.org/drawingml/2006/main" prst="roundRect">
            <a:avLst>
              <a:gd name="adj" fmla="val 6369"/>
            </a:avLst>
          </a:prstGeom>
          <a:solidFill xmlns:a="http://schemas.openxmlformats.org/drawingml/2006/main">
            <a:srgbClr val="F4F6FB"/>
          </a:solidFill>
          <a:ln xmlns:a="http://schemas.openxmlformats.org/drawingml/2006/main" w="12700">
            <a:solidFill>
              <a:srgbClr val="D8DEEC"/>
            </a:solidFill>
            <a:prstDash val="solid"/>
          </a:ln>
        </p:spPr>
      </p:sp>
      <p:sp>
        <p:nvSpPr>
          <p:cNvPr id="32" name="Shape 29">
            <a:extLst xmlns:a="http://schemas.openxmlformats.org/drawingml/2006/main">
              <a:ext uri="{FF2B5EF4-FFF2-40B4-BE49-F238E27FC236}">
                <a16:creationId xmlns:a16="http://schemas.microsoft.com/office/drawing/2014/main" id="{15253F76-76E6-45E3-BEB9-14FFEB02D3C3}"/>
              </a:ext>
            </a:extLst>
          </p:cNvPr>
          <p:cNvSpPr>
            <a:spLocks xmlns:a="http://schemas.openxmlformats.org/drawingml/2006/main" noGrp="1"/>
          </p:cNvSpPr>
          <p:nvPr/>
        </p:nvSpPr>
        <p:spPr>
          <a:xfrm xmlns:a="http://schemas.openxmlformats.org/drawingml/2006/main">
            <a:off x="7050024" y="2488997"/>
            <a:ext cx="237744" cy="237744"/>
          </a:xfrm>
          <a:prstGeom xmlns:a="http://schemas.openxmlformats.org/drawingml/2006/main" prst="ellipse">
            <a:avLst/>
          </a:prstGeom>
          <a:solidFill xmlns:a="http://schemas.openxmlformats.org/drawingml/2006/main">
            <a:srgbClr val="1E2761"/>
          </a:solidFill>
        </p:spPr>
      </p:sp>
      <p:sp>
        <p:nvSpPr>
          <p:cNvPr id="33" name="Text 30">
            <a:extLst xmlns:a="http://schemas.openxmlformats.org/drawingml/2006/main">
              <a:ext uri="{FF2B5EF4-FFF2-40B4-BE49-F238E27FC236}">
                <a16:creationId xmlns:a16="http://schemas.microsoft.com/office/drawing/2014/main" id="{FD170F5D-8138-4047-B3DC-C0FC41C71FF6}"/>
              </a:ext>
            </a:extLst>
          </p:cNvPr>
          <p:cNvSpPr>
            <a:spLocks xmlns:a="http://schemas.openxmlformats.org/drawingml/2006/main" noGrp="1"/>
          </p:cNvSpPr>
          <p:nvPr/>
        </p:nvSpPr>
        <p:spPr>
          <a:xfrm xmlns:a="http://schemas.openxmlformats.org/drawingml/2006/main">
            <a:off x="7050024" y="2488997"/>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2</a:t>
            </a:r>
            <a:endParaRPr sz="800"/>
          </a:p>
        </p:txBody>
      </p:sp>
      <p:sp>
        <p:nvSpPr>
          <p:cNvPr id="34" name="Text 31">
            <a:extLst xmlns:a="http://schemas.openxmlformats.org/drawingml/2006/main">
              <a:ext uri="{FF2B5EF4-FFF2-40B4-BE49-F238E27FC236}">
                <a16:creationId xmlns:a16="http://schemas.microsoft.com/office/drawing/2014/main" id="{2CE5956C-2BD5-4F80-A4E9-81A45A31F296}"/>
              </a:ext>
            </a:extLst>
          </p:cNvPr>
          <p:cNvSpPr>
            <a:spLocks xmlns:a="http://schemas.openxmlformats.org/drawingml/2006/main" noGrp="1"/>
          </p:cNvSpPr>
          <p:nvPr/>
        </p:nvSpPr>
        <p:spPr>
          <a:xfrm xmlns:a="http://schemas.openxmlformats.org/drawingml/2006/main">
            <a:off x="7379208" y="2452421"/>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E2761"/>
                </a:solidFill>
                <a:latin typeface="Calibri"/>
                <a:ea typeface="Calibri"/>
                <a:cs typeface="Calibri"/>
              </a:rPr>
              <a:t>Type</a:t>
            </a:r>
            <a:endParaRPr sz="1050"/>
          </a:p>
        </p:txBody>
      </p:sp>
      <p:sp>
        <p:nvSpPr>
          <p:cNvPr id="35" name="Text 32">
            <a:extLst xmlns:a="http://schemas.openxmlformats.org/drawingml/2006/main">
              <a:ext uri="{FF2B5EF4-FFF2-40B4-BE49-F238E27FC236}">
                <a16:creationId xmlns:a16="http://schemas.microsoft.com/office/drawing/2014/main" id="{B0B6F38C-E32A-41FE-A1D0-198F62833EC6}"/>
              </a:ext>
            </a:extLst>
          </p:cNvPr>
          <p:cNvSpPr>
            <a:spLocks xmlns:a="http://schemas.openxmlformats.org/drawingml/2006/main" noGrp="1"/>
          </p:cNvSpPr>
          <p:nvPr/>
        </p:nvSpPr>
        <p:spPr>
          <a:xfrm xmlns:a="http://schemas.openxmlformats.org/drawingml/2006/main">
            <a:off x="7068312" y="2763317"/>
            <a:ext cx="4398264" cy="40416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200"/>
              </a:lnSpc>
              <a:buNone/>
            </a:pPr>
            <a:r>
              <a:rPr sz="900">
                <a:solidFill>
                  <a:srgbClr val="4B4458"/>
                </a:solidFill>
                <a:latin typeface="Calibri"/>
                <a:ea typeface="Calibri"/>
                <a:cs typeface="Calibri"/>
              </a:rPr>
              <a:t>Built-in means an ATLAS standard. Company-defined means finance created it for this company.</a:t>
            </a:r>
            <a:endParaRPr sz="900"/>
          </a:p>
        </p:txBody>
      </p:sp>
      <p:sp>
        <p:nvSpPr>
          <p:cNvPr id="36" name="Shape 33">
            <a:extLst xmlns:a="http://schemas.openxmlformats.org/drawingml/2006/main">
              <a:ext uri="{FF2B5EF4-FFF2-40B4-BE49-F238E27FC236}">
                <a16:creationId xmlns:a16="http://schemas.microsoft.com/office/drawing/2014/main" id="{42C41754-B8F7-4938-9AB4-50A71621E1CC}"/>
              </a:ext>
            </a:extLst>
          </p:cNvPr>
          <p:cNvSpPr>
            <a:spLocks xmlns:a="http://schemas.openxmlformats.org/drawingml/2006/main" noGrp="1"/>
          </p:cNvSpPr>
          <p:nvPr/>
        </p:nvSpPr>
        <p:spPr>
          <a:xfrm xmlns:a="http://schemas.openxmlformats.org/drawingml/2006/main">
            <a:off x="3280979" y="3730346"/>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37" name="Text 34">
            <a:extLst xmlns:a="http://schemas.openxmlformats.org/drawingml/2006/main">
              <a:ext uri="{FF2B5EF4-FFF2-40B4-BE49-F238E27FC236}">
                <a16:creationId xmlns:a16="http://schemas.microsoft.com/office/drawing/2014/main" id="{10C2104B-49D1-45C1-8391-5FC54FCD6307}"/>
              </a:ext>
            </a:extLst>
          </p:cNvPr>
          <p:cNvSpPr>
            <a:spLocks xmlns:a="http://schemas.openxmlformats.org/drawingml/2006/main" noGrp="1"/>
          </p:cNvSpPr>
          <p:nvPr/>
        </p:nvSpPr>
        <p:spPr>
          <a:xfrm xmlns:a="http://schemas.openxmlformats.org/drawingml/2006/main">
            <a:off x="3280979" y="3730346"/>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3</a:t>
            </a:r>
            <a:endParaRPr sz="850"/>
          </a:p>
        </p:txBody>
      </p:sp>
      <p:sp>
        <p:nvSpPr>
          <p:cNvPr id="38" name="Shape 35">
            <a:extLst xmlns:a="http://schemas.openxmlformats.org/drawingml/2006/main">
              <a:ext uri="{FF2B5EF4-FFF2-40B4-BE49-F238E27FC236}">
                <a16:creationId xmlns:a16="http://schemas.microsoft.com/office/drawing/2014/main" id="{CE210830-4E23-4225-A08D-BD85C90F3856}"/>
              </a:ext>
            </a:extLst>
          </p:cNvPr>
          <p:cNvSpPr>
            <a:spLocks xmlns:a="http://schemas.openxmlformats.org/drawingml/2006/main" noGrp="1"/>
          </p:cNvSpPr>
          <p:nvPr/>
        </p:nvSpPr>
        <p:spPr>
          <a:xfrm xmlns:a="http://schemas.openxmlformats.org/drawingml/2006/main">
            <a:off x="6940296" y="3386938"/>
            <a:ext cx="4654296" cy="861365"/>
          </a:xfrm>
          <a:prstGeom xmlns:a="http://schemas.openxmlformats.org/drawingml/2006/main" prst="roundRect">
            <a:avLst>
              <a:gd name="adj" fmla="val 6369"/>
            </a:avLst>
          </a:prstGeom>
          <a:solidFill xmlns:a="http://schemas.openxmlformats.org/drawingml/2006/main">
            <a:srgbClr val="F4F6FB"/>
          </a:solidFill>
          <a:ln xmlns:a="http://schemas.openxmlformats.org/drawingml/2006/main" w="12700">
            <a:solidFill>
              <a:srgbClr val="D8DEEC"/>
            </a:solidFill>
            <a:prstDash val="solid"/>
          </a:ln>
        </p:spPr>
      </p:sp>
      <p:sp>
        <p:nvSpPr>
          <p:cNvPr id="39" name="Shape 36">
            <a:extLst xmlns:a="http://schemas.openxmlformats.org/drawingml/2006/main">
              <a:ext uri="{FF2B5EF4-FFF2-40B4-BE49-F238E27FC236}">
                <a16:creationId xmlns:a16="http://schemas.microsoft.com/office/drawing/2014/main" id="{41956FC3-D033-4610-B28F-FB7A3DAE2997}"/>
              </a:ext>
            </a:extLst>
          </p:cNvPr>
          <p:cNvSpPr>
            <a:spLocks xmlns:a="http://schemas.openxmlformats.org/drawingml/2006/main" noGrp="1"/>
          </p:cNvSpPr>
          <p:nvPr/>
        </p:nvSpPr>
        <p:spPr>
          <a:xfrm xmlns:a="http://schemas.openxmlformats.org/drawingml/2006/main">
            <a:off x="7050024" y="3496666"/>
            <a:ext cx="237744" cy="237744"/>
          </a:xfrm>
          <a:prstGeom xmlns:a="http://schemas.openxmlformats.org/drawingml/2006/main" prst="ellipse">
            <a:avLst/>
          </a:prstGeom>
          <a:solidFill xmlns:a="http://schemas.openxmlformats.org/drawingml/2006/main">
            <a:srgbClr val="1E2761"/>
          </a:solidFill>
        </p:spPr>
      </p:sp>
      <p:sp>
        <p:nvSpPr>
          <p:cNvPr id="40" name="Text 37">
            <a:extLst xmlns:a="http://schemas.openxmlformats.org/drawingml/2006/main">
              <a:ext uri="{FF2B5EF4-FFF2-40B4-BE49-F238E27FC236}">
                <a16:creationId xmlns:a16="http://schemas.microsoft.com/office/drawing/2014/main" id="{82468357-AA0F-4973-97F2-4CE1D5DE66F7}"/>
              </a:ext>
            </a:extLst>
          </p:cNvPr>
          <p:cNvSpPr>
            <a:spLocks xmlns:a="http://schemas.openxmlformats.org/drawingml/2006/main" noGrp="1"/>
          </p:cNvSpPr>
          <p:nvPr/>
        </p:nvSpPr>
        <p:spPr>
          <a:xfrm xmlns:a="http://schemas.openxmlformats.org/drawingml/2006/main">
            <a:off x="7050024" y="3496666"/>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3</a:t>
            </a:r>
            <a:endParaRPr sz="800"/>
          </a:p>
        </p:txBody>
      </p:sp>
      <p:sp>
        <p:nvSpPr>
          <p:cNvPr id="41" name="Text 38">
            <a:extLst xmlns:a="http://schemas.openxmlformats.org/drawingml/2006/main">
              <a:ext uri="{FF2B5EF4-FFF2-40B4-BE49-F238E27FC236}">
                <a16:creationId xmlns:a16="http://schemas.microsoft.com/office/drawing/2014/main" id="{B982DF41-9E98-4604-AC5C-0C200CC74309}"/>
              </a:ext>
            </a:extLst>
          </p:cNvPr>
          <p:cNvSpPr>
            <a:spLocks xmlns:a="http://schemas.openxmlformats.org/drawingml/2006/main" noGrp="1"/>
          </p:cNvSpPr>
          <p:nvPr/>
        </p:nvSpPr>
        <p:spPr>
          <a:xfrm xmlns:a="http://schemas.openxmlformats.org/drawingml/2006/main">
            <a:off x="7379208" y="3460090"/>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E2761"/>
                </a:solidFill>
                <a:latin typeface="Calibri"/>
                <a:ea typeface="Calibri"/>
                <a:cs typeface="Calibri"/>
              </a:rPr>
              <a:t>Computation</a:t>
            </a:r>
            <a:endParaRPr sz="1050"/>
          </a:p>
        </p:txBody>
      </p:sp>
      <p:sp>
        <p:nvSpPr>
          <p:cNvPr id="42" name="Text 39">
            <a:extLst xmlns:a="http://schemas.openxmlformats.org/drawingml/2006/main">
              <a:ext uri="{FF2B5EF4-FFF2-40B4-BE49-F238E27FC236}">
                <a16:creationId xmlns:a16="http://schemas.microsoft.com/office/drawing/2014/main" id="{3936D8FD-713A-43D7-8CD2-03C79AF2156B}"/>
              </a:ext>
            </a:extLst>
          </p:cNvPr>
          <p:cNvSpPr>
            <a:spLocks xmlns:a="http://schemas.openxmlformats.org/drawingml/2006/main" noGrp="1"/>
          </p:cNvSpPr>
          <p:nvPr/>
        </p:nvSpPr>
        <p:spPr>
          <a:xfrm xmlns:a="http://schemas.openxmlformats.org/drawingml/2006/main">
            <a:off x="7068312" y="3770986"/>
            <a:ext cx="4398264" cy="40416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200"/>
              </a:lnSpc>
              <a:buNone/>
            </a:pPr>
            <a:r>
              <a:rPr sz="900">
                <a:solidFill>
                  <a:srgbClr val="4B4458"/>
                </a:solidFill>
                <a:latin typeface="Calibri"/>
                <a:ea typeface="Calibri"/>
                <a:cs typeface="Calibri"/>
              </a:rPr>
              <a:t>The business name. It should describe the amount being calculated, not the implementation.</a:t>
            </a:r>
            <a:endParaRPr sz="900"/>
          </a:p>
        </p:txBody>
      </p:sp>
      <p:sp>
        <p:nvSpPr>
          <p:cNvPr id="43" name="Shape 40">
            <a:extLst xmlns:a="http://schemas.openxmlformats.org/drawingml/2006/main">
              <a:ext uri="{FF2B5EF4-FFF2-40B4-BE49-F238E27FC236}">
                <a16:creationId xmlns:a16="http://schemas.microsoft.com/office/drawing/2014/main" id="{BB68451C-FC3A-476E-94F1-AC15CFE4E0F5}"/>
              </a:ext>
            </a:extLst>
          </p:cNvPr>
          <p:cNvSpPr>
            <a:spLocks xmlns:a="http://schemas.openxmlformats.org/drawingml/2006/main" noGrp="1"/>
          </p:cNvSpPr>
          <p:nvPr/>
        </p:nvSpPr>
        <p:spPr>
          <a:xfrm xmlns:a="http://schemas.openxmlformats.org/drawingml/2006/main">
            <a:off x="6082384" y="3730346"/>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44" name="Text 41">
            <a:extLst xmlns:a="http://schemas.openxmlformats.org/drawingml/2006/main">
              <a:ext uri="{FF2B5EF4-FFF2-40B4-BE49-F238E27FC236}">
                <a16:creationId xmlns:a16="http://schemas.microsoft.com/office/drawing/2014/main" id="{CF9C09A0-CFBD-4375-A785-2A101A14D884}"/>
              </a:ext>
            </a:extLst>
          </p:cNvPr>
          <p:cNvSpPr>
            <a:spLocks xmlns:a="http://schemas.openxmlformats.org/drawingml/2006/main" noGrp="1"/>
          </p:cNvSpPr>
          <p:nvPr/>
        </p:nvSpPr>
        <p:spPr>
          <a:xfrm xmlns:a="http://schemas.openxmlformats.org/drawingml/2006/main">
            <a:off x="6082384" y="3730346"/>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4</a:t>
            </a:r>
            <a:endParaRPr sz="850"/>
          </a:p>
        </p:txBody>
      </p:sp>
      <p:sp>
        <p:nvSpPr>
          <p:cNvPr id="45" name="Shape 42">
            <a:extLst xmlns:a="http://schemas.openxmlformats.org/drawingml/2006/main">
              <a:ext uri="{FF2B5EF4-FFF2-40B4-BE49-F238E27FC236}">
                <a16:creationId xmlns:a16="http://schemas.microsoft.com/office/drawing/2014/main" id="{B5694749-AE0B-41F1-BA64-F0DF5F9153AE}"/>
              </a:ext>
            </a:extLst>
          </p:cNvPr>
          <p:cNvSpPr>
            <a:spLocks xmlns:a="http://schemas.openxmlformats.org/drawingml/2006/main" noGrp="1"/>
          </p:cNvSpPr>
          <p:nvPr/>
        </p:nvSpPr>
        <p:spPr>
          <a:xfrm xmlns:a="http://schemas.openxmlformats.org/drawingml/2006/main">
            <a:off x="6940296" y="4394606"/>
            <a:ext cx="4654296" cy="861365"/>
          </a:xfrm>
          <a:prstGeom xmlns:a="http://schemas.openxmlformats.org/drawingml/2006/main" prst="roundRect">
            <a:avLst>
              <a:gd name="adj" fmla="val 6369"/>
            </a:avLst>
          </a:prstGeom>
          <a:solidFill xmlns:a="http://schemas.openxmlformats.org/drawingml/2006/main">
            <a:srgbClr val="F4F6FB"/>
          </a:solidFill>
          <a:ln xmlns:a="http://schemas.openxmlformats.org/drawingml/2006/main" w="12700">
            <a:solidFill>
              <a:srgbClr val="D8DEEC"/>
            </a:solidFill>
            <a:prstDash val="solid"/>
          </a:ln>
        </p:spPr>
      </p:sp>
      <p:sp>
        <p:nvSpPr>
          <p:cNvPr id="46" name="Shape 43">
            <a:extLst xmlns:a="http://schemas.openxmlformats.org/drawingml/2006/main">
              <a:ext uri="{FF2B5EF4-FFF2-40B4-BE49-F238E27FC236}">
                <a16:creationId xmlns:a16="http://schemas.microsoft.com/office/drawing/2014/main" id="{46D7E417-3EA7-41F7-81BF-181DA91D8486}"/>
              </a:ext>
            </a:extLst>
          </p:cNvPr>
          <p:cNvSpPr>
            <a:spLocks xmlns:a="http://schemas.openxmlformats.org/drawingml/2006/main" noGrp="1"/>
          </p:cNvSpPr>
          <p:nvPr/>
        </p:nvSpPr>
        <p:spPr>
          <a:xfrm xmlns:a="http://schemas.openxmlformats.org/drawingml/2006/main">
            <a:off x="7050024" y="4504334"/>
            <a:ext cx="237744" cy="237744"/>
          </a:xfrm>
          <a:prstGeom xmlns:a="http://schemas.openxmlformats.org/drawingml/2006/main" prst="ellipse">
            <a:avLst/>
          </a:prstGeom>
          <a:solidFill xmlns:a="http://schemas.openxmlformats.org/drawingml/2006/main">
            <a:srgbClr val="1E2761"/>
          </a:solidFill>
        </p:spPr>
      </p:sp>
      <p:sp>
        <p:nvSpPr>
          <p:cNvPr id="47" name="Text 44">
            <a:extLst xmlns:a="http://schemas.openxmlformats.org/drawingml/2006/main">
              <a:ext uri="{FF2B5EF4-FFF2-40B4-BE49-F238E27FC236}">
                <a16:creationId xmlns:a16="http://schemas.microsoft.com/office/drawing/2014/main" id="{D2BFE6C1-26A5-44D3-8322-04570170923B}"/>
              </a:ext>
            </a:extLst>
          </p:cNvPr>
          <p:cNvSpPr>
            <a:spLocks xmlns:a="http://schemas.openxmlformats.org/drawingml/2006/main" noGrp="1"/>
          </p:cNvSpPr>
          <p:nvPr/>
        </p:nvSpPr>
        <p:spPr>
          <a:xfrm xmlns:a="http://schemas.openxmlformats.org/drawingml/2006/main">
            <a:off x="7050024" y="4504334"/>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4</a:t>
            </a:r>
            <a:endParaRPr sz="800"/>
          </a:p>
        </p:txBody>
      </p:sp>
      <p:sp>
        <p:nvSpPr>
          <p:cNvPr id="48" name="Text 45">
            <a:extLst xmlns:a="http://schemas.openxmlformats.org/drawingml/2006/main">
              <a:ext uri="{FF2B5EF4-FFF2-40B4-BE49-F238E27FC236}">
                <a16:creationId xmlns:a16="http://schemas.microsoft.com/office/drawing/2014/main" id="{C775A902-2260-4F1D-B8D4-927ECBEF860B}"/>
              </a:ext>
            </a:extLst>
          </p:cNvPr>
          <p:cNvSpPr>
            <a:spLocks xmlns:a="http://schemas.openxmlformats.org/drawingml/2006/main" noGrp="1"/>
          </p:cNvSpPr>
          <p:nvPr/>
        </p:nvSpPr>
        <p:spPr>
          <a:xfrm xmlns:a="http://schemas.openxmlformats.org/drawingml/2006/main">
            <a:off x="7379208" y="4467758"/>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E2761"/>
                </a:solidFill>
                <a:latin typeface="Calibri"/>
                <a:ea typeface="Calibri"/>
                <a:cs typeface="Calibri"/>
              </a:rPr>
              <a:t>Category</a:t>
            </a:r>
            <a:endParaRPr sz="1050"/>
          </a:p>
        </p:txBody>
      </p:sp>
      <p:sp>
        <p:nvSpPr>
          <p:cNvPr id="49" name="Text 46">
            <a:extLst xmlns:a="http://schemas.openxmlformats.org/drawingml/2006/main">
              <a:ext uri="{FF2B5EF4-FFF2-40B4-BE49-F238E27FC236}">
                <a16:creationId xmlns:a16="http://schemas.microsoft.com/office/drawing/2014/main" id="{6D279540-7DDC-437C-B81C-280AFBB5DA24}"/>
              </a:ext>
            </a:extLst>
          </p:cNvPr>
          <p:cNvSpPr>
            <a:spLocks xmlns:a="http://schemas.openxmlformats.org/drawingml/2006/main" noGrp="1"/>
          </p:cNvSpPr>
          <p:nvPr/>
        </p:nvSpPr>
        <p:spPr>
          <a:xfrm xmlns:a="http://schemas.openxmlformats.org/drawingml/2006/main">
            <a:off x="7068312" y="4778654"/>
            <a:ext cx="4398264" cy="40416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200"/>
              </a:lnSpc>
              <a:buNone/>
            </a:pPr>
            <a:r>
              <a:rPr sz="900">
                <a:solidFill>
                  <a:srgbClr val="4B4458"/>
                </a:solidFill>
                <a:latin typeface="Calibri"/>
                <a:ea typeface="Calibri"/>
                <a:cs typeface="Calibri"/>
              </a:rPr>
              <a:t>Groups similar rules—earnings, deductions, tax and so on—so users can filter and assign correctly.</a:t>
            </a:r>
            <a:endParaRPr sz="900"/>
          </a:p>
        </p:txBody>
      </p:sp>
      <p:sp>
        <p:nvSpPr>
          <p:cNvPr id="50" name="Shape 47">
            <a:extLst xmlns:a="http://schemas.openxmlformats.org/drawingml/2006/main">
              <a:ext uri="{FF2B5EF4-FFF2-40B4-BE49-F238E27FC236}">
                <a16:creationId xmlns:a16="http://schemas.microsoft.com/office/drawing/2014/main" id="{820DFAC8-473F-4E4B-8D81-C618004B364F}"/>
              </a:ext>
            </a:extLst>
          </p:cNvPr>
          <p:cNvSpPr>
            <a:spLocks xmlns:a="http://schemas.openxmlformats.org/drawingml/2006/main" noGrp="1"/>
          </p:cNvSpPr>
          <p:nvPr/>
        </p:nvSpPr>
        <p:spPr>
          <a:xfrm xmlns:a="http://schemas.openxmlformats.org/drawingml/2006/main">
            <a:off x="6082384" y="4392402"/>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51" name="Text 48">
            <a:extLst xmlns:a="http://schemas.openxmlformats.org/drawingml/2006/main">
              <a:ext uri="{FF2B5EF4-FFF2-40B4-BE49-F238E27FC236}">
                <a16:creationId xmlns:a16="http://schemas.microsoft.com/office/drawing/2014/main" id="{FBD15941-B630-4522-BE2F-1EA8E82E60E8}"/>
              </a:ext>
            </a:extLst>
          </p:cNvPr>
          <p:cNvSpPr>
            <a:spLocks xmlns:a="http://schemas.openxmlformats.org/drawingml/2006/main" noGrp="1"/>
          </p:cNvSpPr>
          <p:nvPr/>
        </p:nvSpPr>
        <p:spPr>
          <a:xfrm xmlns:a="http://schemas.openxmlformats.org/drawingml/2006/main">
            <a:off x="6082384" y="4392402"/>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5</a:t>
            </a:r>
            <a:endParaRPr sz="850"/>
          </a:p>
        </p:txBody>
      </p:sp>
      <p:sp>
        <p:nvSpPr>
          <p:cNvPr id="52" name="Shape 49">
            <a:extLst xmlns:a="http://schemas.openxmlformats.org/drawingml/2006/main">
              <a:ext uri="{FF2B5EF4-FFF2-40B4-BE49-F238E27FC236}">
                <a16:creationId xmlns:a16="http://schemas.microsoft.com/office/drawing/2014/main" id="{4E5089A2-885F-4EF0-AD12-2BF163924F70}"/>
              </a:ext>
            </a:extLst>
          </p:cNvPr>
          <p:cNvSpPr>
            <a:spLocks xmlns:a="http://schemas.openxmlformats.org/drawingml/2006/main" noGrp="1"/>
          </p:cNvSpPr>
          <p:nvPr/>
        </p:nvSpPr>
        <p:spPr>
          <a:xfrm xmlns:a="http://schemas.openxmlformats.org/drawingml/2006/main">
            <a:off x="6940296" y="5402275"/>
            <a:ext cx="4654296" cy="861365"/>
          </a:xfrm>
          <a:prstGeom xmlns:a="http://schemas.openxmlformats.org/drawingml/2006/main" prst="roundRect">
            <a:avLst>
              <a:gd name="adj" fmla="val 6369"/>
            </a:avLst>
          </a:prstGeom>
          <a:solidFill xmlns:a="http://schemas.openxmlformats.org/drawingml/2006/main">
            <a:srgbClr val="F4F6FB"/>
          </a:solidFill>
          <a:ln xmlns:a="http://schemas.openxmlformats.org/drawingml/2006/main" w="12700">
            <a:solidFill>
              <a:srgbClr val="D8DEEC"/>
            </a:solidFill>
            <a:prstDash val="solid"/>
          </a:ln>
        </p:spPr>
      </p:sp>
      <p:sp>
        <p:nvSpPr>
          <p:cNvPr id="53" name="Shape 50">
            <a:extLst xmlns:a="http://schemas.openxmlformats.org/drawingml/2006/main">
              <a:ext uri="{FF2B5EF4-FFF2-40B4-BE49-F238E27FC236}">
                <a16:creationId xmlns:a16="http://schemas.microsoft.com/office/drawing/2014/main" id="{65418CB1-5658-4316-A7E9-270DFEE7A86D}"/>
              </a:ext>
            </a:extLst>
          </p:cNvPr>
          <p:cNvSpPr>
            <a:spLocks xmlns:a="http://schemas.openxmlformats.org/drawingml/2006/main" noGrp="1"/>
          </p:cNvSpPr>
          <p:nvPr/>
        </p:nvSpPr>
        <p:spPr>
          <a:xfrm xmlns:a="http://schemas.openxmlformats.org/drawingml/2006/main">
            <a:off x="7050024" y="5512003"/>
            <a:ext cx="237744" cy="237744"/>
          </a:xfrm>
          <a:prstGeom xmlns:a="http://schemas.openxmlformats.org/drawingml/2006/main" prst="ellipse">
            <a:avLst/>
          </a:prstGeom>
          <a:solidFill xmlns:a="http://schemas.openxmlformats.org/drawingml/2006/main">
            <a:srgbClr val="1E2761"/>
          </a:solidFill>
        </p:spPr>
      </p:sp>
      <p:sp>
        <p:nvSpPr>
          <p:cNvPr id="54" name="Text 51">
            <a:extLst xmlns:a="http://schemas.openxmlformats.org/drawingml/2006/main">
              <a:ext uri="{FF2B5EF4-FFF2-40B4-BE49-F238E27FC236}">
                <a16:creationId xmlns:a16="http://schemas.microsoft.com/office/drawing/2014/main" id="{7D59564E-7614-4E8F-B4D7-A34A327A4BA0}"/>
              </a:ext>
            </a:extLst>
          </p:cNvPr>
          <p:cNvSpPr>
            <a:spLocks xmlns:a="http://schemas.openxmlformats.org/drawingml/2006/main" noGrp="1"/>
          </p:cNvSpPr>
          <p:nvPr/>
        </p:nvSpPr>
        <p:spPr>
          <a:xfrm xmlns:a="http://schemas.openxmlformats.org/drawingml/2006/main">
            <a:off x="7050024" y="5512003"/>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5</a:t>
            </a:r>
            <a:endParaRPr sz="800"/>
          </a:p>
        </p:txBody>
      </p:sp>
      <p:sp>
        <p:nvSpPr>
          <p:cNvPr id="55" name="Text 52">
            <a:extLst xmlns:a="http://schemas.openxmlformats.org/drawingml/2006/main">
              <a:ext uri="{FF2B5EF4-FFF2-40B4-BE49-F238E27FC236}">
                <a16:creationId xmlns:a16="http://schemas.microsoft.com/office/drawing/2014/main" id="{86ACC14D-8472-4324-AC00-4E973B5C1328}"/>
              </a:ext>
            </a:extLst>
          </p:cNvPr>
          <p:cNvSpPr>
            <a:spLocks xmlns:a="http://schemas.openxmlformats.org/drawingml/2006/main" noGrp="1"/>
          </p:cNvSpPr>
          <p:nvPr/>
        </p:nvSpPr>
        <p:spPr>
          <a:xfrm xmlns:a="http://schemas.openxmlformats.org/drawingml/2006/main">
            <a:off x="7379208" y="5475427"/>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E2761"/>
                </a:solidFill>
                <a:latin typeface="Calibri"/>
                <a:ea typeface="Calibri"/>
                <a:cs typeface="Calibri"/>
              </a:rPr>
              <a:t>Formula</a:t>
            </a:r>
            <a:endParaRPr sz="1050"/>
          </a:p>
        </p:txBody>
      </p:sp>
      <p:sp>
        <p:nvSpPr>
          <p:cNvPr id="56" name="Text 53">
            <a:extLst xmlns:a="http://schemas.openxmlformats.org/drawingml/2006/main">
              <a:ext uri="{FF2B5EF4-FFF2-40B4-BE49-F238E27FC236}">
                <a16:creationId xmlns:a16="http://schemas.microsoft.com/office/drawing/2014/main" id="{D6280D0D-AF58-4567-812C-9D8E74D9BEEC}"/>
              </a:ext>
            </a:extLst>
          </p:cNvPr>
          <p:cNvSpPr>
            <a:spLocks xmlns:a="http://schemas.openxmlformats.org/drawingml/2006/main" noGrp="1"/>
          </p:cNvSpPr>
          <p:nvPr/>
        </p:nvSpPr>
        <p:spPr>
          <a:xfrm xmlns:a="http://schemas.openxmlformats.org/drawingml/2006/main">
            <a:off x="7068312" y="5786323"/>
            <a:ext cx="4398264" cy="40416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200"/>
              </a:lnSpc>
              <a:buNone/>
            </a:pPr>
            <a:r>
              <a:rPr sz="900">
                <a:solidFill>
                  <a:srgbClr val="4B4458"/>
                </a:solidFill>
                <a:latin typeface="Calibri"/>
                <a:ea typeface="Calibri"/>
                <a:cs typeface="Calibri"/>
              </a:rPr>
              <a:t>A quick read of the current expression. Open the record when the full mapped-field detail is needed.</a:t>
            </a:r>
            <a:endParaRPr sz="900"/>
          </a:p>
        </p:txBody>
      </p:sp>
    </p:spTree>
    <p:extLst>
      <p:ext uri="{BB962C8B-B14F-4D97-AF65-F5344CB8AC3E}">
        <p14:creationId xmlns:p14="http://schemas.microsoft.com/office/powerpoint/2010/main" val="24957883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1789A2C-0307-4992-BCC0-43CA29CDA1C8}"/>
              </a:ext>
            </a:extLst>
          </p:cNvPr>
          <p:cNvSpPr>
            <a:spLocks xmlns:a="http://schemas.openxmlformats.org/drawingml/2006/main" noGrp="1"/>
          </p:cNvSpPr>
          <p:nvPr/>
        </p:nvSpPr>
        <p:spPr>
          <a:xfrm xmlns:a="http://schemas.openxmlformats.org/drawingml/2006/main">
            <a:off x="566928" y="329184"/>
            <a:ext cx="11027664"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COMPUTATION REGISTER · FIELD GUIDE 2 OF 2</a:t>
            </a:r>
            <a:endParaRPr sz="1000"/>
          </a:p>
        </p:txBody>
      </p:sp>
      <p:sp>
        <p:nvSpPr>
          <p:cNvPr id="3" name="Text 1">
            <a:extLst xmlns:a="http://schemas.openxmlformats.org/drawingml/2006/main">
              <a:ext uri="{FF2B5EF4-FFF2-40B4-BE49-F238E27FC236}">
                <a16:creationId xmlns:a16="http://schemas.microsoft.com/office/drawing/2014/main" id="{1F2476F4-1259-4E08-A3A5-8BC7EF0D6515}"/>
              </a:ext>
            </a:extLst>
          </p:cNvPr>
          <p:cNvSpPr>
            <a:spLocks xmlns:a="http://schemas.openxmlformats.org/drawingml/2006/main" noGrp="1"/>
          </p:cNvSpPr>
          <p:nvPr/>
        </p:nvSpPr>
        <p:spPr>
          <a:xfrm xmlns:a="http://schemas.openxmlformats.org/drawingml/2006/main">
            <a:off x="566928" y="548640"/>
            <a:ext cx="110276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Version, status and row actions</a:t>
            </a:r>
            <a:endParaRPr sz="3000"/>
          </a:p>
        </p:txBody>
      </p:sp>
      <p:pic>
        <p:nvPicPr>
          <p:cNvPr id="49" name="Image 0"/>
          <p:cNvPicPr>
            <a:picLocks xmlns:a="http://schemas.openxmlformats.org/drawingml/2006/main" noChangeAspect="1"/>
          </p:cNvPicPr>
          <p:nvPr/>
        </p:nvPicPr>
        <p:blipFill>
          <a:blip xmlns:r="http://schemas.openxmlformats.org/officeDocument/2006/relationships" xmlns:a="http://schemas.openxmlformats.org/drawingml/2006/main" r:embed="R228102818a23481f"/>
          <a:srcRect xmlns:a="http://schemas.openxmlformats.org/drawingml/2006/main" l="7861" t="0" r="7861" b="0"/>
          <a:stretch xmlns:a="http://schemas.openxmlformats.org/drawingml/2006/main">
            <a:fillRect l="0" t="0" r="0" b="0"/>
          </a:stretch>
        </p:blipFill>
        <p:spPr>
          <a:xfrm xmlns:a="http://schemas.openxmlformats.org/drawingml/2006/main">
            <a:off x="566928" y="2546981"/>
            <a:ext cx="5806440" cy="2541277"/>
          </a:xfrm>
          <a:prstGeom xmlns:a="http://schemas.openxmlformats.org/drawingml/2006/main" prst="rect">
            <a:avLst/>
          </a:prstGeom>
          <a:effectLst xmlns:a="http://schemas.openxmlformats.org/drawingml/2006/main">
            <a:outerShdw blurRad="127000" dist="25400" dir="5400000" algn="bl" rotWithShape="0">
              <a:srgbClr val="8892B0">
                <a:alpha val="28000"/>
              </a:srgbClr>
            </a:outerShdw>
          </a:effectLst>
        </p:spPr>
      </p:pic>
      <p:sp>
        <p:nvSpPr>
          <p:cNvPr id="5" name="Shape 2">
            <a:extLst xmlns:a="http://schemas.openxmlformats.org/drawingml/2006/main">
              <a:ext uri="{FF2B5EF4-FFF2-40B4-BE49-F238E27FC236}">
                <a16:creationId xmlns:a16="http://schemas.microsoft.com/office/drawing/2014/main" id="{7C4023A5-B63D-4058-A5CF-C7123D4CA012}"/>
              </a:ext>
            </a:extLst>
          </p:cNvPr>
          <p:cNvSpPr>
            <a:spLocks xmlns:a="http://schemas.openxmlformats.org/drawingml/2006/main" noGrp="1"/>
          </p:cNvSpPr>
          <p:nvPr/>
        </p:nvSpPr>
        <p:spPr>
          <a:xfrm xmlns:a="http://schemas.openxmlformats.org/drawingml/2006/main">
            <a:off x="6200215" y="3203945"/>
            <a:ext cx="319457"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6" name="Shape 3">
            <a:extLst xmlns:a="http://schemas.openxmlformats.org/drawingml/2006/main">
              <a:ext uri="{FF2B5EF4-FFF2-40B4-BE49-F238E27FC236}">
                <a16:creationId xmlns:a16="http://schemas.microsoft.com/office/drawing/2014/main" id="{84B6391A-EA75-453D-8369-5209547B0485}"/>
              </a:ext>
            </a:extLst>
          </p:cNvPr>
          <p:cNvSpPr>
            <a:spLocks xmlns:a="http://schemas.openxmlformats.org/drawingml/2006/main" noGrp="1"/>
          </p:cNvSpPr>
          <p:nvPr/>
        </p:nvSpPr>
        <p:spPr>
          <a:xfrm xmlns:a="http://schemas.openxmlformats.org/drawingml/2006/main">
            <a:off x="6519672" y="1928241"/>
            <a:ext cx="0" cy="1275704"/>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7" name="Shape 4">
            <a:extLst xmlns:a="http://schemas.openxmlformats.org/drawingml/2006/main">
              <a:ext uri="{FF2B5EF4-FFF2-40B4-BE49-F238E27FC236}">
                <a16:creationId xmlns:a16="http://schemas.microsoft.com/office/drawing/2014/main" id="{2D204B66-31D8-4BD0-B32F-F630AEE186C5}"/>
              </a:ext>
            </a:extLst>
          </p:cNvPr>
          <p:cNvSpPr>
            <a:spLocks xmlns:a="http://schemas.openxmlformats.org/drawingml/2006/main" noGrp="1"/>
          </p:cNvSpPr>
          <p:nvPr/>
        </p:nvSpPr>
        <p:spPr>
          <a:xfrm xmlns:a="http://schemas.openxmlformats.org/drawingml/2006/main">
            <a:off x="6519672" y="1928241"/>
            <a:ext cx="420624"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8" name="Shape 5">
            <a:extLst xmlns:a="http://schemas.openxmlformats.org/drawingml/2006/main">
              <a:ext uri="{FF2B5EF4-FFF2-40B4-BE49-F238E27FC236}">
                <a16:creationId xmlns:a16="http://schemas.microsoft.com/office/drawing/2014/main" id="{1FD8156D-589A-4EFD-99E2-F6F3D8A817E8}"/>
              </a:ext>
            </a:extLst>
          </p:cNvPr>
          <p:cNvSpPr>
            <a:spLocks xmlns:a="http://schemas.openxmlformats.org/drawingml/2006/main" noGrp="1"/>
          </p:cNvSpPr>
          <p:nvPr/>
        </p:nvSpPr>
        <p:spPr>
          <a:xfrm xmlns:a="http://schemas.openxmlformats.org/drawingml/2006/main">
            <a:off x="3408995" y="2629277"/>
            <a:ext cx="0" cy="1435341"/>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9" name="Shape 6">
            <a:extLst xmlns:a="http://schemas.openxmlformats.org/drawingml/2006/main">
              <a:ext uri="{FF2B5EF4-FFF2-40B4-BE49-F238E27FC236}">
                <a16:creationId xmlns:a16="http://schemas.microsoft.com/office/drawing/2014/main" id="{6A617390-029D-4DBA-8DBA-D7C8C40A16B6}"/>
              </a:ext>
            </a:extLst>
          </p:cNvPr>
          <p:cNvSpPr>
            <a:spLocks xmlns:a="http://schemas.openxmlformats.org/drawingml/2006/main" noGrp="1"/>
          </p:cNvSpPr>
          <p:nvPr/>
        </p:nvSpPr>
        <p:spPr>
          <a:xfrm xmlns:a="http://schemas.openxmlformats.org/drawingml/2006/main">
            <a:off x="3408995" y="2629277"/>
            <a:ext cx="3143595"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0" name="Shape 7">
            <a:extLst xmlns:a="http://schemas.openxmlformats.org/drawingml/2006/main">
              <a:ext uri="{FF2B5EF4-FFF2-40B4-BE49-F238E27FC236}">
                <a16:creationId xmlns:a16="http://schemas.microsoft.com/office/drawing/2014/main" id="{93F0B658-85E3-40ED-9738-239BC454282B}"/>
              </a:ext>
            </a:extLst>
          </p:cNvPr>
          <p:cNvSpPr>
            <a:spLocks xmlns:a="http://schemas.openxmlformats.org/drawingml/2006/main" noGrp="1"/>
          </p:cNvSpPr>
          <p:nvPr/>
        </p:nvSpPr>
        <p:spPr>
          <a:xfrm xmlns:a="http://schemas.openxmlformats.org/drawingml/2006/main">
            <a:off x="6552590" y="2629277"/>
            <a:ext cx="0" cy="55855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1" name="Shape 8">
            <a:extLst xmlns:a="http://schemas.openxmlformats.org/drawingml/2006/main">
              <a:ext uri="{FF2B5EF4-FFF2-40B4-BE49-F238E27FC236}">
                <a16:creationId xmlns:a16="http://schemas.microsoft.com/office/drawing/2014/main" id="{5224BB1E-C004-41AD-BEC9-6B0F062DEAF1}"/>
              </a:ext>
            </a:extLst>
          </p:cNvPr>
          <p:cNvSpPr>
            <a:spLocks xmlns:a="http://schemas.openxmlformats.org/drawingml/2006/main" noGrp="1"/>
          </p:cNvSpPr>
          <p:nvPr/>
        </p:nvSpPr>
        <p:spPr>
          <a:xfrm xmlns:a="http://schemas.openxmlformats.org/drawingml/2006/main">
            <a:off x="6552590" y="3187827"/>
            <a:ext cx="387706"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12" name="Shape 9">
            <a:extLst xmlns:a="http://schemas.openxmlformats.org/drawingml/2006/main">
              <a:ext uri="{FF2B5EF4-FFF2-40B4-BE49-F238E27FC236}">
                <a16:creationId xmlns:a16="http://schemas.microsoft.com/office/drawing/2014/main" id="{F4CA5A2A-1674-402A-85C9-78CCD915A1DC}"/>
              </a:ext>
            </a:extLst>
          </p:cNvPr>
          <p:cNvSpPr>
            <a:spLocks xmlns:a="http://schemas.openxmlformats.org/drawingml/2006/main" noGrp="1"/>
          </p:cNvSpPr>
          <p:nvPr/>
        </p:nvSpPr>
        <p:spPr>
          <a:xfrm xmlns:a="http://schemas.openxmlformats.org/drawingml/2006/main">
            <a:off x="6210400" y="4064618"/>
            <a:ext cx="375108"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3" name="Shape 10">
            <a:extLst xmlns:a="http://schemas.openxmlformats.org/drawingml/2006/main">
              <a:ext uri="{FF2B5EF4-FFF2-40B4-BE49-F238E27FC236}">
                <a16:creationId xmlns:a16="http://schemas.microsoft.com/office/drawing/2014/main" id="{8BA7DCC2-3CC3-4517-B0F7-CE60D0F3F9EA}"/>
              </a:ext>
            </a:extLst>
          </p:cNvPr>
          <p:cNvSpPr>
            <a:spLocks xmlns:a="http://schemas.openxmlformats.org/drawingml/2006/main" noGrp="1"/>
          </p:cNvSpPr>
          <p:nvPr/>
        </p:nvSpPr>
        <p:spPr>
          <a:xfrm xmlns:a="http://schemas.openxmlformats.org/drawingml/2006/main">
            <a:off x="6585509" y="4064618"/>
            <a:ext cx="0" cy="382795"/>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4" name="Shape 11">
            <a:extLst xmlns:a="http://schemas.openxmlformats.org/drawingml/2006/main">
              <a:ext uri="{FF2B5EF4-FFF2-40B4-BE49-F238E27FC236}">
                <a16:creationId xmlns:a16="http://schemas.microsoft.com/office/drawing/2014/main" id="{9EEF23BB-72B4-4FF3-9DE9-E23B1EDA897A}"/>
              </a:ext>
            </a:extLst>
          </p:cNvPr>
          <p:cNvSpPr>
            <a:spLocks xmlns:a="http://schemas.openxmlformats.org/drawingml/2006/main" noGrp="1"/>
          </p:cNvSpPr>
          <p:nvPr/>
        </p:nvSpPr>
        <p:spPr>
          <a:xfrm xmlns:a="http://schemas.openxmlformats.org/drawingml/2006/main">
            <a:off x="6585509" y="4447413"/>
            <a:ext cx="354787"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15" name="Shape 12">
            <a:extLst xmlns:a="http://schemas.openxmlformats.org/drawingml/2006/main">
              <a:ext uri="{FF2B5EF4-FFF2-40B4-BE49-F238E27FC236}">
                <a16:creationId xmlns:a16="http://schemas.microsoft.com/office/drawing/2014/main" id="{95C94130-33F8-45AB-A8B3-06054DBBDE0B}"/>
              </a:ext>
            </a:extLst>
          </p:cNvPr>
          <p:cNvSpPr>
            <a:spLocks xmlns:a="http://schemas.openxmlformats.org/drawingml/2006/main" noGrp="1"/>
          </p:cNvSpPr>
          <p:nvPr/>
        </p:nvSpPr>
        <p:spPr>
          <a:xfrm xmlns:a="http://schemas.openxmlformats.org/drawingml/2006/main">
            <a:off x="3408995" y="4726674"/>
            <a:ext cx="3209432"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6" name="Shape 13">
            <a:extLst xmlns:a="http://schemas.openxmlformats.org/drawingml/2006/main">
              <a:ext uri="{FF2B5EF4-FFF2-40B4-BE49-F238E27FC236}">
                <a16:creationId xmlns:a16="http://schemas.microsoft.com/office/drawing/2014/main" id="{8EB0983C-49AC-4C4B-9BCC-3C95E20F441B}"/>
              </a:ext>
            </a:extLst>
          </p:cNvPr>
          <p:cNvSpPr>
            <a:spLocks xmlns:a="http://schemas.openxmlformats.org/drawingml/2006/main" noGrp="1"/>
          </p:cNvSpPr>
          <p:nvPr/>
        </p:nvSpPr>
        <p:spPr>
          <a:xfrm xmlns:a="http://schemas.openxmlformats.org/drawingml/2006/main">
            <a:off x="6618427" y="4726674"/>
            <a:ext cx="0" cy="980325"/>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7" name="Shape 14">
            <a:extLst xmlns:a="http://schemas.openxmlformats.org/drawingml/2006/main">
              <a:ext uri="{FF2B5EF4-FFF2-40B4-BE49-F238E27FC236}">
                <a16:creationId xmlns:a16="http://schemas.microsoft.com/office/drawing/2014/main" id="{0C6F1A89-B451-40EB-ABB1-3CD3F0A6ACD4}"/>
              </a:ext>
            </a:extLst>
          </p:cNvPr>
          <p:cNvSpPr>
            <a:spLocks xmlns:a="http://schemas.openxmlformats.org/drawingml/2006/main" noGrp="1"/>
          </p:cNvSpPr>
          <p:nvPr/>
        </p:nvSpPr>
        <p:spPr>
          <a:xfrm xmlns:a="http://schemas.openxmlformats.org/drawingml/2006/main">
            <a:off x="6618427" y="5706999"/>
            <a:ext cx="321869"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18" name="Shape 15">
            <a:extLst xmlns:a="http://schemas.openxmlformats.org/drawingml/2006/main">
              <a:ext uri="{FF2B5EF4-FFF2-40B4-BE49-F238E27FC236}">
                <a16:creationId xmlns:a16="http://schemas.microsoft.com/office/drawing/2014/main" id="{C9C2674B-69C9-4384-BA03-F5A1CC6F15FD}"/>
              </a:ext>
            </a:extLst>
          </p:cNvPr>
          <p:cNvSpPr>
            <a:spLocks xmlns:a="http://schemas.openxmlformats.org/drawingml/2006/main" noGrp="1"/>
          </p:cNvSpPr>
          <p:nvPr/>
        </p:nvSpPr>
        <p:spPr>
          <a:xfrm xmlns:a="http://schemas.openxmlformats.org/drawingml/2006/main">
            <a:off x="6072199" y="3075929"/>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19" name="Text 16">
            <a:extLst xmlns:a="http://schemas.openxmlformats.org/drawingml/2006/main">
              <a:ext uri="{FF2B5EF4-FFF2-40B4-BE49-F238E27FC236}">
                <a16:creationId xmlns:a16="http://schemas.microsoft.com/office/drawing/2014/main" id="{9DEF7BA1-BC7A-4F51-B0ED-26D5E772C0CC}"/>
              </a:ext>
            </a:extLst>
          </p:cNvPr>
          <p:cNvSpPr>
            <a:spLocks xmlns:a="http://schemas.openxmlformats.org/drawingml/2006/main" noGrp="1"/>
          </p:cNvSpPr>
          <p:nvPr/>
        </p:nvSpPr>
        <p:spPr>
          <a:xfrm xmlns:a="http://schemas.openxmlformats.org/drawingml/2006/main">
            <a:off x="6072199" y="3075929"/>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1</a:t>
            </a:r>
            <a:endParaRPr sz="850"/>
          </a:p>
        </p:txBody>
      </p:sp>
      <p:sp>
        <p:nvSpPr>
          <p:cNvPr id="20" name="Shape 17">
            <a:extLst xmlns:a="http://schemas.openxmlformats.org/drawingml/2006/main">
              <a:ext uri="{FF2B5EF4-FFF2-40B4-BE49-F238E27FC236}">
                <a16:creationId xmlns:a16="http://schemas.microsoft.com/office/drawing/2014/main" id="{34EDBA76-B306-48C7-9388-70FFD52EC7F6}"/>
              </a:ext>
            </a:extLst>
          </p:cNvPr>
          <p:cNvSpPr>
            <a:spLocks xmlns:a="http://schemas.openxmlformats.org/drawingml/2006/main" noGrp="1"/>
          </p:cNvSpPr>
          <p:nvPr/>
        </p:nvSpPr>
        <p:spPr>
          <a:xfrm xmlns:a="http://schemas.openxmlformats.org/drawingml/2006/main">
            <a:off x="6940296" y="1371600"/>
            <a:ext cx="4654296" cy="1113282"/>
          </a:xfrm>
          <a:prstGeom xmlns:a="http://schemas.openxmlformats.org/drawingml/2006/main" prst="roundRect">
            <a:avLst>
              <a:gd name="adj" fmla="val 4928"/>
            </a:avLst>
          </a:prstGeom>
          <a:solidFill xmlns:a="http://schemas.openxmlformats.org/drawingml/2006/main">
            <a:srgbClr val="F4F6FB"/>
          </a:solidFill>
          <a:ln xmlns:a="http://schemas.openxmlformats.org/drawingml/2006/main" w="12700">
            <a:solidFill>
              <a:srgbClr val="D8DEEC"/>
            </a:solidFill>
            <a:prstDash val="solid"/>
          </a:ln>
        </p:spPr>
      </p:sp>
      <p:sp>
        <p:nvSpPr>
          <p:cNvPr id="21" name="Shape 18">
            <a:extLst xmlns:a="http://schemas.openxmlformats.org/drawingml/2006/main">
              <a:ext uri="{FF2B5EF4-FFF2-40B4-BE49-F238E27FC236}">
                <a16:creationId xmlns:a16="http://schemas.microsoft.com/office/drawing/2014/main" id="{CA73D063-0D21-474F-AF0E-42F05FBA5D4A}"/>
              </a:ext>
            </a:extLst>
          </p:cNvPr>
          <p:cNvSpPr>
            <a:spLocks xmlns:a="http://schemas.openxmlformats.org/drawingml/2006/main" noGrp="1"/>
          </p:cNvSpPr>
          <p:nvPr/>
        </p:nvSpPr>
        <p:spPr>
          <a:xfrm xmlns:a="http://schemas.openxmlformats.org/drawingml/2006/main">
            <a:off x="7050024" y="1481328"/>
            <a:ext cx="237744" cy="237744"/>
          </a:xfrm>
          <a:prstGeom xmlns:a="http://schemas.openxmlformats.org/drawingml/2006/main" prst="ellipse">
            <a:avLst/>
          </a:prstGeom>
          <a:solidFill xmlns:a="http://schemas.openxmlformats.org/drawingml/2006/main">
            <a:srgbClr val="1E2761"/>
          </a:solidFill>
        </p:spPr>
      </p:sp>
      <p:sp>
        <p:nvSpPr>
          <p:cNvPr id="22" name="Text 19">
            <a:extLst xmlns:a="http://schemas.openxmlformats.org/drawingml/2006/main">
              <a:ext uri="{FF2B5EF4-FFF2-40B4-BE49-F238E27FC236}">
                <a16:creationId xmlns:a16="http://schemas.microsoft.com/office/drawing/2014/main" id="{D8B09303-A233-4124-B6A2-D1128EDF9280}"/>
              </a:ext>
            </a:extLst>
          </p:cNvPr>
          <p:cNvSpPr>
            <a:spLocks xmlns:a="http://schemas.openxmlformats.org/drawingml/2006/main" noGrp="1"/>
          </p:cNvSpPr>
          <p:nvPr/>
        </p:nvSpPr>
        <p:spPr>
          <a:xfrm xmlns:a="http://schemas.openxmlformats.org/drawingml/2006/main">
            <a:off x="7050024" y="1481328"/>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1</a:t>
            </a:r>
            <a:endParaRPr sz="800"/>
          </a:p>
        </p:txBody>
      </p:sp>
      <p:sp>
        <p:nvSpPr>
          <p:cNvPr id="23" name="Text 20">
            <a:extLst xmlns:a="http://schemas.openxmlformats.org/drawingml/2006/main">
              <a:ext uri="{FF2B5EF4-FFF2-40B4-BE49-F238E27FC236}">
                <a16:creationId xmlns:a16="http://schemas.microsoft.com/office/drawing/2014/main" id="{25C654B2-46D9-4272-9D7E-7ED19C1A7295}"/>
              </a:ext>
            </a:extLst>
          </p:cNvPr>
          <p:cNvSpPr>
            <a:spLocks xmlns:a="http://schemas.openxmlformats.org/drawingml/2006/main" noGrp="1"/>
          </p:cNvSpPr>
          <p:nvPr/>
        </p:nvSpPr>
        <p:spPr>
          <a:xfrm xmlns:a="http://schemas.openxmlformats.org/drawingml/2006/main">
            <a:off x="7379208" y="1444752"/>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E2761"/>
                </a:solidFill>
                <a:latin typeface="Calibri"/>
                <a:ea typeface="Calibri"/>
                <a:cs typeface="Calibri"/>
              </a:rPr>
              <a:t>Version</a:t>
            </a:r>
            <a:endParaRPr sz="1150"/>
          </a:p>
        </p:txBody>
      </p:sp>
      <p:sp>
        <p:nvSpPr>
          <p:cNvPr id="24" name="Text 21">
            <a:extLst xmlns:a="http://schemas.openxmlformats.org/drawingml/2006/main">
              <a:ext uri="{FF2B5EF4-FFF2-40B4-BE49-F238E27FC236}">
                <a16:creationId xmlns:a16="http://schemas.microsoft.com/office/drawing/2014/main" id="{59097B04-5990-44E4-BA3F-8818598721F9}"/>
              </a:ext>
            </a:extLst>
          </p:cNvPr>
          <p:cNvSpPr>
            <a:spLocks xmlns:a="http://schemas.openxmlformats.org/drawingml/2006/main" noGrp="1"/>
          </p:cNvSpPr>
          <p:nvPr/>
        </p:nvSpPr>
        <p:spPr>
          <a:xfrm xmlns:a="http://schemas.openxmlformats.org/drawingml/2006/main">
            <a:off x="7068312" y="1755648"/>
            <a:ext cx="4398264" cy="65608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00"/>
              </a:lnSpc>
              <a:buNone/>
            </a:pPr>
            <a:r>
              <a:rPr sz="1000">
                <a:solidFill>
                  <a:srgbClr val="4B4458"/>
                </a:solidFill>
                <a:latin typeface="Calibri"/>
                <a:ea typeface="Calibri"/>
                <a:cs typeface="Calibri"/>
              </a:rPr>
              <a:t>Identifies the current published rule. A payroll trail should point back to the exact version it used.</a:t>
            </a:r>
            <a:endParaRPr sz="1000"/>
          </a:p>
        </p:txBody>
      </p:sp>
      <p:sp>
        <p:nvSpPr>
          <p:cNvPr id="25" name="Shape 22">
            <a:extLst xmlns:a="http://schemas.openxmlformats.org/drawingml/2006/main">
              <a:ext uri="{FF2B5EF4-FFF2-40B4-BE49-F238E27FC236}">
                <a16:creationId xmlns:a16="http://schemas.microsoft.com/office/drawing/2014/main" id="{8B061A71-D0EE-4F5B-9AE1-CCCF870A0CC9}"/>
              </a:ext>
            </a:extLst>
          </p:cNvPr>
          <p:cNvSpPr>
            <a:spLocks xmlns:a="http://schemas.openxmlformats.org/drawingml/2006/main" noGrp="1"/>
          </p:cNvSpPr>
          <p:nvPr/>
        </p:nvSpPr>
        <p:spPr>
          <a:xfrm xmlns:a="http://schemas.openxmlformats.org/drawingml/2006/main">
            <a:off x="3280979" y="3936602"/>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26" name="Text 23">
            <a:extLst xmlns:a="http://schemas.openxmlformats.org/drawingml/2006/main">
              <a:ext uri="{FF2B5EF4-FFF2-40B4-BE49-F238E27FC236}">
                <a16:creationId xmlns:a16="http://schemas.microsoft.com/office/drawing/2014/main" id="{9D41108C-9446-431F-9DA2-8CF5462ED741}"/>
              </a:ext>
            </a:extLst>
          </p:cNvPr>
          <p:cNvSpPr>
            <a:spLocks xmlns:a="http://schemas.openxmlformats.org/drawingml/2006/main" noGrp="1"/>
          </p:cNvSpPr>
          <p:nvPr/>
        </p:nvSpPr>
        <p:spPr>
          <a:xfrm xmlns:a="http://schemas.openxmlformats.org/drawingml/2006/main">
            <a:off x="3280979" y="3936602"/>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2</a:t>
            </a:r>
            <a:endParaRPr sz="850"/>
          </a:p>
        </p:txBody>
      </p:sp>
      <p:sp>
        <p:nvSpPr>
          <p:cNvPr id="27" name="Shape 24">
            <a:extLst xmlns:a="http://schemas.openxmlformats.org/drawingml/2006/main">
              <a:ext uri="{FF2B5EF4-FFF2-40B4-BE49-F238E27FC236}">
                <a16:creationId xmlns:a16="http://schemas.microsoft.com/office/drawing/2014/main" id="{0D39734D-5322-40A0-A58B-C106F08DA5FB}"/>
              </a:ext>
            </a:extLst>
          </p:cNvPr>
          <p:cNvSpPr>
            <a:spLocks xmlns:a="http://schemas.openxmlformats.org/drawingml/2006/main" noGrp="1"/>
          </p:cNvSpPr>
          <p:nvPr/>
        </p:nvSpPr>
        <p:spPr>
          <a:xfrm xmlns:a="http://schemas.openxmlformats.org/drawingml/2006/main">
            <a:off x="6940296" y="2631186"/>
            <a:ext cx="4654296" cy="1113282"/>
          </a:xfrm>
          <a:prstGeom xmlns:a="http://schemas.openxmlformats.org/drawingml/2006/main" prst="roundRect">
            <a:avLst>
              <a:gd name="adj" fmla="val 4928"/>
            </a:avLst>
          </a:prstGeom>
          <a:solidFill xmlns:a="http://schemas.openxmlformats.org/drawingml/2006/main">
            <a:srgbClr val="F4F6FB"/>
          </a:solidFill>
          <a:ln xmlns:a="http://schemas.openxmlformats.org/drawingml/2006/main" w="12700">
            <a:solidFill>
              <a:srgbClr val="D8DEEC"/>
            </a:solidFill>
            <a:prstDash val="solid"/>
          </a:ln>
        </p:spPr>
      </p:sp>
      <p:sp>
        <p:nvSpPr>
          <p:cNvPr id="28" name="Shape 25">
            <a:extLst xmlns:a="http://schemas.openxmlformats.org/drawingml/2006/main">
              <a:ext uri="{FF2B5EF4-FFF2-40B4-BE49-F238E27FC236}">
                <a16:creationId xmlns:a16="http://schemas.microsoft.com/office/drawing/2014/main" id="{813A9D46-C9B4-4C33-A4A5-D180AD2A54E7}"/>
              </a:ext>
            </a:extLst>
          </p:cNvPr>
          <p:cNvSpPr>
            <a:spLocks xmlns:a="http://schemas.openxmlformats.org/drawingml/2006/main" noGrp="1"/>
          </p:cNvSpPr>
          <p:nvPr/>
        </p:nvSpPr>
        <p:spPr>
          <a:xfrm xmlns:a="http://schemas.openxmlformats.org/drawingml/2006/main">
            <a:off x="7050024" y="2740914"/>
            <a:ext cx="237744" cy="237744"/>
          </a:xfrm>
          <a:prstGeom xmlns:a="http://schemas.openxmlformats.org/drawingml/2006/main" prst="ellipse">
            <a:avLst/>
          </a:prstGeom>
          <a:solidFill xmlns:a="http://schemas.openxmlformats.org/drawingml/2006/main">
            <a:srgbClr val="1E2761"/>
          </a:solidFill>
        </p:spPr>
      </p:sp>
      <p:sp>
        <p:nvSpPr>
          <p:cNvPr id="29" name="Text 26">
            <a:extLst xmlns:a="http://schemas.openxmlformats.org/drawingml/2006/main">
              <a:ext uri="{FF2B5EF4-FFF2-40B4-BE49-F238E27FC236}">
                <a16:creationId xmlns:a16="http://schemas.microsoft.com/office/drawing/2014/main" id="{687F40D7-E66E-406C-8A1E-8CA3B9A6F4D3}"/>
              </a:ext>
            </a:extLst>
          </p:cNvPr>
          <p:cNvSpPr>
            <a:spLocks xmlns:a="http://schemas.openxmlformats.org/drawingml/2006/main" noGrp="1"/>
          </p:cNvSpPr>
          <p:nvPr/>
        </p:nvSpPr>
        <p:spPr>
          <a:xfrm xmlns:a="http://schemas.openxmlformats.org/drawingml/2006/main">
            <a:off x="7050024" y="2740914"/>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2</a:t>
            </a:r>
            <a:endParaRPr sz="800"/>
          </a:p>
        </p:txBody>
      </p:sp>
      <p:sp>
        <p:nvSpPr>
          <p:cNvPr id="30" name="Text 27">
            <a:extLst xmlns:a="http://schemas.openxmlformats.org/drawingml/2006/main">
              <a:ext uri="{FF2B5EF4-FFF2-40B4-BE49-F238E27FC236}">
                <a16:creationId xmlns:a16="http://schemas.microsoft.com/office/drawing/2014/main" id="{C21AC752-6945-461D-A919-FF9B6A60976B}"/>
              </a:ext>
            </a:extLst>
          </p:cNvPr>
          <p:cNvSpPr>
            <a:spLocks xmlns:a="http://schemas.openxmlformats.org/drawingml/2006/main" noGrp="1"/>
          </p:cNvSpPr>
          <p:nvPr/>
        </p:nvSpPr>
        <p:spPr>
          <a:xfrm xmlns:a="http://schemas.openxmlformats.org/drawingml/2006/main">
            <a:off x="7379208" y="2704338"/>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E2761"/>
                </a:solidFill>
                <a:latin typeface="Calibri"/>
                <a:ea typeface="Calibri"/>
                <a:cs typeface="Calibri"/>
              </a:rPr>
              <a:t>Status</a:t>
            </a:r>
            <a:endParaRPr sz="1150"/>
          </a:p>
        </p:txBody>
      </p:sp>
      <p:sp>
        <p:nvSpPr>
          <p:cNvPr id="31" name="Text 28">
            <a:extLst xmlns:a="http://schemas.openxmlformats.org/drawingml/2006/main">
              <a:ext uri="{FF2B5EF4-FFF2-40B4-BE49-F238E27FC236}">
                <a16:creationId xmlns:a16="http://schemas.microsoft.com/office/drawing/2014/main" id="{AE9465B1-AFCD-42C5-B95A-8028AEC44F39}"/>
              </a:ext>
            </a:extLst>
          </p:cNvPr>
          <p:cNvSpPr>
            <a:spLocks xmlns:a="http://schemas.openxmlformats.org/drawingml/2006/main" noGrp="1"/>
          </p:cNvSpPr>
          <p:nvPr/>
        </p:nvSpPr>
        <p:spPr>
          <a:xfrm xmlns:a="http://schemas.openxmlformats.org/drawingml/2006/main">
            <a:off x="7068312" y="3015234"/>
            <a:ext cx="4398264" cy="65608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00"/>
              </a:lnSpc>
              <a:buNone/>
            </a:pPr>
            <a:r>
              <a:rPr sz="1000">
                <a:solidFill>
                  <a:srgbClr val="4B4458"/>
                </a:solidFill>
                <a:latin typeface="Calibri"/>
                <a:ea typeface="Calibri"/>
                <a:cs typeface="Calibri"/>
              </a:rPr>
              <a:t>Active records can be selected for new use. Inactive records remain visible for history but should not be newly assigned.</a:t>
            </a:r>
            <a:endParaRPr sz="1000"/>
          </a:p>
        </p:txBody>
      </p:sp>
      <p:sp>
        <p:nvSpPr>
          <p:cNvPr id="32" name="Shape 29">
            <a:extLst xmlns:a="http://schemas.openxmlformats.org/drawingml/2006/main">
              <a:ext uri="{FF2B5EF4-FFF2-40B4-BE49-F238E27FC236}">
                <a16:creationId xmlns:a16="http://schemas.microsoft.com/office/drawing/2014/main" id="{5AD782AB-27DA-47BA-955D-FD9D52C254D4}"/>
              </a:ext>
            </a:extLst>
          </p:cNvPr>
          <p:cNvSpPr>
            <a:spLocks xmlns:a="http://schemas.openxmlformats.org/drawingml/2006/main" noGrp="1"/>
          </p:cNvSpPr>
          <p:nvPr/>
        </p:nvSpPr>
        <p:spPr>
          <a:xfrm xmlns:a="http://schemas.openxmlformats.org/drawingml/2006/main">
            <a:off x="6082384" y="3936602"/>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33" name="Text 30">
            <a:extLst xmlns:a="http://schemas.openxmlformats.org/drawingml/2006/main">
              <a:ext uri="{FF2B5EF4-FFF2-40B4-BE49-F238E27FC236}">
                <a16:creationId xmlns:a16="http://schemas.microsoft.com/office/drawing/2014/main" id="{2270C504-B7D4-441E-8C62-C39D8196F329}"/>
              </a:ext>
            </a:extLst>
          </p:cNvPr>
          <p:cNvSpPr>
            <a:spLocks xmlns:a="http://schemas.openxmlformats.org/drawingml/2006/main" noGrp="1"/>
          </p:cNvSpPr>
          <p:nvPr/>
        </p:nvSpPr>
        <p:spPr>
          <a:xfrm xmlns:a="http://schemas.openxmlformats.org/drawingml/2006/main">
            <a:off x="6082384" y="3936602"/>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3</a:t>
            </a:r>
            <a:endParaRPr sz="850"/>
          </a:p>
        </p:txBody>
      </p:sp>
      <p:sp>
        <p:nvSpPr>
          <p:cNvPr id="34" name="Shape 31">
            <a:extLst xmlns:a="http://schemas.openxmlformats.org/drawingml/2006/main">
              <a:ext uri="{FF2B5EF4-FFF2-40B4-BE49-F238E27FC236}">
                <a16:creationId xmlns:a16="http://schemas.microsoft.com/office/drawing/2014/main" id="{D095171C-1AB6-4EF8-A815-2047C9A64A31}"/>
              </a:ext>
            </a:extLst>
          </p:cNvPr>
          <p:cNvSpPr>
            <a:spLocks xmlns:a="http://schemas.openxmlformats.org/drawingml/2006/main" noGrp="1"/>
          </p:cNvSpPr>
          <p:nvPr/>
        </p:nvSpPr>
        <p:spPr>
          <a:xfrm xmlns:a="http://schemas.openxmlformats.org/drawingml/2006/main">
            <a:off x="6940296" y="3890772"/>
            <a:ext cx="4654296" cy="1113282"/>
          </a:xfrm>
          <a:prstGeom xmlns:a="http://schemas.openxmlformats.org/drawingml/2006/main" prst="roundRect">
            <a:avLst>
              <a:gd name="adj" fmla="val 4928"/>
            </a:avLst>
          </a:prstGeom>
          <a:solidFill xmlns:a="http://schemas.openxmlformats.org/drawingml/2006/main">
            <a:srgbClr val="F4F6FB"/>
          </a:solidFill>
          <a:ln xmlns:a="http://schemas.openxmlformats.org/drawingml/2006/main" w="12700">
            <a:solidFill>
              <a:srgbClr val="D8DEEC"/>
            </a:solidFill>
            <a:prstDash val="solid"/>
          </a:ln>
        </p:spPr>
      </p:sp>
      <p:sp>
        <p:nvSpPr>
          <p:cNvPr id="35" name="Shape 32">
            <a:extLst xmlns:a="http://schemas.openxmlformats.org/drawingml/2006/main">
              <a:ext uri="{FF2B5EF4-FFF2-40B4-BE49-F238E27FC236}">
                <a16:creationId xmlns:a16="http://schemas.microsoft.com/office/drawing/2014/main" id="{0BCC8A87-B6F3-4A13-A0FC-C3BD4591E93D}"/>
              </a:ext>
            </a:extLst>
          </p:cNvPr>
          <p:cNvSpPr>
            <a:spLocks xmlns:a="http://schemas.openxmlformats.org/drawingml/2006/main" noGrp="1"/>
          </p:cNvSpPr>
          <p:nvPr/>
        </p:nvSpPr>
        <p:spPr>
          <a:xfrm xmlns:a="http://schemas.openxmlformats.org/drawingml/2006/main">
            <a:off x="7050024" y="4000500"/>
            <a:ext cx="237744" cy="237744"/>
          </a:xfrm>
          <a:prstGeom xmlns:a="http://schemas.openxmlformats.org/drawingml/2006/main" prst="ellipse">
            <a:avLst/>
          </a:prstGeom>
          <a:solidFill xmlns:a="http://schemas.openxmlformats.org/drawingml/2006/main">
            <a:srgbClr val="1E2761"/>
          </a:solidFill>
        </p:spPr>
      </p:sp>
      <p:sp>
        <p:nvSpPr>
          <p:cNvPr id="36" name="Text 33">
            <a:extLst xmlns:a="http://schemas.openxmlformats.org/drawingml/2006/main">
              <a:ext uri="{FF2B5EF4-FFF2-40B4-BE49-F238E27FC236}">
                <a16:creationId xmlns:a16="http://schemas.microsoft.com/office/drawing/2014/main" id="{133057F7-1425-4916-BF3C-7D5CD0E11326}"/>
              </a:ext>
            </a:extLst>
          </p:cNvPr>
          <p:cNvSpPr>
            <a:spLocks xmlns:a="http://schemas.openxmlformats.org/drawingml/2006/main" noGrp="1"/>
          </p:cNvSpPr>
          <p:nvPr/>
        </p:nvSpPr>
        <p:spPr>
          <a:xfrm xmlns:a="http://schemas.openxmlformats.org/drawingml/2006/main">
            <a:off x="7050024" y="4000500"/>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3</a:t>
            </a:r>
            <a:endParaRPr sz="800"/>
          </a:p>
        </p:txBody>
      </p:sp>
      <p:sp>
        <p:nvSpPr>
          <p:cNvPr id="37" name="Text 34">
            <a:extLst xmlns:a="http://schemas.openxmlformats.org/drawingml/2006/main">
              <a:ext uri="{FF2B5EF4-FFF2-40B4-BE49-F238E27FC236}">
                <a16:creationId xmlns:a16="http://schemas.microsoft.com/office/drawing/2014/main" id="{1AAF4034-893B-4507-9AAC-3E1C3AADC16A}"/>
              </a:ext>
            </a:extLst>
          </p:cNvPr>
          <p:cNvSpPr>
            <a:spLocks xmlns:a="http://schemas.openxmlformats.org/drawingml/2006/main" noGrp="1"/>
          </p:cNvSpPr>
          <p:nvPr/>
        </p:nvSpPr>
        <p:spPr>
          <a:xfrm xmlns:a="http://schemas.openxmlformats.org/drawingml/2006/main">
            <a:off x="7379208" y="3963924"/>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E2761"/>
                </a:solidFill>
                <a:latin typeface="Calibri"/>
                <a:ea typeface="Calibri"/>
                <a:cs typeface="Calibri"/>
              </a:rPr>
              <a:t>View</a:t>
            </a:r>
            <a:endParaRPr sz="1150"/>
          </a:p>
        </p:txBody>
      </p:sp>
      <p:sp>
        <p:nvSpPr>
          <p:cNvPr id="38" name="Text 35">
            <a:extLst xmlns:a="http://schemas.openxmlformats.org/drawingml/2006/main">
              <a:ext uri="{FF2B5EF4-FFF2-40B4-BE49-F238E27FC236}">
                <a16:creationId xmlns:a16="http://schemas.microsoft.com/office/drawing/2014/main" id="{D88A808B-A3B2-4973-A025-218804A5DD86}"/>
              </a:ext>
            </a:extLst>
          </p:cNvPr>
          <p:cNvSpPr>
            <a:spLocks xmlns:a="http://schemas.openxmlformats.org/drawingml/2006/main" noGrp="1"/>
          </p:cNvSpPr>
          <p:nvPr/>
        </p:nvSpPr>
        <p:spPr>
          <a:xfrm xmlns:a="http://schemas.openxmlformats.org/drawingml/2006/main">
            <a:off x="7068312" y="4274820"/>
            <a:ext cx="4398264" cy="65608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00"/>
              </a:lnSpc>
              <a:buNone/>
            </a:pPr>
            <a:r>
              <a:rPr sz="1000">
                <a:solidFill>
                  <a:srgbClr val="4B4458"/>
                </a:solidFill>
                <a:latin typeface="Calibri"/>
                <a:ea typeface="Calibri"/>
                <a:cs typeface="Calibri"/>
              </a:rPr>
              <a:t>Opens the description, expression, mapped fields, test result, effectivity and update information.</a:t>
            </a:r>
            <a:endParaRPr sz="1000"/>
          </a:p>
        </p:txBody>
      </p:sp>
      <p:sp>
        <p:nvSpPr>
          <p:cNvPr id="39" name="Shape 36">
            <a:extLst xmlns:a="http://schemas.openxmlformats.org/drawingml/2006/main">
              <a:ext uri="{FF2B5EF4-FFF2-40B4-BE49-F238E27FC236}">
                <a16:creationId xmlns:a16="http://schemas.microsoft.com/office/drawing/2014/main" id="{C7E94CDD-B6D0-4E24-BE18-6307C2308CD6}"/>
              </a:ext>
            </a:extLst>
          </p:cNvPr>
          <p:cNvSpPr>
            <a:spLocks xmlns:a="http://schemas.openxmlformats.org/drawingml/2006/main" noGrp="1"/>
          </p:cNvSpPr>
          <p:nvPr/>
        </p:nvSpPr>
        <p:spPr>
          <a:xfrm xmlns:a="http://schemas.openxmlformats.org/drawingml/2006/main">
            <a:off x="3280979" y="4598658"/>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40" name="Text 37">
            <a:extLst xmlns:a="http://schemas.openxmlformats.org/drawingml/2006/main">
              <a:ext uri="{FF2B5EF4-FFF2-40B4-BE49-F238E27FC236}">
                <a16:creationId xmlns:a16="http://schemas.microsoft.com/office/drawing/2014/main" id="{0AD2502A-F635-4527-8FD6-81E0C6C3BA61}"/>
              </a:ext>
            </a:extLst>
          </p:cNvPr>
          <p:cNvSpPr>
            <a:spLocks xmlns:a="http://schemas.openxmlformats.org/drawingml/2006/main" noGrp="1"/>
          </p:cNvSpPr>
          <p:nvPr/>
        </p:nvSpPr>
        <p:spPr>
          <a:xfrm xmlns:a="http://schemas.openxmlformats.org/drawingml/2006/main">
            <a:off x="3280979" y="4598658"/>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4</a:t>
            </a:r>
            <a:endParaRPr sz="850"/>
          </a:p>
        </p:txBody>
      </p:sp>
      <p:sp>
        <p:nvSpPr>
          <p:cNvPr id="41" name="Shape 38">
            <a:extLst xmlns:a="http://schemas.openxmlformats.org/drawingml/2006/main">
              <a:ext uri="{FF2B5EF4-FFF2-40B4-BE49-F238E27FC236}">
                <a16:creationId xmlns:a16="http://schemas.microsoft.com/office/drawing/2014/main" id="{249A2FBC-806A-4D63-B406-3DB9C92FF580}"/>
              </a:ext>
            </a:extLst>
          </p:cNvPr>
          <p:cNvSpPr>
            <a:spLocks xmlns:a="http://schemas.openxmlformats.org/drawingml/2006/main" noGrp="1"/>
          </p:cNvSpPr>
          <p:nvPr/>
        </p:nvSpPr>
        <p:spPr>
          <a:xfrm xmlns:a="http://schemas.openxmlformats.org/drawingml/2006/main">
            <a:off x="6940296" y="5150358"/>
            <a:ext cx="4654296" cy="1113282"/>
          </a:xfrm>
          <a:prstGeom xmlns:a="http://schemas.openxmlformats.org/drawingml/2006/main" prst="roundRect">
            <a:avLst>
              <a:gd name="adj" fmla="val 4928"/>
            </a:avLst>
          </a:prstGeom>
          <a:solidFill xmlns:a="http://schemas.openxmlformats.org/drawingml/2006/main">
            <a:srgbClr val="F4F6FB"/>
          </a:solidFill>
          <a:ln xmlns:a="http://schemas.openxmlformats.org/drawingml/2006/main" w="12700">
            <a:solidFill>
              <a:srgbClr val="D8DEEC"/>
            </a:solidFill>
            <a:prstDash val="solid"/>
          </a:ln>
        </p:spPr>
      </p:sp>
      <p:sp>
        <p:nvSpPr>
          <p:cNvPr id="42" name="Shape 39">
            <a:extLst xmlns:a="http://schemas.openxmlformats.org/drawingml/2006/main">
              <a:ext uri="{FF2B5EF4-FFF2-40B4-BE49-F238E27FC236}">
                <a16:creationId xmlns:a16="http://schemas.microsoft.com/office/drawing/2014/main" id="{75E349DC-9A2D-4EFB-A245-56D3EC7872A3}"/>
              </a:ext>
            </a:extLst>
          </p:cNvPr>
          <p:cNvSpPr>
            <a:spLocks xmlns:a="http://schemas.openxmlformats.org/drawingml/2006/main" noGrp="1"/>
          </p:cNvSpPr>
          <p:nvPr/>
        </p:nvSpPr>
        <p:spPr>
          <a:xfrm xmlns:a="http://schemas.openxmlformats.org/drawingml/2006/main">
            <a:off x="7050024" y="5260086"/>
            <a:ext cx="237744" cy="237744"/>
          </a:xfrm>
          <a:prstGeom xmlns:a="http://schemas.openxmlformats.org/drawingml/2006/main" prst="ellipse">
            <a:avLst/>
          </a:prstGeom>
          <a:solidFill xmlns:a="http://schemas.openxmlformats.org/drawingml/2006/main">
            <a:srgbClr val="1E2761"/>
          </a:solidFill>
        </p:spPr>
      </p:sp>
      <p:sp>
        <p:nvSpPr>
          <p:cNvPr id="43" name="Text 40">
            <a:extLst xmlns:a="http://schemas.openxmlformats.org/drawingml/2006/main">
              <a:ext uri="{FF2B5EF4-FFF2-40B4-BE49-F238E27FC236}">
                <a16:creationId xmlns:a16="http://schemas.microsoft.com/office/drawing/2014/main" id="{97221E01-C0A4-4E9C-9685-9C81CB2A6339}"/>
              </a:ext>
            </a:extLst>
          </p:cNvPr>
          <p:cNvSpPr>
            <a:spLocks xmlns:a="http://schemas.openxmlformats.org/drawingml/2006/main" noGrp="1"/>
          </p:cNvSpPr>
          <p:nvPr/>
        </p:nvSpPr>
        <p:spPr>
          <a:xfrm xmlns:a="http://schemas.openxmlformats.org/drawingml/2006/main">
            <a:off x="7050024" y="5260086"/>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4</a:t>
            </a:r>
            <a:endParaRPr sz="800"/>
          </a:p>
        </p:txBody>
      </p:sp>
      <p:sp>
        <p:nvSpPr>
          <p:cNvPr id="44" name="Text 41">
            <a:extLst xmlns:a="http://schemas.openxmlformats.org/drawingml/2006/main">
              <a:ext uri="{FF2B5EF4-FFF2-40B4-BE49-F238E27FC236}">
                <a16:creationId xmlns:a16="http://schemas.microsoft.com/office/drawing/2014/main" id="{497CFBF6-E7CD-4644-923D-FB208BDE8BFF}"/>
              </a:ext>
            </a:extLst>
          </p:cNvPr>
          <p:cNvSpPr>
            <a:spLocks xmlns:a="http://schemas.openxmlformats.org/drawingml/2006/main" noGrp="1"/>
          </p:cNvSpPr>
          <p:nvPr/>
        </p:nvSpPr>
        <p:spPr>
          <a:xfrm xmlns:a="http://schemas.openxmlformats.org/drawingml/2006/main">
            <a:off x="7379208" y="5223510"/>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E2761"/>
                </a:solidFill>
                <a:latin typeface="Calibri"/>
                <a:ea typeface="Calibri"/>
                <a:cs typeface="Calibri"/>
              </a:rPr>
              <a:t>Edit / delete</a:t>
            </a:r>
            <a:endParaRPr sz="1150"/>
          </a:p>
        </p:txBody>
      </p:sp>
      <p:sp>
        <p:nvSpPr>
          <p:cNvPr id="45" name="Text 42">
            <a:extLst xmlns:a="http://schemas.openxmlformats.org/drawingml/2006/main">
              <a:ext uri="{FF2B5EF4-FFF2-40B4-BE49-F238E27FC236}">
                <a16:creationId xmlns:a16="http://schemas.microsoft.com/office/drawing/2014/main" id="{DA235FCB-7866-46BF-8957-38D89264A3D7}"/>
              </a:ext>
            </a:extLst>
          </p:cNvPr>
          <p:cNvSpPr>
            <a:spLocks xmlns:a="http://schemas.openxmlformats.org/drawingml/2006/main" noGrp="1"/>
          </p:cNvSpPr>
          <p:nvPr/>
        </p:nvSpPr>
        <p:spPr>
          <a:xfrm xmlns:a="http://schemas.openxmlformats.org/drawingml/2006/main">
            <a:off x="7068312" y="5534406"/>
            <a:ext cx="4398264" cy="65608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00"/>
              </a:lnSpc>
              <a:buNone/>
            </a:pPr>
            <a:r>
              <a:rPr sz="1000">
                <a:solidFill>
                  <a:srgbClr val="4B4458"/>
                </a:solidFill>
                <a:latin typeface="Calibri"/>
                <a:ea typeface="Calibri"/>
                <a:cs typeface="Calibri"/>
              </a:rPr>
              <a:t>Company-defined records can be maintained. Delete is blocked while an assignment still points to the code; used payroll versions should be replaced by a new version, not rewritten.</a:t>
            </a:r>
            <a:endParaRPr sz="1000"/>
          </a:p>
        </p:txBody>
      </p:sp>
    </p:spTree>
    <p:extLst>
      <p:ext uri="{BB962C8B-B14F-4D97-AF65-F5344CB8AC3E}">
        <p14:creationId xmlns:p14="http://schemas.microsoft.com/office/powerpoint/2010/main" val="138228012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28B4C50-437A-4C63-8B8F-31D739D7C91C}"/>
              </a:ext>
            </a:extLst>
          </p:cNvPr>
          <p:cNvSpPr>
            <a:spLocks xmlns:a="http://schemas.openxmlformats.org/drawingml/2006/main" noGrp="1"/>
          </p:cNvSpPr>
          <p:nvPr/>
        </p:nvSpPr>
        <p:spPr>
          <a:xfrm xmlns:a="http://schemas.openxmlformats.org/drawingml/2006/main">
            <a:off x="566928" y="329184"/>
            <a:ext cx="11027664"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CREATE A COMPUTATION · DEMO</a:t>
            </a:r>
            <a:endParaRPr sz="1000"/>
          </a:p>
        </p:txBody>
      </p:sp>
      <p:sp>
        <p:nvSpPr>
          <p:cNvPr id="3" name="Text 1">
            <a:extLst xmlns:a="http://schemas.openxmlformats.org/drawingml/2006/main">
              <a:ext uri="{FF2B5EF4-FFF2-40B4-BE49-F238E27FC236}">
                <a16:creationId xmlns:a16="http://schemas.microsoft.com/office/drawing/2014/main" id="{82D754FE-CD4D-4D4E-8E62-8B9301829625}"/>
              </a:ext>
            </a:extLst>
          </p:cNvPr>
          <p:cNvSpPr>
            <a:spLocks xmlns:a="http://schemas.openxmlformats.org/drawingml/2006/main" noGrp="1"/>
          </p:cNvSpPr>
          <p:nvPr/>
        </p:nvSpPr>
        <p:spPr>
          <a:xfrm xmlns:a="http://schemas.openxmlformats.org/drawingml/2006/main">
            <a:off x="566928" y="548640"/>
            <a:ext cx="110276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Watch CUS-900 go from a blank form to a tested version</a:t>
            </a:r>
            <a:endParaRPr sz="3000"/>
          </a:p>
        </p:txBody>
      </p:sp>
      <p:pic>
        <p:nvPicPr>
          <p:cNvPr id="13" name="Image 0"/>
          <p:cNvPicPr>
            <a:picLocks xmlns:a="http://schemas.openxmlformats.org/drawingml/2006/main" noChangeAspect="1"/>
          </p:cNvPicPr>
          <p:nvPr/>
        </p:nvPicPr>
        <p:blipFill>
          <a:blip xmlns:r="http://schemas.openxmlformats.org/officeDocument/2006/relationships" xmlns:a="http://schemas.openxmlformats.org/drawingml/2006/main" r:embed="R23c1bedab1cf44aa"/>
          <a:srcRect xmlns:a="http://schemas.openxmlformats.org/drawingml/2006/main" l="0" t="6157" r="0" b="6157"/>
          <a:stretch xmlns:a="http://schemas.openxmlformats.org/drawingml/2006/main">
            <a:fillRect l="0" t="0" r="0" b="0"/>
          </a:stretch>
        </p:blipFill>
        <p:spPr>
          <a:xfrm xmlns:a="http://schemas.openxmlformats.org/drawingml/2006/main">
            <a:off x="566928" y="1371600"/>
            <a:ext cx="7153344" cy="4980404"/>
          </a:xfrm>
          <a:prstGeom xmlns:a="http://schemas.openxmlformats.org/drawingml/2006/main" prst="rect">
            <a:avLst/>
          </a:prstGeom>
          <a:effectLst xmlns:a="http://schemas.openxmlformats.org/drawingml/2006/main">
            <a:outerShdw blurRad="127000" dist="25400" dir="5400000" algn="bl" rotWithShape="0">
              <a:srgbClr val="8892B0">
                <a:alpha val="28000"/>
              </a:srgbClr>
            </a:outerShdw>
          </a:effectLst>
        </p:spPr>
      </p:pic>
      <p:sp>
        <p:nvSpPr>
          <p:cNvPr id="5" name="Text 2">
            <a:extLst xmlns:a="http://schemas.openxmlformats.org/drawingml/2006/main">
              <a:ext uri="{FF2B5EF4-FFF2-40B4-BE49-F238E27FC236}">
                <a16:creationId xmlns:a16="http://schemas.microsoft.com/office/drawing/2014/main" id="{B8435BD7-75C5-4E52-8AEF-3CD2B75D6BE5}"/>
              </a:ext>
            </a:extLst>
          </p:cNvPr>
          <p:cNvSpPr>
            <a:spLocks xmlns:a="http://schemas.openxmlformats.org/drawingml/2006/main" noGrp="1"/>
          </p:cNvSpPr>
          <p:nvPr/>
        </p:nvSpPr>
        <p:spPr>
          <a:xfrm xmlns:a="http://schemas.openxmlformats.org/drawingml/2006/main">
            <a:off x="8025072" y="1463040"/>
            <a:ext cx="36000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E2761"/>
                </a:solidFill>
                <a:latin typeface="Calibri"/>
                <a:ea typeface="Calibri"/>
                <a:cs typeface="Calibri"/>
              </a:rPr>
              <a:t>The example</a:t>
            </a:r>
            <a:endParaRPr sz="1400"/>
          </a:p>
        </p:txBody>
      </p:sp>
      <p:sp>
        <p:nvSpPr>
          <p:cNvPr id="6" name="Text 3">
            <a:extLst xmlns:a="http://schemas.openxmlformats.org/drawingml/2006/main">
              <a:ext uri="{FF2B5EF4-FFF2-40B4-BE49-F238E27FC236}">
                <a16:creationId xmlns:a16="http://schemas.microsoft.com/office/drawing/2014/main" id="{ADBDAD67-AF0E-4792-8EC0-331722D9B2FD}"/>
              </a:ext>
            </a:extLst>
          </p:cNvPr>
          <p:cNvSpPr>
            <a:spLocks xmlns:a="http://schemas.openxmlformats.org/drawingml/2006/main" noGrp="1"/>
          </p:cNvSpPr>
          <p:nvPr/>
        </p:nvSpPr>
        <p:spPr>
          <a:xfrm xmlns:a="http://schemas.openxmlformats.org/drawingml/2006/main">
            <a:off x="8025072" y="1810512"/>
            <a:ext cx="360000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800"/>
              </a:lnSpc>
              <a:buNone/>
            </a:pPr>
            <a:r>
              <a:rPr sz="1300" i="1">
                <a:solidFill>
                  <a:srgbClr val="2B3350"/>
                </a:solidFill>
                <a:latin typeface="Calibri"/>
                <a:ea typeface="Calibri"/>
                <a:cs typeface="Calibri"/>
              </a:rPr>
              <a:t>Variable Allowance by Approved Units</a:t>
            </a:r>
            <a:endParaRPr sz="1300"/>
          </a:p>
        </p:txBody>
      </p:sp>
      <p:sp>
        <p:nvSpPr>
          <p:cNvPr id="7" name="Text 4">
            <a:extLst xmlns:a="http://schemas.openxmlformats.org/drawingml/2006/main">
              <a:ext uri="{FF2B5EF4-FFF2-40B4-BE49-F238E27FC236}">
                <a16:creationId xmlns:a16="http://schemas.microsoft.com/office/drawing/2014/main" id="{DA306411-EBAE-4495-B0B5-C229DF52AF8C}"/>
              </a:ext>
            </a:extLst>
          </p:cNvPr>
          <p:cNvSpPr>
            <a:spLocks xmlns:a="http://schemas.openxmlformats.org/drawingml/2006/main" noGrp="1"/>
          </p:cNvSpPr>
          <p:nvPr/>
        </p:nvSpPr>
        <p:spPr>
          <a:xfrm xmlns:a="http://schemas.openxmlformats.org/drawingml/2006/main">
            <a:off x="8025072" y="2880360"/>
            <a:ext cx="3600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700"/>
              </a:lnSpc>
              <a:buNone/>
            </a:pPr>
            <a:r>
              <a:rPr sz="1200">
                <a:solidFill>
                  <a:srgbClr val="5A6280"/>
                </a:solidFill>
                <a:latin typeface="Calibri"/>
                <a:ea typeface="Calibri"/>
                <a:cs typeface="Calibri"/>
              </a:rPr>
              <a:t>Enter the business details, build {{allowance_units}} × {{allowance_unit_rate}}, test 8 × ₱250, then publish version 1.0.</a:t>
            </a:r>
            <a:endParaRPr sz="1200"/>
          </a:p>
        </p:txBody>
      </p:sp>
      <p:sp>
        <p:nvSpPr>
          <p:cNvPr id="8" name="Shape 5">
            <a:extLst xmlns:a="http://schemas.openxmlformats.org/drawingml/2006/main">
              <a:ext uri="{FF2B5EF4-FFF2-40B4-BE49-F238E27FC236}">
                <a16:creationId xmlns:a16="http://schemas.microsoft.com/office/drawing/2014/main" id="{210FEAAD-B55B-4DA1-BF86-2B9D8AFB670F}"/>
              </a:ext>
            </a:extLst>
          </p:cNvPr>
          <p:cNvSpPr>
            <a:spLocks xmlns:a="http://schemas.openxmlformats.org/drawingml/2006/main" noGrp="1"/>
          </p:cNvSpPr>
          <p:nvPr/>
        </p:nvSpPr>
        <p:spPr>
          <a:xfrm xmlns:a="http://schemas.openxmlformats.org/drawingml/2006/main">
            <a:off x="8025072" y="4114800"/>
            <a:ext cx="3600000" cy="384048"/>
          </a:xfrm>
          <a:prstGeom xmlns:a="http://schemas.openxmlformats.org/drawingml/2006/main" prst="roundRect">
            <a:avLst>
              <a:gd name="adj" fmla="val 47619"/>
            </a:avLst>
          </a:prstGeom>
          <a:solidFill xmlns:a="http://schemas.openxmlformats.org/drawingml/2006/main">
            <a:srgbClr val="F4F6FB"/>
          </a:solidFill>
          <a:ln xmlns:a="http://schemas.openxmlformats.org/drawingml/2006/main" w="12700">
            <a:solidFill>
              <a:srgbClr val="D8DEEC"/>
            </a:solidFill>
            <a:prstDash val="solid"/>
          </a:ln>
        </p:spPr>
      </p:sp>
      <p:sp>
        <p:nvSpPr>
          <p:cNvPr id="9" name="Text 6">
            <a:extLst xmlns:a="http://schemas.openxmlformats.org/drawingml/2006/main">
              <a:ext uri="{FF2B5EF4-FFF2-40B4-BE49-F238E27FC236}">
                <a16:creationId xmlns:a16="http://schemas.microsoft.com/office/drawing/2014/main" id="{3E47BAE3-81E7-4F11-AA8B-DCC9E8D17FEA}"/>
              </a:ext>
            </a:extLst>
          </p:cNvPr>
          <p:cNvSpPr>
            <a:spLocks xmlns:a="http://schemas.openxmlformats.org/drawingml/2006/main" noGrp="1"/>
          </p:cNvSpPr>
          <p:nvPr/>
        </p:nvSpPr>
        <p:spPr>
          <a:xfrm xmlns:a="http://schemas.openxmlformats.org/drawingml/2006/main">
            <a:off x="8175072" y="4114800"/>
            <a:ext cx="3300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1E2761"/>
                </a:solidFill>
                <a:latin typeface="Calibri"/>
                <a:ea typeface="Calibri"/>
                <a:cs typeface="Calibri"/>
              </a:rPr>
              <a:t>Animated walkthrough — plays automatically in Slide Show</a:t>
            </a:r>
            <a:endParaRPr sz="1000"/>
          </a:p>
        </p:txBody>
      </p:sp>
    </p:spTree>
    <p:extLst>
      <p:ext uri="{BB962C8B-B14F-4D97-AF65-F5344CB8AC3E}">
        <p14:creationId xmlns:p14="http://schemas.microsoft.com/office/powerpoint/2010/main" val="62068204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892ED40-713B-4A8C-A095-51EF43FB96F5}"/>
              </a:ext>
            </a:extLst>
          </p:cNvPr>
          <p:cNvSpPr>
            <a:spLocks xmlns:a="http://schemas.openxmlformats.org/drawingml/2006/main" noGrp="1"/>
          </p:cNvSpPr>
          <p:nvPr/>
        </p:nvSpPr>
        <p:spPr>
          <a:xfrm xmlns:a="http://schemas.openxmlformats.org/drawingml/2006/main">
            <a:off x="566928" y="329184"/>
            <a:ext cx="11027664"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CREATE COMPUTATION · FIELD GUIDE 1 OF 6</a:t>
            </a:r>
            <a:endParaRPr sz="1000"/>
          </a:p>
        </p:txBody>
      </p:sp>
      <p:sp>
        <p:nvSpPr>
          <p:cNvPr id="3" name="Text 1">
            <a:extLst xmlns:a="http://schemas.openxmlformats.org/drawingml/2006/main">
              <a:ext uri="{FF2B5EF4-FFF2-40B4-BE49-F238E27FC236}">
                <a16:creationId xmlns:a16="http://schemas.microsoft.com/office/drawing/2014/main" id="{20BCDE8F-F90B-4C81-BC4E-CAF98495C1A0}"/>
              </a:ext>
            </a:extLst>
          </p:cNvPr>
          <p:cNvSpPr>
            <a:spLocks xmlns:a="http://schemas.openxmlformats.org/drawingml/2006/main" noGrp="1"/>
          </p:cNvSpPr>
          <p:nvPr/>
        </p:nvSpPr>
        <p:spPr>
          <a:xfrm xmlns:a="http://schemas.openxmlformats.org/drawingml/2006/main">
            <a:off x="566928" y="548640"/>
            <a:ext cx="110276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Business details at the top of the form</a:t>
            </a:r>
            <a:endParaRPr sz="3000"/>
          </a:p>
        </p:txBody>
      </p:sp>
      <p:pic>
        <p:nvPicPr>
          <p:cNvPr id="70" name="Image 0"/>
          <p:cNvPicPr>
            <a:picLocks xmlns:a="http://schemas.openxmlformats.org/drawingml/2006/main" noChangeAspect="1"/>
          </p:cNvPicPr>
          <p:nvPr/>
        </p:nvPicPr>
        <p:blipFill>
          <a:blip xmlns:r="http://schemas.openxmlformats.org/officeDocument/2006/relationships" xmlns:a="http://schemas.openxmlformats.org/drawingml/2006/main" r:embed="Rd827d3845b8b4e8f"/>
          <a:srcRect xmlns:a="http://schemas.openxmlformats.org/drawingml/2006/main" l="21117" t="0" r="21117" b="0"/>
          <a:stretch xmlns:a="http://schemas.openxmlformats.org/drawingml/2006/main">
            <a:fillRect l="0" t="0" r="0" b="0"/>
          </a:stretch>
        </p:blipFill>
        <p:spPr>
          <a:xfrm xmlns:a="http://schemas.openxmlformats.org/drawingml/2006/main">
            <a:off x="566928" y="1963863"/>
            <a:ext cx="5806440" cy="3707515"/>
          </a:xfrm>
          <a:prstGeom xmlns:a="http://schemas.openxmlformats.org/drawingml/2006/main" prst="rect">
            <a:avLst/>
          </a:prstGeom>
          <a:effectLst xmlns:a="http://schemas.openxmlformats.org/drawingml/2006/main">
            <a:outerShdw blurRad="127000" dist="25400" dir="5400000" algn="bl" rotWithShape="0">
              <a:srgbClr val="8892B0">
                <a:alpha val="28000"/>
              </a:srgbClr>
            </a:outerShdw>
          </a:effectLst>
        </p:spPr>
      </p:pic>
      <p:sp>
        <p:nvSpPr>
          <p:cNvPr id="5" name="Shape 2">
            <a:extLst xmlns:a="http://schemas.openxmlformats.org/drawingml/2006/main">
              <a:ext uri="{FF2B5EF4-FFF2-40B4-BE49-F238E27FC236}">
                <a16:creationId xmlns:a16="http://schemas.microsoft.com/office/drawing/2014/main" id="{77AAC5C5-39E2-40C6-8E42-4EC7347C951C}"/>
              </a:ext>
            </a:extLst>
          </p:cNvPr>
          <p:cNvSpPr>
            <a:spLocks xmlns:a="http://schemas.openxmlformats.org/drawingml/2006/main" noGrp="1"/>
          </p:cNvSpPr>
          <p:nvPr/>
        </p:nvSpPr>
        <p:spPr>
          <a:xfrm xmlns:a="http://schemas.openxmlformats.org/drawingml/2006/main">
            <a:off x="3408995" y="2046159"/>
            <a:ext cx="0" cy="722357"/>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6" name="Shape 3">
            <a:extLst xmlns:a="http://schemas.openxmlformats.org/drawingml/2006/main">
              <a:ext uri="{FF2B5EF4-FFF2-40B4-BE49-F238E27FC236}">
                <a16:creationId xmlns:a16="http://schemas.microsoft.com/office/drawing/2014/main" id="{6CE59CE5-4004-4008-ADA4-5264AA726E7A}"/>
              </a:ext>
            </a:extLst>
          </p:cNvPr>
          <p:cNvSpPr>
            <a:spLocks xmlns:a="http://schemas.openxmlformats.org/drawingml/2006/main" noGrp="1"/>
          </p:cNvSpPr>
          <p:nvPr/>
        </p:nvSpPr>
        <p:spPr>
          <a:xfrm xmlns:a="http://schemas.openxmlformats.org/drawingml/2006/main">
            <a:off x="3408995" y="2046159"/>
            <a:ext cx="3110677"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7" name="Shape 4">
            <a:extLst xmlns:a="http://schemas.openxmlformats.org/drawingml/2006/main">
              <a:ext uri="{FF2B5EF4-FFF2-40B4-BE49-F238E27FC236}">
                <a16:creationId xmlns:a16="http://schemas.microsoft.com/office/drawing/2014/main" id="{98F91C49-30F6-4BD5-B866-85371A7E722D}"/>
              </a:ext>
            </a:extLst>
          </p:cNvPr>
          <p:cNvSpPr>
            <a:spLocks xmlns:a="http://schemas.openxmlformats.org/drawingml/2006/main" noGrp="1"/>
          </p:cNvSpPr>
          <p:nvPr/>
        </p:nvSpPr>
        <p:spPr>
          <a:xfrm xmlns:a="http://schemas.openxmlformats.org/drawingml/2006/main">
            <a:off x="6519672" y="1718310"/>
            <a:ext cx="0" cy="327849"/>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8" name="Shape 5">
            <a:extLst xmlns:a="http://schemas.openxmlformats.org/drawingml/2006/main">
              <a:ext uri="{FF2B5EF4-FFF2-40B4-BE49-F238E27FC236}">
                <a16:creationId xmlns:a16="http://schemas.microsoft.com/office/drawing/2014/main" id="{5E6473EC-D692-4546-878F-1ED8FFB39D92}"/>
              </a:ext>
            </a:extLst>
          </p:cNvPr>
          <p:cNvSpPr>
            <a:spLocks xmlns:a="http://schemas.openxmlformats.org/drawingml/2006/main" noGrp="1"/>
          </p:cNvSpPr>
          <p:nvPr/>
        </p:nvSpPr>
        <p:spPr>
          <a:xfrm xmlns:a="http://schemas.openxmlformats.org/drawingml/2006/main">
            <a:off x="6519672" y="1718310"/>
            <a:ext cx="420624"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9" name="Shape 6">
            <a:extLst xmlns:a="http://schemas.openxmlformats.org/drawingml/2006/main">
              <a:ext uri="{FF2B5EF4-FFF2-40B4-BE49-F238E27FC236}">
                <a16:creationId xmlns:a16="http://schemas.microsoft.com/office/drawing/2014/main" id="{62176DCC-082F-40C4-8F02-D940B1FEE3AF}"/>
              </a:ext>
            </a:extLst>
          </p:cNvPr>
          <p:cNvSpPr>
            <a:spLocks xmlns:a="http://schemas.openxmlformats.org/drawingml/2006/main" noGrp="1"/>
          </p:cNvSpPr>
          <p:nvPr/>
        </p:nvSpPr>
        <p:spPr>
          <a:xfrm xmlns:a="http://schemas.openxmlformats.org/drawingml/2006/main">
            <a:off x="6210400" y="2768516"/>
            <a:ext cx="342190"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0" name="Shape 7">
            <a:extLst xmlns:a="http://schemas.openxmlformats.org/drawingml/2006/main">
              <a:ext uri="{FF2B5EF4-FFF2-40B4-BE49-F238E27FC236}">
                <a16:creationId xmlns:a16="http://schemas.microsoft.com/office/drawing/2014/main" id="{E5B03C86-9CB8-4531-AE2C-FB8C7DA9F263}"/>
              </a:ext>
            </a:extLst>
          </p:cNvPr>
          <p:cNvSpPr>
            <a:spLocks xmlns:a="http://schemas.openxmlformats.org/drawingml/2006/main" noGrp="1"/>
          </p:cNvSpPr>
          <p:nvPr/>
        </p:nvSpPr>
        <p:spPr>
          <a:xfrm xmlns:a="http://schemas.openxmlformats.org/drawingml/2006/main">
            <a:off x="6552590" y="2558034"/>
            <a:ext cx="0" cy="210482"/>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1" name="Shape 8">
            <a:extLst xmlns:a="http://schemas.openxmlformats.org/drawingml/2006/main">
              <a:ext uri="{FF2B5EF4-FFF2-40B4-BE49-F238E27FC236}">
                <a16:creationId xmlns:a16="http://schemas.microsoft.com/office/drawing/2014/main" id="{83AE7227-8737-4AA2-AF2E-72C6B2879380}"/>
              </a:ext>
            </a:extLst>
          </p:cNvPr>
          <p:cNvSpPr>
            <a:spLocks xmlns:a="http://schemas.openxmlformats.org/drawingml/2006/main" noGrp="1"/>
          </p:cNvSpPr>
          <p:nvPr/>
        </p:nvSpPr>
        <p:spPr>
          <a:xfrm xmlns:a="http://schemas.openxmlformats.org/drawingml/2006/main">
            <a:off x="6552590" y="2558034"/>
            <a:ext cx="387706"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12" name="Shape 9">
            <a:extLst xmlns:a="http://schemas.openxmlformats.org/drawingml/2006/main">
              <a:ext uri="{FF2B5EF4-FFF2-40B4-BE49-F238E27FC236}">
                <a16:creationId xmlns:a16="http://schemas.microsoft.com/office/drawing/2014/main" id="{164B3833-6127-4581-8605-BCA0FFB9457E}"/>
              </a:ext>
            </a:extLst>
          </p:cNvPr>
          <p:cNvSpPr>
            <a:spLocks xmlns:a="http://schemas.openxmlformats.org/drawingml/2006/main" noGrp="1"/>
          </p:cNvSpPr>
          <p:nvPr/>
        </p:nvSpPr>
        <p:spPr>
          <a:xfrm xmlns:a="http://schemas.openxmlformats.org/drawingml/2006/main">
            <a:off x="3408995" y="3430572"/>
            <a:ext cx="3176513"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3" name="Shape 10">
            <a:extLst xmlns:a="http://schemas.openxmlformats.org/drawingml/2006/main">
              <a:ext uri="{FF2B5EF4-FFF2-40B4-BE49-F238E27FC236}">
                <a16:creationId xmlns:a16="http://schemas.microsoft.com/office/drawing/2014/main" id="{AAECF356-DB68-4D05-9B02-35999D256B30}"/>
              </a:ext>
            </a:extLst>
          </p:cNvPr>
          <p:cNvSpPr>
            <a:spLocks xmlns:a="http://schemas.openxmlformats.org/drawingml/2006/main" noGrp="1"/>
          </p:cNvSpPr>
          <p:nvPr/>
        </p:nvSpPr>
        <p:spPr>
          <a:xfrm xmlns:a="http://schemas.openxmlformats.org/drawingml/2006/main">
            <a:off x="6585509" y="3397758"/>
            <a:ext cx="0" cy="32814"/>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4" name="Shape 11">
            <a:extLst xmlns:a="http://schemas.openxmlformats.org/drawingml/2006/main">
              <a:ext uri="{FF2B5EF4-FFF2-40B4-BE49-F238E27FC236}">
                <a16:creationId xmlns:a16="http://schemas.microsoft.com/office/drawing/2014/main" id="{5B68B395-3C0D-48FC-9A31-950F0B6B195A}"/>
              </a:ext>
            </a:extLst>
          </p:cNvPr>
          <p:cNvSpPr>
            <a:spLocks xmlns:a="http://schemas.openxmlformats.org/drawingml/2006/main" noGrp="1"/>
          </p:cNvSpPr>
          <p:nvPr/>
        </p:nvSpPr>
        <p:spPr>
          <a:xfrm xmlns:a="http://schemas.openxmlformats.org/drawingml/2006/main">
            <a:off x="6585509" y="3397758"/>
            <a:ext cx="354787"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15" name="Shape 12">
            <a:extLst xmlns:a="http://schemas.openxmlformats.org/drawingml/2006/main">
              <a:ext uri="{FF2B5EF4-FFF2-40B4-BE49-F238E27FC236}">
                <a16:creationId xmlns:a16="http://schemas.microsoft.com/office/drawing/2014/main" id="{C176B944-1B65-41AD-BEBE-06B65BCC0E87}"/>
              </a:ext>
            </a:extLst>
          </p:cNvPr>
          <p:cNvSpPr>
            <a:spLocks xmlns:a="http://schemas.openxmlformats.org/drawingml/2006/main" noGrp="1"/>
          </p:cNvSpPr>
          <p:nvPr/>
        </p:nvSpPr>
        <p:spPr>
          <a:xfrm xmlns:a="http://schemas.openxmlformats.org/drawingml/2006/main">
            <a:off x="3408995" y="2046159"/>
            <a:ext cx="0" cy="2601578"/>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6" name="Shape 13">
            <a:extLst xmlns:a="http://schemas.openxmlformats.org/drawingml/2006/main">
              <a:ext uri="{FF2B5EF4-FFF2-40B4-BE49-F238E27FC236}">
                <a16:creationId xmlns:a16="http://schemas.microsoft.com/office/drawing/2014/main" id="{33BE78D5-E14A-4D30-A03A-6D58291647E2}"/>
              </a:ext>
            </a:extLst>
          </p:cNvPr>
          <p:cNvSpPr>
            <a:spLocks xmlns:a="http://schemas.openxmlformats.org/drawingml/2006/main" noGrp="1"/>
          </p:cNvSpPr>
          <p:nvPr/>
        </p:nvSpPr>
        <p:spPr>
          <a:xfrm xmlns:a="http://schemas.openxmlformats.org/drawingml/2006/main">
            <a:off x="3408995" y="2046159"/>
            <a:ext cx="3209432"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7" name="Shape 14">
            <a:extLst xmlns:a="http://schemas.openxmlformats.org/drawingml/2006/main">
              <a:ext uri="{FF2B5EF4-FFF2-40B4-BE49-F238E27FC236}">
                <a16:creationId xmlns:a16="http://schemas.microsoft.com/office/drawing/2014/main" id="{DA29BD7A-51F8-41B3-913C-95AA99BC5E79}"/>
              </a:ext>
            </a:extLst>
          </p:cNvPr>
          <p:cNvSpPr>
            <a:spLocks xmlns:a="http://schemas.openxmlformats.org/drawingml/2006/main" noGrp="1"/>
          </p:cNvSpPr>
          <p:nvPr/>
        </p:nvSpPr>
        <p:spPr>
          <a:xfrm xmlns:a="http://schemas.openxmlformats.org/drawingml/2006/main">
            <a:off x="6618427" y="2046159"/>
            <a:ext cx="0" cy="2191323"/>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8" name="Shape 15">
            <a:extLst xmlns:a="http://schemas.openxmlformats.org/drawingml/2006/main">
              <a:ext uri="{FF2B5EF4-FFF2-40B4-BE49-F238E27FC236}">
                <a16:creationId xmlns:a16="http://schemas.microsoft.com/office/drawing/2014/main" id="{762A1AEA-9576-4236-B77A-7E926A5146A2}"/>
              </a:ext>
            </a:extLst>
          </p:cNvPr>
          <p:cNvSpPr>
            <a:spLocks xmlns:a="http://schemas.openxmlformats.org/drawingml/2006/main" noGrp="1"/>
          </p:cNvSpPr>
          <p:nvPr/>
        </p:nvSpPr>
        <p:spPr>
          <a:xfrm xmlns:a="http://schemas.openxmlformats.org/drawingml/2006/main">
            <a:off x="6618427" y="4237482"/>
            <a:ext cx="321869"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19" name="Shape 16">
            <a:extLst xmlns:a="http://schemas.openxmlformats.org/drawingml/2006/main">
              <a:ext uri="{FF2B5EF4-FFF2-40B4-BE49-F238E27FC236}">
                <a16:creationId xmlns:a16="http://schemas.microsoft.com/office/drawing/2014/main" id="{1AD9598E-93DE-485B-ADCA-3FBEB434E535}"/>
              </a:ext>
            </a:extLst>
          </p:cNvPr>
          <p:cNvSpPr>
            <a:spLocks xmlns:a="http://schemas.openxmlformats.org/drawingml/2006/main" noGrp="1"/>
          </p:cNvSpPr>
          <p:nvPr/>
        </p:nvSpPr>
        <p:spPr>
          <a:xfrm xmlns:a="http://schemas.openxmlformats.org/drawingml/2006/main">
            <a:off x="6210400" y="4647737"/>
            <a:ext cx="440945"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20" name="Shape 17">
            <a:extLst xmlns:a="http://schemas.openxmlformats.org/drawingml/2006/main">
              <a:ext uri="{FF2B5EF4-FFF2-40B4-BE49-F238E27FC236}">
                <a16:creationId xmlns:a16="http://schemas.microsoft.com/office/drawing/2014/main" id="{4F5B4A72-12AA-489A-ACC2-30512067AB84}"/>
              </a:ext>
            </a:extLst>
          </p:cNvPr>
          <p:cNvSpPr>
            <a:spLocks xmlns:a="http://schemas.openxmlformats.org/drawingml/2006/main" noGrp="1"/>
          </p:cNvSpPr>
          <p:nvPr/>
        </p:nvSpPr>
        <p:spPr>
          <a:xfrm xmlns:a="http://schemas.openxmlformats.org/drawingml/2006/main">
            <a:off x="6651346" y="4647737"/>
            <a:ext cx="0" cy="429469"/>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21" name="Shape 18">
            <a:extLst xmlns:a="http://schemas.openxmlformats.org/drawingml/2006/main">
              <a:ext uri="{FF2B5EF4-FFF2-40B4-BE49-F238E27FC236}">
                <a16:creationId xmlns:a16="http://schemas.microsoft.com/office/drawing/2014/main" id="{59D7BDB7-A05E-4A11-BBE8-2499ADE54BE3}"/>
              </a:ext>
            </a:extLst>
          </p:cNvPr>
          <p:cNvSpPr>
            <a:spLocks xmlns:a="http://schemas.openxmlformats.org/drawingml/2006/main" noGrp="1"/>
          </p:cNvSpPr>
          <p:nvPr/>
        </p:nvSpPr>
        <p:spPr>
          <a:xfrm xmlns:a="http://schemas.openxmlformats.org/drawingml/2006/main">
            <a:off x="6651346" y="5077206"/>
            <a:ext cx="288950"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22" name="Shape 19">
            <a:extLst xmlns:a="http://schemas.openxmlformats.org/drawingml/2006/main">
              <a:ext uri="{FF2B5EF4-FFF2-40B4-BE49-F238E27FC236}">
                <a16:creationId xmlns:a16="http://schemas.microsoft.com/office/drawing/2014/main" id="{E01B2B02-D510-4849-A455-CD7827CA690C}"/>
              </a:ext>
            </a:extLst>
          </p:cNvPr>
          <p:cNvSpPr>
            <a:spLocks xmlns:a="http://schemas.openxmlformats.org/drawingml/2006/main" noGrp="1"/>
          </p:cNvSpPr>
          <p:nvPr/>
        </p:nvSpPr>
        <p:spPr>
          <a:xfrm xmlns:a="http://schemas.openxmlformats.org/drawingml/2006/main">
            <a:off x="3408995" y="5309793"/>
            <a:ext cx="3275269"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23" name="Shape 20">
            <a:extLst xmlns:a="http://schemas.openxmlformats.org/drawingml/2006/main">
              <a:ext uri="{FF2B5EF4-FFF2-40B4-BE49-F238E27FC236}">
                <a16:creationId xmlns:a16="http://schemas.microsoft.com/office/drawing/2014/main" id="{4D2ECEAB-247D-4141-8CB2-111615294D6A}"/>
              </a:ext>
            </a:extLst>
          </p:cNvPr>
          <p:cNvSpPr>
            <a:spLocks xmlns:a="http://schemas.openxmlformats.org/drawingml/2006/main" noGrp="1"/>
          </p:cNvSpPr>
          <p:nvPr/>
        </p:nvSpPr>
        <p:spPr>
          <a:xfrm xmlns:a="http://schemas.openxmlformats.org/drawingml/2006/main">
            <a:off x="6684264" y="5309793"/>
            <a:ext cx="0" cy="607137"/>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24" name="Shape 21">
            <a:extLst xmlns:a="http://schemas.openxmlformats.org/drawingml/2006/main">
              <a:ext uri="{FF2B5EF4-FFF2-40B4-BE49-F238E27FC236}">
                <a16:creationId xmlns:a16="http://schemas.microsoft.com/office/drawing/2014/main" id="{E726F387-3A89-4735-BD16-9C49A81FF991}"/>
              </a:ext>
            </a:extLst>
          </p:cNvPr>
          <p:cNvSpPr>
            <a:spLocks xmlns:a="http://schemas.openxmlformats.org/drawingml/2006/main" noGrp="1"/>
          </p:cNvSpPr>
          <p:nvPr/>
        </p:nvSpPr>
        <p:spPr>
          <a:xfrm xmlns:a="http://schemas.openxmlformats.org/drawingml/2006/main">
            <a:off x="6684264" y="5916930"/>
            <a:ext cx="256032"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25" name="Shape 22">
            <a:extLst xmlns:a="http://schemas.openxmlformats.org/drawingml/2006/main">
              <a:ext uri="{FF2B5EF4-FFF2-40B4-BE49-F238E27FC236}">
                <a16:creationId xmlns:a16="http://schemas.microsoft.com/office/drawing/2014/main" id="{53F15D44-71A4-4C5C-90CF-A9B736B7E245}"/>
              </a:ext>
            </a:extLst>
          </p:cNvPr>
          <p:cNvSpPr>
            <a:spLocks xmlns:a="http://schemas.openxmlformats.org/drawingml/2006/main" noGrp="1"/>
          </p:cNvSpPr>
          <p:nvPr/>
        </p:nvSpPr>
        <p:spPr>
          <a:xfrm xmlns:a="http://schemas.openxmlformats.org/drawingml/2006/main">
            <a:off x="3280979" y="2640500"/>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26" name="Text 23">
            <a:extLst xmlns:a="http://schemas.openxmlformats.org/drawingml/2006/main">
              <a:ext uri="{FF2B5EF4-FFF2-40B4-BE49-F238E27FC236}">
                <a16:creationId xmlns:a16="http://schemas.microsoft.com/office/drawing/2014/main" id="{F8093279-452F-4069-A9CE-35B84B33329C}"/>
              </a:ext>
            </a:extLst>
          </p:cNvPr>
          <p:cNvSpPr>
            <a:spLocks xmlns:a="http://schemas.openxmlformats.org/drawingml/2006/main" noGrp="1"/>
          </p:cNvSpPr>
          <p:nvPr/>
        </p:nvSpPr>
        <p:spPr>
          <a:xfrm xmlns:a="http://schemas.openxmlformats.org/drawingml/2006/main">
            <a:off x="3280979" y="2640500"/>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1</a:t>
            </a:r>
            <a:endParaRPr sz="850"/>
          </a:p>
        </p:txBody>
      </p:sp>
      <p:sp>
        <p:nvSpPr>
          <p:cNvPr id="27" name="Shape 24">
            <a:extLst xmlns:a="http://schemas.openxmlformats.org/drawingml/2006/main">
              <a:ext uri="{FF2B5EF4-FFF2-40B4-BE49-F238E27FC236}">
                <a16:creationId xmlns:a16="http://schemas.microsoft.com/office/drawing/2014/main" id="{78883FA2-6BB8-4E36-A074-D8826E4AC530}"/>
              </a:ext>
            </a:extLst>
          </p:cNvPr>
          <p:cNvSpPr>
            <a:spLocks xmlns:a="http://schemas.openxmlformats.org/drawingml/2006/main" noGrp="1"/>
          </p:cNvSpPr>
          <p:nvPr/>
        </p:nvSpPr>
        <p:spPr>
          <a:xfrm xmlns:a="http://schemas.openxmlformats.org/drawingml/2006/main">
            <a:off x="6940296" y="1371600"/>
            <a:ext cx="4654296" cy="693420"/>
          </a:xfrm>
          <a:prstGeom xmlns:a="http://schemas.openxmlformats.org/drawingml/2006/main" prst="roundRect">
            <a:avLst>
              <a:gd name="adj" fmla="val 7912"/>
            </a:avLst>
          </a:prstGeom>
          <a:solidFill xmlns:a="http://schemas.openxmlformats.org/drawingml/2006/main">
            <a:srgbClr val="F4F6FB"/>
          </a:solidFill>
          <a:ln xmlns:a="http://schemas.openxmlformats.org/drawingml/2006/main" w="12700">
            <a:solidFill>
              <a:srgbClr val="D8DEEC"/>
            </a:solidFill>
            <a:prstDash val="solid"/>
          </a:ln>
        </p:spPr>
      </p:sp>
      <p:sp>
        <p:nvSpPr>
          <p:cNvPr id="28" name="Shape 25">
            <a:extLst xmlns:a="http://schemas.openxmlformats.org/drawingml/2006/main">
              <a:ext uri="{FF2B5EF4-FFF2-40B4-BE49-F238E27FC236}">
                <a16:creationId xmlns:a16="http://schemas.microsoft.com/office/drawing/2014/main" id="{A316A8C8-EB9E-4E34-8EF8-AC94D1DE6327}"/>
              </a:ext>
            </a:extLst>
          </p:cNvPr>
          <p:cNvSpPr>
            <a:spLocks xmlns:a="http://schemas.openxmlformats.org/drawingml/2006/main" noGrp="1"/>
          </p:cNvSpPr>
          <p:nvPr/>
        </p:nvSpPr>
        <p:spPr>
          <a:xfrm xmlns:a="http://schemas.openxmlformats.org/drawingml/2006/main">
            <a:off x="7050024" y="1481328"/>
            <a:ext cx="237744" cy="237744"/>
          </a:xfrm>
          <a:prstGeom xmlns:a="http://schemas.openxmlformats.org/drawingml/2006/main" prst="ellipse">
            <a:avLst/>
          </a:prstGeom>
          <a:solidFill xmlns:a="http://schemas.openxmlformats.org/drawingml/2006/main">
            <a:srgbClr val="1E2761"/>
          </a:solidFill>
        </p:spPr>
      </p:sp>
      <p:sp>
        <p:nvSpPr>
          <p:cNvPr id="29" name="Text 26">
            <a:extLst xmlns:a="http://schemas.openxmlformats.org/drawingml/2006/main">
              <a:ext uri="{FF2B5EF4-FFF2-40B4-BE49-F238E27FC236}">
                <a16:creationId xmlns:a16="http://schemas.microsoft.com/office/drawing/2014/main" id="{88E2CFF5-2CA1-4CD3-9376-82242575DEC3}"/>
              </a:ext>
            </a:extLst>
          </p:cNvPr>
          <p:cNvSpPr>
            <a:spLocks xmlns:a="http://schemas.openxmlformats.org/drawingml/2006/main" noGrp="1"/>
          </p:cNvSpPr>
          <p:nvPr/>
        </p:nvSpPr>
        <p:spPr>
          <a:xfrm xmlns:a="http://schemas.openxmlformats.org/drawingml/2006/main">
            <a:off x="7050024" y="1481328"/>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1</a:t>
            </a:r>
            <a:endParaRPr sz="800"/>
          </a:p>
        </p:txBody>
      </p:sp>
      <p:sp>
        <p:nvSpPr>
          <p:cNvPr id="30" name="Text 27">
            <a:extLst xmlns:a="http://schemas.openxmlformats.org/drawingml/2006/main">
              <a:ext uri="{FF2B5EF4-FFF2-40B4-BE49-F238E27FC236}">
                <a16:creationId xmlns:a16="http://schemas.microsoft.com/office/drawing/2014/main" id="{BB34E4A8-F363-40A9-877C-F7CD2FB959CB}"/>
              </a:ext>
            </a:extLst>
          </p:cNvPr>
          <p:cNvSpPr>
            <a:spLocks xmlns:a="http://schemas.openxmlformats.org/drawingml/2006/main" noGrp="1"/>
          </p:cNvSpPr>
          <p:nvPr/>
        </p:nvSpPr>
        <p:spPr>
          <a:xfrm xmlns:a="http://schemas.openxmlformats.org/drawingml/2006/main">
            <a:off x="7379208" y="1444752"/>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E2761"/>
                </a:solidFill>
                <a:latin typeface="Calibri"/>
                <a:ea typeface="Calibri"/>
                <a:cs typeface="Calibri"/>
              </a:rPr>
              <a:t>Computation code</a:t>
            </a:r>
            <a:endParaRPr sz="1050"/>
          </a:p>
        </p:txBody>
      </p:sp>
      <p:sp>
        <p:nvSpPr>
          <p:cNvPr id="31" name="Text 28">
            <a:extLst xmlns:a="http://schemas.openxmlformats.org/drawingml/2006/main">
              <a:ext uri="{FF2B5EF4-FFF2-40B4-BE49-F238E27FC236}">
                <a16:creationId xmlns:a16="http://schemas.microsoft.com/office/drawing/2014/main" id="{E0AF8F93-7B62-441A-AFAD-F60B6125C691}"/>
              </a:ext>
            </a:extLst>
          </p:cNvPr>
          <p:cNvSpPr>
            <a:spLocks xmlns:a="http://schemas.openxmlformats.org/drawingml/2006/main" noGrp="1"/>
          </p:cNvSpPr>
          <p:nvPr/>
        </p:nvSpPr>
        <p:spPr>
          <a:xfrm xmlns:a="http://schemas.openxmlformats.org/drawingml/2006/main">
            <a:off x="7068312" y="1755648"/>
            <a:ext cx="4398264" cy="2362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200"/>
              </a:lnSpc>
              <a:buNone/>
            </a:pPr>
            <a:r>
              <a:rPr sz="900">
                <a:solidFill>
                  <a:srgbClr val="4B4458"/>
                </a:solidFill>
                <a:latin typeface="Calibri"/>
                <a:ea typeface="Calibri"/>
                <a:cs typeface="Calibri"/>
              </a:rPr>
              <a:t>Required. Enter a unique code such as CUS-900. ATLAS converts it to uppercase and locks it when editing.</a:t>
            </a:r>
            <a:endParaRPr sz="900"/>
          </a:p>
        </p:txBody>
      </p:sp>
      <p:sp>
        <p:nvSpPr>
          <p:cNvPr id="32" name="Shape 29">
            <a:extLst xmlns:a="http://schemas.openxmlformats.org/drawingml/2006/main">
              <a:ext uri="{FF2B5EF4-FFF2-40B4-BE49-F238E27FC236}">
                <a16:creationId xmlns:a16="http://schemas.microsoft.com/office/drawing/2014/main" id="{AB36C43D-C2AB-4B06-B285-B748F605137D}"/>
              </a:ext>
            </a:extLst>
          </p:cNvPr>
          <p:cNvSpPr>
            <a:spLocks xmlns:a="http://schemas.openxmlformats.org/drawingml/2006/main" noGrp="1"/>
          </p:cNvSpPr>
          <p:nvPr/>
        </p:nvSpPr>
        <p:spPr>
          <a:xfrm xmlns:a="http://schemas.openxmlformats.org/drawingml/2006/main">
            <a:off x="6082384" y="2640500"/>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33" name="Text 30">
            <a:extLst xmlns:a="http://schemas.openxmlformats.org/drawingml/2006/main">
              <a:ext uri="{FF2B5EF4-FFF2-40B4-BE49-F238E27FC236}">
                <a16:creationId xmlns:a16="http://schemas.microsoft.com/office/drawing/2014/main" id="{9C9BD181-E7FC-4A3F-BC1F-898F170A6B0F}"/>
              </a:ext>
            </a:extLst>
          </p:cNvPr>
          <p:cNvSpPr>
            <a:spLocks xmlns:a="http://schemas.openxmlformats.org/drawingml/2006/main" noGrp="1"/>
          </p:cNvSpPr>
          <p:nvPr/>
        </p:nvSpPr>
        <p:spPr>
          <a:xfrm xmlns:a="http://schemas.openxmlformats.org/drawingml/2006/main">
            <a:off x="6082384" y="2640500"/>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2</a:t>
            </a:r>
            <a:endParaRPr sz="850"/>
          </a:p>
        </p:txBody>
      </p:sp>
      <p:sp>
        <p:nvSpPr>
          <p:cNvPr id="34" name="Shape 31">
            <a:extLst xmlns:a="http://schemas.openxmlformats.org/drawingml/2006/main">
              <a:ext uri="{FF2B5EF4-FFF2-40B4-BE49-F238E27FC236}">
                <a16:creationId xmlns:a16="http://schemas.microsoft.com/office/drawing/2014/main" id="{AC7B6AA2-044B-485C-976A-5FF38D100229}"/>
              </a:ext>
            </a:extLst>
          </p:cNvPr>
          <p:cNvSpPr>
            <a:spLocks xmlns:a="http://schemas.openxmlformats.org/drawingml/2006/main" noGrp="1"/>
          </p:cNvSpPr>
          <p:nvPr/>
        </p:nvSpPr>
        <p:spPr>
          <a:xfrm xmlns:a="http://schemas.openxmlformats.org/drawingml/2006/main">
            <a:off x="6940296" y="2211324"/>
            <a:ext cx="4654296" cy="693420"/>
          </a:xfrm>
          <a:prstGeom xmlns:a="http://schemas.openxmlformats.org/drawingml/2006/main" prst="roundRect">
            <a:avLst>
              <a:gd name="adj" fmla="val 7912"/>
            </a:avLst>
          </a:prstGeom>
          <a:solidFill xmlns:a="http://schemas.openxmlformats.org/drawingml/2006/main">
            <a:srgbClr val="F4F6FB"/>
          </a:solidFill>
          <a:ln xmlns:a="http://schemas.openxmlformats.org/drawingml/2006/main" w="12700">
            <a:solidFill>
              <a:srgbClr val="D8DEEC"/>
            </a:solidFill>
            <a:prstDash val="solid"/>
          </a:ln>
        </p:spPr>
      </p:sp>
      <p:sp>
        <p:nvSpPr>
          <p:cNvPr id="35" name="Shape 32">
            <a:extLst xmlns:a="http://schemas.openxmlformats.org/drawingml/2006/main">
              <a:ext uri="{FF2B5EF4-FFF2-40B4-BE49-F238E27FC236}">
                <a16:creationId xmlns:a16="http://schemas.microsoft.com/office/drawing/2014/main" id="{D39D5E6D-530C-4D80-9E3C-0FC9DDCA214D}"/>
              </a:ext>
            </a:extLst>
          </p:cNvPr>
          <p:cNvSpPr>
            <a:spLocks xmlns:a="http://schemas.openxmlformats.org/drawingml/2006/main" noGrp="1"/>
          </p:cNvSpPr>
          <p:nvPr/>
        </p:nvSpPr>
        <p:spPr>
          <a:xfrm xmlns:a="http://schemas.openxmlformats.org/drawingml/2006/main">
            <a:off x="7050024" y="2321052"/>
            <a:ext cx="237744" cy="237744"/>
          </a:xfrm>
          <a:prstGeom xmlns:a="http://schemas.openxmlformats.org/drawingml/2006/main" prst="ellipse">
            <a:avLst/>
          </a:prstGeom>
          <a:solidFill xmlns:a="http://schemas.openxmlformats.org/drawingml/2006/main">
            <a:srgbClr val="1E2761"/>
          </a:solidFill>
        </p:spPr>
      </p:sp>
      <p:sp>
        <p:nvSpPr>
          <p:cNvPr id="36" name="Text 33">
            <a:extLst xmlns:a="http://schemas.openxmlformats.org/drawingml/2006/main">
              <a:ext uri="{FF2B5EF4-FFF2-40B4-BE49-F238E27FC236}">
                <a16:creationId xmlns:a16="http://schemas.microsoft.com/office/drawing/2014/main" id="{7A73D2DD-5D02-404A-BBD5-5D2D7D171F0E}"/>
              </a:ext>
            </a:extLst>
          </p:cNvPr>
          <p:cNvSpPr>
            <a:spLocks xmlns:a="http://schemas.openxmlformats.org/drawingml/2006/main" noGrp="1"/>
          </p:cNvSpPr>
          <p:nvPr/>
        </p:nvSpPr>
        <p:spPr>
          <a:xfrm xmlns:a="http://schemas.openxmlformats.org/drawingml/2006/main">
            <a:off x="7050024" y="2321052"/>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2</a:t>
            </a:r>
            <a:endParaRPr sz="800"/>
          </a:p>
        </p:txBody>
      </p:sp>
      <p:sp>
        <p:nvSpPr>
          <p:cNvPr id="37" name="Text 34">
            <a:extLst xmlns:a="http://schemas.openxmlformats.org/drawingml/2006/main">
              <a:ext uri="{FF2B5EF4-FFF2-40B4-BE49-F238E27FC236}">
                <a16:creationId xmlns:a16="http://schemas.microsoft.com/office/drawing/2014/main" id="{088F2056-5D0A-42CF-92BD-D28EA4A090CC}"/>
              </a:ext>
            </a:extLst>
          </p:cNvPr>
          <p:cNvSpPr>
            <a:spLocks xmlns:a="http://schemas.openxmlformats.org/drawingml/2006/main" noGrp="1"/>
          </p:cNvSpPr>
          <p:nvPr/>
        </p:nvSpPr>
        <p:spPr>
          <a:xfrm xmlns:a="http://schemas.openxmlformats.org/drawingml/2006/main">
            <a:off x="7379208" y="2284476"/>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E2761"/>
                </a:solidFill>
                <a:latin typeface="Calibri"/>
                <a:ea typeface="Calibri"/>
                <a:cs typeface="Calibri"/>
              </a:rPr>
              <a:t>Computation name</a:t>
            </a:r>
            <a:endParaRPr sz="1050"/>
          </a:p>
        </p:txBody>
      </p:sp>
      <p:sp>
        <p:nvSpPr>
          <p:cNvPr id="38" name="Text 35">
            <a:extLst xmlns:a="http://schemas.openxmlformats.org/drawingml/2006/main">
              <a:ext uri="{FF2B5EF4-FFF2-40B4-BE49-F238E27FC236}">
                <a16:creationId xmlns:a16="http://schemas.microsoft.com/office/drawing/2014/main" id="{447DC906-9EE7-48B8-B08C-0A82ED38200C}"/>
              </a:ext>
            </a:extLst>
          </p:cNvPr>
          <p:cNvSpPr>
            <a:spLocks xmlns:a="http://schemas.openxmlformats.org/drawingml/2006/main" noGrp="1"/>
          </p:cNvSpPr>
          <p:nvPr/>
        </p:nvSpPr>
        <p:spPr>
          <a:xfrm xmlns:a="http://schemas.openxmlformats.org/drawingml/2006/main">
            <a:off x="7068312" y="2595372"/>
            <a:ext cx="4398264" cy="2362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200"/>
              </a:lnSpc>
              <a:buNone/>
            </a:pPr>
            <a:r>
              <a:rPr sz="900">
                <a:solidFill>
                  <a:srgbClr val="4B4458"/>
                </a:solidFill>
                <a:latin typeface="Calibri"/>
                <a:ea typeface="Calibri"/>
                <a:cs typeface="Calibri"/>
              </a:rPr>
              <a:t>Required. Use the wording payroll users expect to see when choosing the computation.</a:t>
            </a:r>
            <a:endParaRPr sz="900"/>
          </a:p>
        </p:txBody>
      </p:sp>
      <p:sp>
        <p:nvSpPr>
          <p:cNvPr id="39" name="Shape 36">
            <a:extLst xmlns:a="http://schemas.openxmlformats.org/drawingml/2006/main">
              <a:ext uri="{FF2B5EF4-FFF2-40B4-BE49-F238E27FC236}">
                <a16:creationId xmlns:a16="http://schemas.microsoft.com/office/drawing/2014/main" id="{E78DBA66-45E6-489F-8B76-FEAFC0D24B21}"/>
              </a:ext>
            </a:extLst>
          </p:cNvPr>
          <p:cNvSpPr>
            <a:spLocks xmlns:a="http://schemas.openxmlformats.org/drawingml/2006/main" noGrp="1"/>
          </p:cNvSpPr>
          <p:nvPr/>
        </p:nvSpPr>
        <p:spPr>
          <a:xfrm xmlns:a="http://schemas.openxmlformats.org/drawingml/2006/main">
            <a:off x="3280979" y="3302556"/>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40" name="Text 37">
            <a:extLst xmlns:a="http://schemas.openxmlformats.org/drawingml/2006/main">
              <a:ext uri="{FF2B5EF4-FFF2-40B4-BE49-F238E27FC236}">
                <a16:creationId xmlns:a16="http://schemas.microsoft.com/office/drawing/2014/main" id="{864FCFDB-26B1-4826-8FEB-D93F2668F838}"/>
              </a:ext>
            </a:extLst>
          </p:cNvPr>
          <p:cNvSpPr>
            <a:spLocks xmlns:a="http://schemas.openxmlformats.org/drawingml/2006/main" noGrp="1"/>
          </p:cNvSpPr>
          <p:nvPr/>
        </p:nvSpPr>
        <p:spPr>
          <a:xfrm xmlns:a="http://schemas.openxmlformats.org/drawingml/2006/main">
            <a:off x="3280979" y="3302556"/>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3</a:t>
            </a:r>
            <a:endParaRPr sz="850"/>
          </a:p>
        </p:txBody>
      </p:sp>
      <p:sp>
        <p:nvSpPr>
          <p:cNvPr id="41" name="Shape 38">
            <a:extLst xmlns:a="http://schemas.openxmlformats.org/drawingml/2006/main">
              <a:ext uri="{FF2B5EF4-FFF2-40B4-BE49-F238E27FC236}">
                <a16:creationId xmlns:a16="http://schemas.microsoft.com/office/drawing/2014/main" id="{25D2FB02-4739-4788-917A-2C3498C0D8A8}"/>
              </a:ext>
            </a:extLst>
          </p:cNvPr>
          <p:cNvSpPr>
            <a:spLocks xmlns:a="http://schemas.openxmlformats.org/drawingml/2006/main" noGrp="1"/>
          </p:cNvSpPr>
          <p:nvPr/>
        </p:nvSpPr>
        <p:spPr>
          <a:xfrm xmlns:a="http://schemas.openxmlformats.org/drawingml/2006/main">
            <a:off x="6940296" y="3051048"/>
            <a:ext cx="4654296" cy="693420"/>
          </a:xfrm>
          <a:prstGeom xmlns:a="http://schemas.openxmlformats.org/drawingml/2006/main" prst="roundRect">
            <a:avLst>
              <a:gd name="adj" fmla="val 7912"/>
            </a:avLst>
          </a:prstGeom>
          <a:solidFill xmlns:a="http://schemas.openxmlformats.org/drawingml/2006/main">
            <a:srgbClr val="F4F6FB"/>
          </a:solidFill>
          <a:ln xmlns:a="http://schemas.openxmlformats.org/drawingml/2006/main" w="12700">
            <a:solidFill>
              <a:srgbClr val="D8DEEC"/>
            </a:solidFill>
            <a:prstDash val="solid"/>
          </a:ln>
        </p:spPr>
      </p:sp>
      <p:sp>
        <p:nvSpPr>
          <p:cNvPr id="42" name="Shape 39">
            <a:extLst xmlns:a="http://schemas.openxmlformats.org/drawingml/2006/main">
              <a:ext uri="{FF2B5EF4-FFF2-40B4-BE49-F238E27FC236}">
                <a16:creationId xmlns:a16="http://schemas.microsoft.com/office/drawing/2014/main" id="{1087C324-23E5-422D-A775-9E2926819189}"/>
              </a:ext>
            </a:extLst>
          </p:cNvPr>
          <p:cNvSpPr>
            <a:spLocks xmlns:a="http://schemas.openxmlformats.org/drawingml/2006/main" noGrp="1"/>
          </p:cNvSpPr>
          <p:nvPr/>
        </p:nvSpPr>
        <p:spPr>
          <a:xfrm xmlns:a="http://schemas.openxmlformats.org/drawingml/2006/main">
            <a:off x="7050024" y="3160776"/>
            <a:ext cx="237744" cy="237744"/>
          </a:xfrm>
          <a:prstGeom xmlns:a="http://schemas.openxmlformats.org/drawingml/2006/main" prst="ellipse">
            <a:avLst/>
          </a:prstGeom>
          <a:solidFill xmlns:a="http://schemas.openxmlformats.org/drawingml/2006/main">
            <a:srgbClr val="1E2761"/>
          </a:solidFill>
        </p:spPr>
      </p:sp>
      <p:sp>
        <p:nvSpPr>
          <p:cNvPr id="43" name="Text 40">
            <a:extLst xmlns:a="http://schemas.openxmlformats.org/drawingml/2006/main">
              <a:ext uri="{FF2B5EF4-FFF2-40B4-BE49-F238E27FC236}">
                <a16:creationId xmlns:a16="http://schemas.microsoft.com/office/drawing/2014/main" id="{8D6303BA-84DD-4EA9-BBA0-96B454BBC280}"/>
              </a:ext>
            </a:extLst>
          </p:cNvPr>
          <p:cNvSpPr>
            <a:spLocks xmlns:a="http://schemas.openxmlformats.org/drawingml/2006/main" noGrp="1"/>
          </p:cNvSpPr>
          <p:nvPr/>
        </p:nvSpPr>
        <p:spPr>
          <a:xfrm xmlns:a="http://schemas.openxmlformats.org/drawingml/2006/main">
            <a:off x="7050024" y="3160776"/>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3</a:t>
            </a:r>
            <a:endParaRPr sz="800"/>
          </a:p>
        </p:txBody>
      </p:sp>
      <p:sp>
        <p:nvSpPr>
          <p:cNvPr id="44" name="Text 41">
            <a:extLst xmlns:a="http://schemas.openxmlformats.org/drawingml/2006/main">
              <a:ext uri="{FF2B5EF4-FFF2-40B4-BE49-F238E27FC236}">
                <a16:creationId xmlns:a16="http://schemas.microsoft.com/office/drawing/2014/main" id="{7AC20CB5-5CB5-454B-A586-AEECCC577CA0}"/>
              </a:ext>
            </a:extLst>
          </p:cNvPr>
          <p:cNvSpPr>
            <a:spLocks xmlns:a="http://schemas.openxmlformats.org/drawingml/2006/main" noGrp="1"/>
          </p:cNvSpPr>
          <p:nvPr/>
        </p:nvSpPr>
        <p:spPr>
          <a:xfrm xmlns:a="http://schemas.openxmlformats.org/drawingml/2006/main">
            <a:off x="7379208" y="3124200"/>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E2761"/>
                </a:solidFill>
                <a:latin typeface="Calibri"/>
                <a:ea typeface="Calibri"/>
                <a:cs typeface="Calibri"/>
              </a:rPr>
              <a:t>Category</a:t>
            </a:r>
            <a:endParaRPr sz="1050"/>
          </a:p>
        </p:txBody>
      </p:sp>
      <p:sp>
        <p:nvSpPr>
          <p:cNvPr id="45" name="Text 42">
            <a:extLst xmlns:a="http://schemas.openxmlformats.org/drawingml/2006/main">
              <a:ext uri="{FF2B5EF4-FFF2-40B4-BE49-F238E27FC236}">
                <a16:creationId xmlns:a16="http://schemas.microsoft.com/office/drawing/2014/main" id="{A497AF59-992A-4BC1-BECA-158259F405DC}"/>
              </a:ext>
            </a:extLst>
          </p:cNvPr>
          <p:cNvSpPr>
            <a:spLocks xmlns:a="http://schemas.openxmlformats.org/drawingml/2006/main" noGrp="1"/>
          </p:cNvSpPr>
          <p:nvPr/>
        </p:nvSpPr>
        <p:spPr>
          <a:xfrm xmlns:a="http://schemas.openxmlformats.org/drawingml/2006/main">
            <a:off x="7068312" y="3435096"/>
            <a:ext cx="4398264" cy="2362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200"/>
              </a:lnSpc>
              <a:buNone/>
            </a:pPr>
            <a:r>
              <a:rPr sz="900">
                <a:solidFill>
                  <a:srgbClr val="4B4458"/>
                </a:solidFill>
                <a:latin typeface="Calibri"/>
                <a:ea typeface="Calibri"/>
                <a:cs typeface="Calibri"/>
              </a:rPr>
              <a:t>Select the finance category that best describes the result. This controls where users look and filter.</a:t>
            </a:r>
            <a:endParaRPr sz="900"/>
          </a:p>
        </p:txBody>
      </p:sp>
      <p:sp>
        <p:nvSpPr>
          <p:cNvPr id="46" name="Shape 43">
            <a:extLst xmlns:a="http://schemas.openxmlformats.org/drawingml/2006/main">
              <a:ext uri="{FF2B5EF4-FFF2-40B4-BE49-F238E27FC236}">
                <a16:creationId xmlns:a16="http://schemas.microsoft.com/office/drawing/2014/main" id="{119AF8F7-06EC-42A1-B44D-337CFD90A705}"/>
              </a:ext>
            </a:extLst>
          </p:cNvPr>
          <p:cNvSpPr>
            <a:spLocks xmlns:a="http://schemas.openxmlformats.org/drawingml/2006/main" noGrp="1"/>
          </p:cNvSpPr>
          <p:nvPr/>
        </p:nvSpPr>
        <p:spPr>
          <a:xfrm xmlns:a="http://schemas.openxmlformats.org/drawingml/2006/main">
            <a:off x="3280979" y="4519721"/>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47" name="Text 44">
            <a:extLst xmlns:a="http://schemas.openxmlformats.org/drawingml/2006/main">
              <a:ext uri="{FF2B5EF4-FFF2-40B4-BE49-F238E27FC236}">
                <a16:creationId xmlns:a16="http://schemas.microsoft.com/office/drawing/2014/main" id="{ACCC00FB-FDD2-4F41-96AA-D370B5C891C5}"/>
              </a:ext>
            </a:extLst>
          </p:cNvPr>
          <p:cNvSpPr>
            <a:spLocks xmlns:a="http://schemas.openxmlformats.org/drawingml/2006/main" noGrp="1"/>
          </p:cNvSpPr>
          <p:nvPr/>
        </p:nvSpPr>
        <p:spPr>
          <a:xfrm xmlns:a="http://schemas.openxmlformats.org/drawingml/2006/main">
            <a:off x="3280979" y="4519721"/>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4</a:t>
            </a:r>
            <a:endParaRPr sz="850"/>
          </a:p>
        </p:txBody>
      </p:sp>
      <p:sp>
        <p:nvSpPr>
          <p:cNvPr id="48" name="Shape 45">
            <a:extLst xmlns:a="http://schemas.openxmlformats.org/drawingml/2006/main">
              <a:ext uri="{FF2B5EF4-FFF2-40B4-BE49-F238E27FC236}">
                <a16:creationId xmlns:a16="http://schemas.microsoft.com/office/drawing/2014/main" id="{67C6910B-B69A-48BD-BEF8-A1DACAD99051}"/>
              </a:ext>
            </a:extLst>
          </p:cNvPr>
          <p:cNvSpPr>
            <a:spLocks xmlns:a="http://schemas.openxmlformats.org/drawingml/2006/main" noGrp="1"/>
          </p:cNvSpPr>
          <p:nvPr/>
        </p:nvSpPr>
        <p:spPr>
          <a:xfrm xmlns:a="http://schemas.openxmlformats.org/drawingml/2006/main">
            <a:off x="6940296" y="3890772"/>
            <a:ext cx="4654296" cy="693420"/>
          </a:xfrm>
          <a:prstGeom xmlns:a="http://schemas.openxmlformats.org/drawingml/2006/main" prst="roundRect">
            <a:avLst>
              <a:gd name="adj" fmla="val 7912"/>
            </a:avLst>
          </a:prstGeom>
          <a:solidFill xmlns:a="http://schemas.openxmlformats.org/drawingml/2006/main">
            <a:srgbClr val="F4F6FB"/>
          </a:solidFill>
          <a:ln xmlns:a="http://schemas.openxmlformats.org/drawingml/2006/main" w="12700">
            <a:solidFill>
              <a:srgbClr val="D8DEEC"/>
            </a:solidFill>
            <a:prstDash val="solid"/>
          </a:ln>
        </p:spPr>
      </p:sp>
      <p:sp>
        <p:nvSpPr>
          <p:cNvPr id="49" name="Shape 46">
            <a:extLst xmlns:a="http://schemas.openxmlformats.org/drawingml/2006/main">
              <a:ext uri="{FF2B5EF4-FFF2-40B4-BE49-F238E27FC236}">
                <a16:creationId xmlns:a16="http://schemas.microsoft.com/office/drawing/2014/main" id="{C085DDCD-A8C4-4593-A697-B3D3BCF5F323}"/>
              </a:ext>
            </a:extLst>
          </p:cNvPr>
          <p:cNvSpPr>
            <a:spLocks xmlns:a="http://schemas.openxmlformats.org/drawingml/2006/main" noGrp="1"/>
          </p:cNvSpPr>
          <p:nvPr/>
        </p:nvSpPr>
        <p:spPr>
          <a:xfrm xmlns:a="http://schemas.openxmlformats.org/drawingml/2006/main">
            <a:off x="7050024" y="4000500"/>
            <a:ext cx="237744" cy="237744"/>
          </a:xfrm>
          <a:prstGeom xmlns:a="http://schemas.openxmlformats.org/drawingml/2006/main" prst="ellipse">
            <a:avLst/>
          </a:prstGeom>
          <a:solidFill xmlns:a="http://schemas.openxmlformats.org/drawingml/2006/main">
            <a:srgbClr val="1E2761"/>
          </a:solidFill>
        </p:spPr>
      </p:sp>
      <p:sp>
        <p:nvSpPr>
          <p:cNvPr id="50" name="Text 47">
            <a:extLst xmlns:a="http://schemas.openxmlformats.org/drawingml/2006/main">
              <a:ext uri="{FF2B5EF4-FFF2-40B4-BE49-F238E27FC236}">
                <a16:creationId xmlns:a16="http://schemas.microsoft.com/office/drawing/2014/main" id="{EFE9694E-D006-4373-A666-2AB3AE304EA7}"/>
              </a:ext>
            </a:extLst>
          </p:cNvPr>
          <p:cNvSpPr>
            <a:spLocks xmlns:a="http://schemas.openxmlformats.org/drawingml/2006/main" noGrp="1"/>
          </p:cNvSpPr>
          <p:nvPr/>
        </p:nvSpPr>
        <p:spPr>
          <a:xfrm xmlns:a="http://schemas.openxmlformats.org/drawingml/2006/main">
            <a:off x="7050024" y="4000500"/>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4</a:t>
            </a:r>
            <a:endParaRPr sz="800"/>
          </a:p>
        </p:txBody>
      </p:sp>
      <p:sp>
        <p:nvSpPr>
          <p:cNvPr id="51" name="Text 48">
            <a:extLst xmlns:a="http://schemas.openxmlformats.org/drawingml/2006/main">
              <a:ext uri="{FF2B5EF4-FFF2-40B4-BE49-F238E27FC236}">
                <a16:creationId xmlns:a16="http://schemas.microsoft.com/office/drawing/2014/main" id="{58DD2700-F7DA-4521-8E6C-113B8D3AB2B5}"/>
              </a:ext>
            </a:extLst>
          </p:cNvPr>
          <p:cNvSpPr>
            <a:spLocks xmlns:a="http://schemas.openxmlformats.org/drawingml/2006/main" noGrp="1"/>
          </p:cNvSpPr>
          <p:nvPr/>
        </p:nvSpPr>
        <p:spPr>
          <a:xfrm xmlns:a="http://schemas.openxmlformats.org/drawingml/2006/main">
            <a:off x="7379208" y="3963924"/>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E2761"/>
                </a:solidFill>
                <a:latin typeface="Calibri"/>
                <a:ea typeface="Calibri"/>
                <a:cs typeface="Calibri"/>
              </a:rPr>
              <a:t>Status</a:t>
            </a:r>
            <a:endParaRPr sz="1050"/>
          </a:p>
        </p:txBody>
      </p:sp>
      <p:sp>
        <p:nvSpPr>
          <p:cNvPr id="52" name="Text 49">
            <a:extLst xmlns:a="http://schemas.openxmlformats.org/drawingml/2006/main">
              <a:ext uri="{FF2B5EF4-FFF2-40B4-BE49-F238E27FC236}">
                <a16:creationId xmlns:a16="http://schemas.microsoft.com/office/drawing/2014/main" id="{9BB905CD-FBA8-4873-8F58-1AA255C64B55}"/>
              </a:ext>
            </a:extLst>
          </p:cNvPr>
          <p:cNvSpPr>
            <a:spLocks xmlns:a="http://schemas.openxmlformats.org/drawingml/2006/main" noGrp="1"/>
          </p:cNvSpPr>
          <p:nvPr/>
        </p:nvSpPr>
        <p:spPr>
          <a:xfrm xmlns:a="http://schemas.openxmlformats.org/drawingml/2006/main">
            <a:off x="7068312" y="4274820"/>
            <a:ext cx="4398264" cy="2362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200"/>
              </a:lnSpc>
              <a:buNone/>
            </a:pPr>
            <a:r>
              <a:rPr sz="900">
                <a:solidFill>
                  <a:srgbClr val="4B4458"/>
                </a:solidFill>
                <a:latin typeface="Calibri"/>
                <a:ea typeface="Calibri"/>
                <a:cs typeface="Calibri"/>
              </a:rPr>
              <a:t>Use Active only when the formula is ready to be assigned. Use Inactive while retaining a record that should no longer be selected.</a:t>
            </a:r>
            <a:endParaRPr sz="900"/>
          </a:p>
        </p:txBody>
      </p:sp>
      <p:sp>
        <p:nvSpPr>
          <p:cNvPr id="53" name="Shape 50">
            <a:extLst xmlns:a="http://schemas.openxmlformats.org/drawingml/2006/main">
              <a:ext uri="{FF2B5EF4-FFF2-40B4-BE49-F238E27FC236}">
                <a16:creationId xmlns:a16="http://schemas.microsoft.com/office/drawing/2014/main" id="{9D552A5D-C852-4E2F-806C-00613D0381C2}"/>
              </a:ext>
            </a:extLst>
          </p:cNvPr>
          <p:cNvSpPr>
            <a:spLocks xmlns:a="http://schemas.openxmlformats.org/drawingml/2006/main" noGrp="1"/>
          </p:cNvSpPr>
          <p:nvPr/>
        </p:nvSpPr>
        <p:spPr>
          <a:xfrm xmlns:a="http://schemas.openxmlformats.org/drawingml/2006/main">
            <a:off x="6082384" y="4519721"/>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54" name="Text 51">
            <a:extLst xmlns:a="http://schemas.openxmlformats.org/drawingml/2006/main">
              <a:ext uri="{FF2B5EF4-FFF2-40B4-BE49-F238E27FC236}">
                <a16:creationId xmlns:a16="http://schemas.microsoft.com/office/drawing/2014/main" id="{F758877F-7FB1-49A6-8133-8272EB0DE40A}"/>
              </a:ext>
            </a:extLst>
          </p:cNvPr>
          <p:cNvSpPr>
            <a:spLocks xmlns:a="http://schemas.openxmlformats.org/drawingml/2006/main" noGrp="1"/>
          </p:cNvSpPr>
          <p:nvPr/>
        </p:nvSpPr>
        <p:spPr>
          <a:xfrm xmlns:a="http://schemas.openxmlformats.org/drawingml/2006/main">
            <a:off x="6082384" y="4519721"/>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5</a:t>
            </a:r>
            <a:endParaRPr sz="850"/>
          </a:p>
        </p:txBody>
      </p:sp>
      <p:sp>
        <p:nvSpPr>
          <p:cNvPr id="55" name="Shape 52">
            <a:extLst xmlns:a="http://schemas.openxmlformats.org/drawingml/2006/main">
              <a:ext uri="{FF2B5EF4-FFF2-40B4-BE49-F238E27FC236}">
                <a16:creationId xmlns:a16="http://schemas.microsoft.com/office/drawing/2014/main" id="{7247B076-8488-4A08-9A60-6AEF3C120636}"/>
              </a:ext>
            </a:extLst>
          </p:cNvPr>
          <p:cNvSpPr>
            <a:spLocks xmlns:a="http://schemas.openxmlformats.org/drawingml/2006/main" noGrp="1"/>
          </p:cNvSpPr>
          <p:nvPr/>
        </p:nvSpPr>
        <p:spPr>
          <a:xfrm xmlns:a="http://schemas.openxmlformats.org/drawingml/2006/main">
            <a:off x="6940296" y="4730496"/>
            <a:ext cx="4654296" cy="693420"/>
          </a:xfrm>
          <a:prstGeom xmlns:a="http://schemas.openxmlformats.org/drawingml/2006/main" prst="roundRect">
            <a:avLst>
              <a:gd name="adj" fmla="val 7912"/>
            </a:avLst>
          </a:prstGeom>
          <a:solidFill xmlns:a="http://schemas.openxmlformats.org/drawingml/2006/main">
            <a:srgbClr val="F4F6FB"/>
          </a:solidFill>
          <a:ln xmlns:a="http://schemas.openxmlformats.org/drawingml/2006/main" w="12700">
            <a:solidFill>
              <a:srgbClr val="D8DEEC"/>
            </a:solidFill>
            <a:prstDash val="solid"/>
          </a:ln>
        </p:spPr>
      </p:sp>
      <p:sp>
        <p:nvSpPr>
          <p:cNvPr id="56" name="Shape 53">
            <a:extLst xmlns:a="http://schemas.openxmlformats.org/drawingml/2006/main">
              <a:ext uri="{FF2B5EF4-FFF2-40B4-BE49-F238E27FC236}">
                <a16:creationId xmlns:a16="http://schemas.microsoft.com/office/drawing/2014/main" id="{82F44B23-F8DC-41D5-8471-493FE613E224}"/>
              </a:ext>
            </a:extLst>
          </p:cNvPr>
          <p:cNvSpPr>
            <a:spLocks xmlns:a="http://schemas.openxmlformats.org/drawingml/2006/main" noGrp="1"/>
          </p:cNvSpPr>
          <p:nvPr/>
        </p:nvSpPr>
        <p:spPr>
          <a:xfrm xmlns:a="http://schemas.openxmlformats.org/drawingml/2006/main">
            <a:off x="7050024" y="4840224"/>
            <a:ext cx="237744" cy="237744"/>
          </a:xfrm>
          <a:prstGeom xmlns:a="http://schemas.openxmlformats.org/drawingml/2006/main" prst="ellipse">
            <a:avLst/>
          </a:prstGeom>
          <a:solidFill xmlns:a="http://schemas.openxmlformats.org/drawingml/2006/main">
            <a:srgbClr val="1E2761"/>
          </a:solidFill>
        </p:spPr>
      </p:sp>
      <p:sp>
        <p:nvSpPr>
          <p:cNvPr id="57" name="Text 54">
            <a:extLst xmlns:a="http://schemas.openxmlformats.org/drawingml/2006/main">
              <a:ext uri="{FF2B5EF4-FFF2-40B4-BE49-F238E27FC236}">
                <a16:creationId xmlns:a16="http://schemas.microsoft.com/office/drawing/2014/main" id="{AD2A4FE9-6F9D-433C-AEE7-C65A94CA95BE}"/>
              </a:ext>
            </a:extLst>
          </p:cNvPr>
          <p:cNvSpPr>
            <a:spLocks xmlns:a="http://schemas.openxmlformats.org/drawingml/2006/main" noGrp="1"/>
          </p:cNvSpPr>
          <p:nvPr/>
        </p:nvSpPr>
        <p:spPr>
          <a:xfrm xmlns:a="http://schemas.openxmlformats.org/drawingml/2006/main">
            <a:off x="7050024" y="4840224"/>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5</a:t>
            </a:r>
            <a:endParaRPr sz="800"/>
          </a:p>
        </p:txBody>
      </p:sp>
      <p:sp>
        <p:nvSpPr>
          <p:cNvPr id="58" name="Text 55">
            <a:extLst xmlns:a="http://schemas.openxmlformats.org/drawingml/2006/main">
              <a:ext uri="{FF2B5EF4-FFF2-40B4-BE49-F238E27FC236}">
                <a16:creationId xmlns:a16="http://schemas.microsoft.com/office/drawing/2014/main" id="{0646C765-07CD-4460-A5D6-07C146D0DE50}"/>
              </a:ext>
            </a:extLst>
          </p:cNvPr>
          <p:cNvSpPr>
            <a:spLocks xmlns:a="http://schemas.openxmlformats.org/drawingml/2006/main" noGrp="1"/>
          </p:cNvSpPr>
          <p:nvPr/>
        </p:nvSpPr>
        <p:spPr>
          <a:xfrm xmlns:a="http://schemas.openxmlformats.org/drawingml/2006/main">
            <a:off x="7379208" y="4803648"/>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E2761"/>
                </a:solidFill>
                <a:latin typeface="Calibri"/>
                <a:ea typeface="Calibri"/>
                <a:cs typeface="Calibri"/>
              </a:rPr>
              <a:t>Description</a:t>
            </a:r>
            <a:endParaRPr sz="1050"/>
          </a:p>
        </p:txBody>
      </p:sp>
      <p:sp>
        <p:nvSpPr>
          <p:cNvPr id="59" name="Text 56">
            <a:extLst xmlns:a="http://schemas.openxmlformats.org/drawingml/2006/main">
              <a:ext uri="{FF2B5EF4-FFF2-40B4-BE49-F238E27FC236}">
                <a16:creationId xmlns:a16="http://schemas.microsoft.com/office/drawing/2014/main" id="{F9F1340D-C3E7-40D0-91DF-F95A8D42532A}"/>
              </a:ext>
            </a:extLst>
          </p:cNvPr>
          <p:cNvSpPr>
            <a:spLocks xmlns:a="http://schemas.openxmlformats.org/drawingml/2006/main" noGrp="1"/>
          </p:cNvSpPr>
          <p:nvPr/>
        </p:nvSpPr>
        <p:spPr>
          <a:xfrm xmlns:a="http://schemas.openxmlformats.org/drawingml/2006/main">
            <a:off x="7068312" y="5114544"/>
            <a:ext cx="4398264" cy="2362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200"/>
              </a:lnSpc>
              <a:buNone/>
            </a:pPr>
            <a:r>
              <a:rPr sz="900">
                <a:solidFill>
                  <a:srgbClr val="4B4458"/>
                </a:solidFill>
                <a:latin typeface="Calibri"/>
                <a:ea typeface="Calibri"/>
                <a:cs typeface="Calibri"/>
              </a:rPr>
              <a:t>Required. State the business rule, intended use and important exclusions in plain language.</a:t>
            </a:r>
            <a:endParaRPr sz="900"/>
          </a:p>
        </p:txBody>
      </p:sp>
      <p:sp>
        <p:nvSpPr>
          <p:cNvPr id="60" name="Shape 57">
            <a:extLst xmlns:a="http://schemas.openxmlformats.org/drawingml/2006/main">
              <a:ext uri="{FF2B5EF4-FFF2-40B4-BE49-F238E27FC236}">
                <a16:creationId xmlns:a16="http://schemas.microsoft.com/office/drawing/2014/main" id="{3ADED533-1F6D-4246-B07E-246E0D67B349}"/>
              </a:ext>
            </a:extLst>
          </p:cNvPr>
          <p:cNvSpPr>
            <a:spLocks xmlns:a="http://schemas.openxmlformats.org/drawingml/2006/main" noGrp="1"/>
          </p:cNvSpPr>
          <p:nvPr/>
        </p:nvSpPr>
        <p:spPr>
          <a:xfrm xmlns:a="http://schemas.openxmlformats.org/drawingml/2006/main">
            <a:off x="3280979" y="5181777"/>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61" name="Text 58">
            <a:extLst xmlns:a="http://schemas.openxmlformats.org/drawingml/2006/main">
              <a:ext uri="{FF2B5EF4-FFF2-40B4-BE49-F238E27FC236}">
                <a16:creationId xmlns:a16="http://schemas.microsoft.com/office/drawing/2014/main" id="{1BC60C04-2BBC-4239-8E61-93AA377B272E}"/>
              </a:ext>
            </a:extLst>
          </p:cNvPr>
          <p:cNvSpPr>
            <a:spLocks xmlns:a="http://schemas.openxmlformats.org/drawingml/2006/main" noGrp="1"/>
          </p:cNvSpPr>
          <p:nvPr/>
        </p:nvSpPr>
        <p:spPr>
          <a:xfrm xmlns:a="http://schemas.openxmlformats.org/drawingml/2006/main">
            <a:off x="3280979" y="5181777"/>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6</a:t>
            </a:r>
            <a:endParaRPr sz="850"/>
          </a:p>
        </p:txBody>
      </p:sp>
      <p:sp>
        <p:nvSpPr>
          <p:cNvPr id="62" name="Shape 59">
            <a:extLst xmlns:a="http://schemas.openxmlformats.org/drawingml/2006/main">
              <a:ext uri="{FF2B5EF4-FFF2-40B4-BE49-F238E27FC236}">
                <a16:creationId xmlns:a16="http://schemas.microsoft.com/office/drawing/2014/main" id="{B5F71D98-3487-48A5-999E-BEBD5A3D75D2}"/>
              </a:ext>
            </a:extLst>
          </p:cNvPr>
          <p:cNvSpPr>
            <a:spLocks xmlns:a="http://schemas.openxmlformats.org/drawingml/2006/main" noGrp="1"/>
          </p:cNvSpPr>
          <p:nvPr/>
        </p:nvSpPr>
        <p:spPr>
          <a:xfrm xmlns:a="http://schemas.openxmlformats.org/drawingml/2006/main">
            <a:off x="6940296" y="5570220"/>
            <a:ext cx="4654296" cy="693420"/>
          </a:xfrm>
          <a:prstGeom xmlns:a="http://schemas.openxmlformats.org/drawingml/2006/main" prst="roundRect">
            <a:avLst>
              <a:gd name="adj" fmla="val 7912"/>
            </a:avLst>
          </a:prstGeom>
          <a:solidFill xmlns:a="http://schemas.openxmlformats.org/drawingml/2006/main">
            <a:srgbClr val="F4F6FB"/>
          </a:solidFill>
          <a:ln xmlns:a="http://schemas.openxmlformats.org/drawingml/2006/main" w="12700">
            <a:solidFill>
              <a:srgbClr val="D8DEEC"/>
            </a:solidFill>
            <a:prstDash val="solid"/>
          </a:ln>
        </p:spPr>
      </p:sp>
      <p:sp>
        <p:nvSpPr>
          <p:cNvPr id="63" name="Shape 60">
            <a:extLst xmlns:a="http://schemas.openxmlformats.org/drawingml/2006/main">
              <a:ext uri="{FF2B5EF4-FFF2-40B4-BE49-F238E27FC236}">
                <a16:creationId xmlns:a16="http://schemas.microsoft.com/office/drawing/2014/main" id="{1CD8F82E-AEE1-4FEA-BE60-72B47C146737}"/>
              </a:ext>
            </a:extLst>
          </p:cNvPr>
          <p:cNvSpPr>
            <a:spLocks xmlns:a="http://schemas.openxmlformats.org/drawingml/2006/main" noGrp="1"/>
          </p:cNvSpPr>
          <p:nvPr/>
        </p:nvSpPr>
        <p:spPr>
          <a:xfrm xmlns:a="http://schemas.openxmlformats.org/drawingml/2006/main">
            <a:off x="7050024" y="5679948"/>
            <a:ext cx="237744" cy="237744"/>
          </a:xfrm>
          <a:prstGeom xmlns:a="http://schemas.openxmlformats.org/drawingml/2006/main" prst="ellipse">
            <a:avLst/>
          </a:prstGeom>
          <a:solidFill xmlns:a="http://schemas.openxmlformats.org/drawingml/2006/main">
            <a:srgbClr val="1E2761"/>
          </a:solidFill>
        </p:spPr>
      </p:sp>
      <p:sp>
        <p:nvSpPr>
          <p:cNvPr id="64" name="Text 61">
            <a:extLst xmlns:a="http://schemas.openxmlformats.org/drawingml/2006/main">
              <a:ext uri="{FF2B5EF4-FFF2-40B4-BE49-F238E27FC236}">
                <a16:creationId xmlns:a16="http://schemas.microsoft.com/office/drawing/2014/main" id="{CCB443AF-C6D7-42E4-AA5F-2B4931550733}"/>
              </a:ext>
            </a:extLst>
          </p:cNvPr>
          <p:cNvSpPr>
            <a:spLocks xmlns:a="http://schemas.openxmlformats.org/drawingml/2006/main" noGrp="1"/>
          </p:cNvSpPr>
          <p:nvPr/>
        </p:nvSpPr>
        <p:spPr>
          <a:xfrm xmlns:a="http://schemas.openxmlformats.org/drawingml/2006/main">
            <a:off x="7050024" y="5679948"/>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6</a:t>
            </a:r>
            <a:endParaRPr sz="800"/>
          </a:p>
        </p:txBody>
      </p:sp>
      <p:sp>
        <p:nvSpPr>
          <p:cNvPr id="65" name="Text 62">
            <a:extLst xmlns:a="http://schemas.openxmlformats.org/drawingml/2006/main">
              <a:ext uri="{FF2B5EF4-FFF2-40B4-BE49-F238E27FC236}">
                <a16:creationId xmlns:a16="http://schemas.microsoft.com/office/drawing/2014/main" id="{6D2DA428-F5B7-4654-8769-53E5DFBD1755}"/>
              </a:ext>
            </a:extLst>
          </p:cNvPr>
          <p:cNvSpPr>
            <a:spLocks xmlns:a="http://schemas.openxmlformats.org/drawingml/2006/main" noGrp="1"/>
          </p:cNvSpPr>
          <p:nvPr/>
        </p:nvSpPr>
        <p:spPr>
          <a:xfrm xmlns:a="http://schemas.openxmlformats.org/drawingml/2006/main">
            <a:off x="7379208" y="5643372"/>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E2761"/>
                </a:solidFill>
                <a:latin typeface="Calibri"/>
                <a:ea typeface="Calibri"/>
                <a:cs typeface="Calibri"/>
              </a:rPr>
              <a:t>Validate and create</a:t>
            </a:r>
            <a:endParaRPr sz="1050"/>
          </a:p>
        </p:txBody>
      </p:sp>
      <p:sp>
        <p:nvSpPr>
          <p:cNvPr id="66" name="Text 63">
            <a:extLst xmlns:a="http://schemas.openxmlformats.org/drawingml/2006/main">
              <a:ext uri="{FF2B5EF4-FFF2-40B4-BE49-F238E27FC236}">
                <a16:creationId xmlns:a16="http://schemas.microsoft.com/office/drawing/2014/main" id="{E4F4C84E-02BF-4F2D-B00E-9C52E7C6A323}"/>
              </a:ext>
            </a:extLst>
          </p:cNvPr>
          <p:cNvSpPr>
            <a:spLocks xmlns:a="http://schemas.openxmlformats.org/drawingml/2006/main" noGrp="1"/>
          </p:cNvSpPr>
          <p:nvPr/>
        </p:nvSpPr>
        <p:spPr>
          <a:xfrm xmlns:a="http://schemas.openxmlformats.org/drawingml/2006/main">
            <a:off x="7068312" y="5954268"/>
            <a:ext cx="4398264" cy="2362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200"/>
              </a:lnSpc>
              <a:buNone/>
            </a:pPr>
            <a:r>
              <a:rPr sz="900">
                <a:solidFill>
                  <a:srgbClr val="4B4458"/>
                </a:solidFill>
                <a:latin typeface="Calibri"/>
                <a:ea typeface="Calibri"/>
                <a:cs typeface="Calibri"/>
              </a:rPr>
              <a:t>ATLAS checks the expression again before saving. A formula error sends the user back to Formula setup.</a:t>
            </a:r>
            <a:endParaRPr sz="900"/>
          </a:p>
        </p:txBody>
      </p:sp>
    </p:spTree>
    <p:extLst>
      <p:ext uri="{BB962C8B-B14F-4D97-AF65-F5344CB8AC3E}">
        <p14:creationId xmlns:p14="http://schemas.microsoft.com/office/powerpoint/2010/main" val="210254393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D407444-8010-4776-A00F-DB2EC5E7CE6C}"/>
              </a:ext>
            </a:extLst>
          </p:cNvPr>
          <p:cNvSpPr>
            <a:spLocks xmlns:a="http://schemas.openxmlformats.org/drawingml/2006/main" noGrp="1"/>
          </p:cNvSpPr>
          <p:nvPr/>
        </p:nvSpPr>
        <p:spPr>
          <a:xfrm xmlns:a="http://schemas.openxmlformats.org/drawingml/2006/main">
            <a:off x="566928" y="329184"/>
            <a:ext cx="11027664"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CREATE COMPUTATION · FIELD GUIDE 2 OF 6</a:t>
            </a:r>
            <a:endParaRPr sz="1000"/>
          </a:p>
        </p:txBody>
      </p:sp>
      <p:sp>
        <p:nvSpPr>
          <p:cNvPr id="3" name="Text 1">
            <a:extLst xmlns:a="http://schemas.openxmlformats.org/drawingml/2006/main">
              <a:ext uri="{FF2B5EF4-FFF2-40B4-BE49-F238E27FC236}">
                <a16:creationId xmlns:a16="http://schemas.microsoft.com/office/drawing/2014/main" id="{D06A7B9B-6C2B-4938-A7BB-C47813EF2D38}"/>
              </a:ext>
            </a:extLst>
          </p:cNvPr>
          <p:cNvSpPr>
            <a:spLocks xmlns:a="http://schemas.openxmlformats.org/drawingml/2006/main" noGrp="1"/>
          </p:cNvSpPr>
          <p:nvPr/>
        </p:nvSpPr>
        <p:spPr>
          <a:xfrm xmlns:a="http://schemas.openxmlformats.org/drawingml/2006/main">
            <a:off x="566928" y="548640"/>
            <a:ext cx="110276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How the expression builder works</a:t>
            </a:r>
            <a:endParaRPr sz="3000"/>
          </a:p>
        </p:txBody>
      </p:sp>
      <p:pic>
        <p:nvPicPr>
          <p:cNvPr id="48" name="Image 0"/>
          <p:cNvPicPr>
            <a:picLocks xmlns:a="http://schemas.openxmlformats.org/drawingml/2006/main" noChangeAspect="1"/>
          </p:cNvPicPr>
          <p:nvPr/>
        </p:nvPicPr>
        <p:blipFill>
          <a:blip xmlns:r="http://schemas.openxmlformats.org/officeDocument/2006/relationships" xmlns:a="http://schemas.openxmlformats.org/drawingml/2006/main" r:embed="R05c6f58a51fa4b53"/>
          <a:srcRect xmlns:a="http://schemas.openxmlformats.org/drawingml/2006/main" l="6347" t="0" r="6347" b="0"/>
          <a:stretch xmlns:a="http://schemas.openxmlformats.org/drawingml/2006/main">
            <a:fillRect l="0" t="0" r="0" b="0"/>
          </a:stretch>
        </p:blipFill>
        <p:spPr>
          <a:xfrm xmlns:a="http://schemas.openxmlformats.org/drawingml/2006/main">
            <a:off x="566928" y="2591059"/>
            <a:ext cx="5806440" cy="2453122"/>
          </a:xfrm>
          <a:prstGeom xmlns:a="http://schemas.openxmlformats.org/drawingml/2006/main" prst="rect">
            <a:avLst/>
          </a:prstGeom>
          <a:effectLst xmlns:a="http://schemas.openxmlformats.org/drawingml/2006/main">
            <a:outerShdw blurRad="127000" dist="25400" dir="5400000" algn="bl" rotWithShape="0">
              <a:srgbClr val="8892B0">
                <a:alpha val="28000"/>
              </a:srgbClr>
            </a:outerShdw>
          </a:effectLst>
        </p:spPr>
      </p:pic>
      <p:sp>
        <p:nvSpPr>
          <p:cNvPr id="5" name="Shape 2">
            <a:extLst xmlns:a="http://schemas.openxmlformats.org/drawingml/2006/main">
              <a:ext uri="{FF2B5EF4-FFF2-40B4-BE49-F238E27FC236}">
                <a16:creationId xmlns:a16="http://schemas.microsoft.com/office/drawing/2014/main" id="{C5CD4AE2-770D-45F3-8F20-FE8BB8B13772}"/>
              </a:ext>
            </a:extLst>
          </p:cNvPr>
          <p:cNvSpPr>
            <a:spLocks xmlns:a="http://schemas.openxmlformats.org/drawingml/2006/main" noGrp="1"/>
          </p:cNvSpPr>
          <p:nvPr/>
        </p:nvSpPr>
        <p:spPr>
          <a:xfrm xmlns:a="http://schemas.openxmlformats.org/drawingml/2006/main">
            <a:off x="6209827" y="3030577"/>
            <a:ext cx="309845"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6" name="Shape 3">
            <a:extLst xmlns:a="http://schemas.openxmlformats.org/drawingml/2006/main">
              <a:ext uri="{FF2B5EF4-FFF2-40B4-BE49-F238E27FC236}">
                <a16:creationId xmlns:a16="http://schemas.microsoft.com/office/drawing/2014/main" id="{D734DDA0-EAC3-47FE-9E36-7B87E8D76834}"/>
              </a:ext>
            </a:extLst>
          </p:cNvPr>
          <p:cNvSpPr>
            <a:spLocks xmlns:a="http://schemas.openxmlformats.org/drawingml/2006/main" noGrp="1"/>
          </p:cNvSpPr>
          <p:nvPr/>
        </p:nvSpPr>
        <p:spPr>
          <a:xfrm xmlns:a="http://schemas.openxmlformats.org/drawingml/2006/main">
            <a:off x="6519672" y="1928241"/>
            <a:ext cx="0" cy="1102336"/>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7" name="Shape 4">
            <a:extLst xmlns:a="http://schemas.openxmlformats.org/drawingml/2006/main">
              <a:ext uri="{FF2B5EF4-FFF2-40B4-BE49-F238E27FC236}">
                <a16:creationId xmlns:a16="http://schemas.microsoft.com/office/drawing/2014/main" id="{F79819E4-62B5-4953-8880-359953951EBA}"/>
              </a:ext>
            </a:extLst>
          </p:cNvPr>
          <p:cNvSpPr>
            <a:spLocks xmlns:a="http://schemas.openxmlformats.org/drawingml/2006/main" noGrp="1"/>
          </p:cNvSpPr>
          <p:nvPr/>
        </p:nvSpPr>
        <p:spPr>
          <a:xfrm xmlns:a="http://schemas.openxmlformats.org/drawingml/2006/main">
            <a:off x="6519672" y="1928241"/>
            <a:ext cx="420624"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8" name="Shape 5">
            <a:extLst xmlns:a="http://schemas.openxmlformats.org/drawingml/2006/main">
              <a:ext uri="{FF2B5EF4-FFF2-40B4-BE49-F238E27FC236}">
                <a16:creationId xmlns:a16="http://schemas.microsoft.com/office/drawing/2014/main" id="{075044ED-50E1-4935-BECB-F8734571A7D0}"/>
              </a:ext>
            </a:extLst>
          </p:cNvPr>
          <p:cNvSpPr>
            <a:spLocks xmlns:a="http://schemas.openxmlformats.org/drawingml/2006/main" noGrp="1"/>
          </p:cNvSpPr>
          <p:nvPr/>
        </p:nvSpPr>
        <p:spPr>
          <a:xfrm xmlns:a="http://schemas.openxmlformats.org/drawingml/2006/main">
            <a:off x="6209827" y="3582529"/>
            <a:ext cx="342764"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9" name="Shape 6">
            <a:extLst xmlns:a="http://schemas.openxmlformats.org/drawingml/2006/main">
              <a:ext uri="{FF2B5EF4-FFF2-40B4-BE49-F238E27FC236}">
                <a16:creationId xmlns:a16="http://schemas.microsoft.com/office/drawing/2014/main" id="{A583896A-16BE-45FD-9DAA-A06780B30B4A}"/>
              </a:ext>
            </a:extLst>
          </p:cNvPr>
          <p:cNvSpPr>
            <a:spLocks xmlns:a="http://schemas.openxmlformats.org/drawingml/2006/main" noGrp="1"/>
          </p:cNvSpPr>
          <p:nvPr/>
        </p:nvSpPr>
        <p:spPr>
          <a:xfrm xmlns:a="http://schemas.openxmlformats.org/drawingml/2006/main">
            <a:off x="6552590" y="3187827"/>
            <a:ext cx="0" cy="394702"/>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0" name="Shape 7">
            <a:extLst xmlns:a="http://schemas.openxmlformats.org/drawingml/2006/main">
              <a:ext uri="{FF2B5EF4-FFF2-40B4-BE49-F238E27FC236}">
                <a16:creationId xmlns:a16="http://schemas.microsoft.com/office/drawing/2014/main" id="{D2CEF67E-FCEA-4138-892B-28ED673FC122}"/>
              </a:ext>
            </a:extLst>
          </p:cNvPr>
          <p:cNvSpPr>
            <a:spLocks xmlns:a="http://schemas.openxmlformats.org/drawingml/2006/main" noGrp="1"/>
          </p:cNvSpPr>
          <p:nvPr/>
        </p:nvSpPr>
        <p:spPr>
          <a:xfrm xmlns:a="http://schemas.openxmlformats.org/drawingml/2006/main">
            <a:off x="6552590" y="3187827"/>
            <a:ext cx="387706"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11" name="Shape 8">
            <a:extLst xmlns:a="http://schemas.openxmlformats.org/drawingml/2006/main">
              <a:ext uri="{FF2B5EF4-FFF2-40B4-BE49-F238E27FC236}">
                <a16:creationId xmlns:a16="http://schemas.microsoft.com/office/drawing/2014/main" id="{C2362DC7-21C1-4367-8AB6-E7701B9937D0}"/>
              </a:ext>
            </a:extLst>
          </p:cNvPr>
          <p:cNvSpPr>
            <a:spLocks xmlns:a="http://schemas.openxmlformats.org/drawingml/2006/main" noGrp="1"/>
          </p:cNvSpPr>
          <p:nvPr/>
        </p:nvSpPr>
        <p:spPr>
          <a:xfrm xmlns:a="http://schemas.openxmlformats.org/drawingml/2006/main">
            <a:off x="6209827" y="4134482"/>
            <a:ext cx="375682"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2" name="Shape 9">
            <a:extLst xmlns:a="http://schemas.openxmlformats.org/drawingml/2006/main">
              <a:ext uri="{FF2B5EF4-FFF2-40B4-BE49-F238E27FC236}">
                <a16:creationId xmlns:a16="http://schemas.microsoft.com/office/drawing/2014/main" id="{734CB1CB-9190-4F5B-A04F-9D76630D481A}"/>
              </a:ext>
            </a:extLst>
          </p:cNvPr>
          <p:cNvSpPr>
            <a:spLocks xmlns:a="http://schemas.openxmlformats.org/drawingml/2006/main" noGrp="1"/>
          </p:cNvSpPr>
          <p:nvPr/>
        </p:nvSpPr>
        <p:spPr>
          <a:xfrm xmlns:a="http://schemas.openxmlformats.org/drawingml/2006/main">
            <a:off x="6585509" y="4134482"/>
            <a:ext cx="0" cy="312931"/>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3" name="Shape 10">
            <a:extLst xmlns:a="http://schemas.openxmlformats.org/drawingml/2006/main">
              <a:ext uri="{FF2B5EF4-FFF2-40B4-BE49-F238E27FC236}">
                <a16:creationId xmlns:a16="http://schemas.microsoft.com/office/drawing/2014/main" id="{F572B1A9-EDCD-4D69-8759-0A45B2DACA9C}"/>
              </a:ext>
            </a:extLst>
          </p:cNvPr>
          <p:cNvSpPr>
            <a:spLocks xmlns:a="http://schemas.openxmlformats.org/drawingml/2006/main" noGrp="1"/>
          </p:cNvSpPr>
          <p:nvPr/>
        </p:nvSpPr>
        <p:spPr>
          <a:xfrm xmlns:a="http://schemas.openxmlformats.org/drawingml/2006/main">
            <a:off x="6585509" y="4447413"/>
            <a:ext cx="354787"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14" name="Shape 11">
            <a:extLst xmlns:a="http://schemas.openxmlformats.org/drawingml/2006/main">
              <a:ext uri="{FF2B5EF4-FFF2-40B4-BE49-F238E27FC236}">
                <a16:creationId xmlns:a16="http://schemas.microsoft.com/office/drawing/2014/main" id="{35670257-1BD3-40C7-854C-D1CEC0D9FA16}"/>
              </a:ext>
            </a:extLst>
          </p:cNvPr>
          <p:cNvSpPr>
            <a:spLocks xmlns:a="http://schemas.openxmlformats.org/drawingml/2006/main" noGrp="1"/>
          </p:cNvSpPr>
          <p:nvPr/>
        </p:nvSpPr>
        <p:spPr>
          <a:xfrm xmlns:a="http://schemas.openxmlformats.org/drawingml/2006/main">
            <a:off x="6209827" y="4686434"/>
            <a:ext cx="408601"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5" name="Shape 12">
            <a:extLst xmlns:a="http://schemas.openxmlformats.org/drawingml/2006/main">
              <a:ext uri="{FF2B5EF4-FFF2-40B4-BE49-F238E27FC236}">
                <a16:creationId xmlns:a16="http://schemas.microsoft.com/office/drawing/2014/main" id="{C9CD5025-612A-4ED4-BB5A-05117D37CCB2}"/>
              </a:ext>
            </a:extLst>
          </p:cNvPr>
          <p:cNvSpPr>
            <a:spLocks xmlns:a="http://schemas.openxmlformats.org/drawingml/2006/main" noGrp="1"/>
          </p:cNvSpPr>
          <p:nvPr/>
        </p:nvSpPr>
        <p:spPr>
          <a:xfrm xmlns:a="http://schemas.openxmlformats.org/drawingml/2006/main">
            <a:off x="6618427" y="4686434"/>
            <a:ext cx="0" cy="1020565"/>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6" name="Shape 13">
            <a:extLst xmlns:a="http://schemas.openxmlformats.org/drawingml/2006/main">
              <a:ext uri="{FF2B5EF4-FFF2-40B4-BE49-F238E27FC236}">
                <a16:creationId xmlns:a16="http://schemas.microsoft.com/office/drawing/2014/main" id="{968B04F4-966F-45A0-9D6E-280198057318}"/>
              </a:ext>
            </a:extLst>
          </p:cNvPr>
          <p:cNvSpPr>
            <a:spLocks xmlns:a="http://schemas.openxmlformats.org/drawingml/2006/main" noGrp="1"/>
          </p:cNvSpPr>
          <p:nvPr/>
        </p:nvSpPr>
        <p:spPr>
          <a:xfrm xmlns:a="http://schemas.openxmlformats.org/drawingml/2006/main">
            <a:off x="6618427" y="5706999"/>
            <a:ext cx="321869"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17" name="Shape 14">
            <a:extLst xmlns:a="http://schemas.openxmlformats.org/drawingml/2006/main">
              <a:ext uri="{FF2B5EF4-FFF2-40B4-BE49-F238E27FC236}">
                <a16:creationId xmlns:a16="http://schemas.microsoft.com/office/drawing/2014/main" id="{022DC248-845E-4C6F-A0FA-B8B63FE53151}"/>
              </a:ext>
            </a:extLst>
          </p:cNvPr>
          <p:cNvSpPr>
            <a:spLocks xmlns:a="http://schemas.openxmlformats.org/drawingml/2006/main" noGrp="1"/>
          </p:cNvSpPr>
          <p:nvPr/>
        </p:nvSpPr>
        <p:spPr>
          <a:xfrm xmlns:a="http://schemas.openxmlformats.org/drawingml/2006/main">
            <a:off x="6081811" y="2902561"/>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18" name="Text 15">
            <a:extLst xmlns:a="http://schemas.openxmlformats.org/drawingml/2006/main">
              <a:ext uri="{FF2B5EF4-FFF2-40B4-BE49-F238E27FC236}">
                <a16:creationId xmlns:a16="http://schemas.microsoft.com/office/drawing/2014/main" id="{A2D69597-B0BF-4E64-8ACE-E72512D03E85}"/>
              </a:ext>
            </a:extLst>
          </p:cNvPr>
          <p:cNvSpPr>
            <a:spLocks xmlns:a="http://schemas.openxmlformats.org/drawingml/2006/main" noGrp="1"/>
          </p:cNvSpPr>
          <p:nvPr/>
        </p:nvSpPr>
        <p:spPr>
          <a:xfrm xmlns:a="http://schemas.openxmlformats.org/drawingml/2006/main">
            <a:off x="6081811" y="2902561"/>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1</a:t>
            </a:r>
            <a:endParaRPr sz="850"/>
          </a:p>
        </p:txBody>
      </p:sp>
      <p:sp>
        <p:nvSpPr>
          <p:cNvPr id="19" name="Shape 16">
            <a:extLst xmlns:a="http://schemas.openxmlformats.org/drawingml/2006/main">
              <a:ext uri="{FF2B5EF4-FFF2-40B4-BE49-F238E27FC236}">
                <a16:creationId xmlns:a16="http://schemas.microsoft.com/office/drawing/2014/main" id="{60565FC9-393A-4111-8FFA-61365D4EF8FE}"/>
              </a:ext>
            </a:extLst>
          </p:cNvPr>
          <p:cNvSpPr>
            <a:spLocks xmlns:a="http://schemas.openxmlformats.org/drawingml/2006/main" noGrp="1"/>
          </p:cNvSpPr>
          <p:nvPr/>
        </p:nvSpPr>
        <p:spPr>
          <a:xfrm xmlns:a="http://schemas.openxmlformats.org/drawingml/2006/main">
            <a:off x="6940296" y="1371600"/>
            <a:ext cx="4654296" cy="1113282"/>
          </a:xfrm>
          <a:prstGeom xmlns:a="http://schemas.openxmlformats.org/drawingml/2006/main" prst="roundRect">
            <a:avLst>
              <a:gd name="adj" fmla="val 4928"/>
            </a:avLst>
          </a:prstGeom>
          <a:solidFill xmlns:a="http://schemas.openxmlformats.org/drawingml/2006/main">
            <a:srgbClr val="F4F6FB"/>
          </a:solidFill>
          <a:ln xmlns:a="http://schemas.openxmlformats.org/drawingml/2006/main" w="12700">
            <a:solidFill>
              <a:srgbClr val="D8DEEC"/>
            </a:solidFill>
            <a:prstDash val="solid"/>
          </a:ln>
        </p:spPr>
      </p:sp>
      <p:sp>
        <p:nvSpPr>
          <p:cNvPr id="20" name="Shape 17">
            <a:extLst xmlns:a="http://schemas.openxmlformats.org/drawingml/2006/main">
              <a:ext uri="{FF2B5EF4-FFF2-40B4-BE49-F238E27FC236}">
                <a16:creationId xmlns:a16="http://schemas.microsoft.com/office/drawing/2014/main" id="{B8F832BC-EB0D-4C2A-BA82-D1F75F7E490B}"/>
              </a:ext>
            </a:extLst>
          </p:cNvPr>
          <p:cNvSpPr>
            <a:spLocks xmlns:a="http://schemas.openxmlformats.org/drawingml/2006/main" noGrp="1"/>
          </p:cNvSpPr>
          <p:nvPr/>
        </p:nvSpPr>
        <p:spPr>
          <a:xfrm xmlns:a="http://schemas.openxmlformats.org/drawingml/2006/main">
            <a:off x="7050024" y="1481328"/>
            <a:ext cx="237744" cy="237744"/>
          </a:xfrm>
          <a:prstGeom xmlns:a="http://schemas.openxmlformats.org/drawingml/2006/main" prst="ellipse">
            <a:avLst/>
          </a:prstGeom>
          <a:solidFill xmlns:a="http://schemas.openxmlformats.org/drawingml/2006/main">
            <a:srgbClr val="1E2761"/>
          </a:solidFill>
        </p:spPr>
      </p:sp>
      <p:sp>
        <p:nvSpPr>
          <p:cNvPr id="21" name="Text 18">
            <a:extLst xmlns:a="http://schemas.openxmlformats.org/drawingml/2006/main">
              <a:ext uri="{FF2B5EF4-FFF2-40B4-BE49-F238E27FC236}">
                <a16:creationId xmlns:a16="http://schemas.microsoft.com/office/drawing/2014/main" id="{BF68B20B-5808-4E73-8630-02DBC60A592A}"/>
              </a:ext>
            </a:extLst>
          </p:cNvPr>
          <p:cNvSpPr>
            <a:spLocks xmlns:a="http://schemas.openxmlformats.org/drawingml/2006/main" noGrp="1"/>
          </p:cNvSpPr>
          <p:nvPr/>
        </p:nvSpPr>
        <p:spPr>
          <a:xfrm xmlns:a="http://schemas.openxmlformats.org/drawingml/2006/main">
            <a:off x="7050024" y="1481328"/>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1</a:t>
            </a:r>
            <a:endParaRPr sz="800"/>
          </a:p>
        </p:txBody>
      </p:sp>
      <p:sp>
        <p:nvSpPr>
          <p:cNvPr id="22" name="Text 19">
            <a:extLst xmlns:a="http://schemas.openxmlformats.org/drawingml/2006/main">
              <a:ext uri="{FF2B5EF4-FFF2-40B4-BE49-F238E27FC236}">
                <a16:creationId xmlns:a16="http://schemas.microsoft.com/office/drawing/2014/main" id="{7B98700C-95A2-499D-A412-F93D55251C66}"/>
              </a:ext>
            </a:extLst>
          </p:cNvPr>
          <p:cNvSpPr>
            <a:spLocks xmlns:a="http://schemas.openxmlformats.org/drawingml/2006/main" noGrp="1"/>
          </p:cNvSpPr>
          <p:nvPr/>
        </p:nvSpPr>
        <p:spPr>
          <a:xfrm xmlns:a="http://schemas.openxmlformats.org/drawingml/2006/main">
            <a:off x="7379208" y="1444752"/>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E2761"/>
                </a:solidFill>
                <a:latin typeface="Calibri"/>
                <a:ea typeface="Calibri"/>
                <a:cs typeface="Calibri"/>
              </a:rPr>
              <a:t>Formula expression</a:t>
            </a:r>
            <a:endParaRPr sz="1150"/>
          </a:p>
        </p:txBody>
      </p:sp>
      <p:sp>
        <p:nvSpPr>
          <p:cNvPr id="23" name="Text 20">
            <a:extLst xmlns:a="http://schemas.openxmlformats.org/drawingml/2006/main">
              <a:ext uri="{FF2B5EF4-FFF2-40B4-BE49-F238E27FC236}">
                <a16:creationId xmlns:a16="http://schemas.microsoft.com/office/drawing/2014/main" id="{817E7899-02BD-4996-A306-D4641576EBC8}"/>
              </a:ext>
            </a:extLst>
          </p:cNvPr>
          <p:cNvSpPr>
            <a:spLocks xmlns:a="http://schemas.openxmlformats.org/drawingml/2006/main" noGrp="1"/>
          </p:cNvSpPr>
          <p:nvPr/>
        </p:nvSpPr>
        <p:spPr>
          <a:xfrm xmlns:a="http://schemas.openxmlformats.org/drawingml/2006/main">
            <a:off x="7068312" y="1755648"/>
            <a:ext cx="4398264" cy="65608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00"/>
              </a:lnSpc>
              <a:buNone/>
            </a:pPr>
            <a:r>
              <a:rPr sz="1000">
                <a:solidFill>
                  <a:srgbClr val="4B4458"/>
                </a:solidFill>
                <a:latin typeface="Calibri"/>
                <a:ea typeface="Calibri"/>
                <a:cs typeface="Calibri"/>
              </a:rPr>
              <a:t>The calculation ATLAS evaluates. Variables appear in double braces so they are easy to distinguish from numbers and operators.</a:t>
            </a:r>
            <a:endParaRPr sz="1000"/>
          </a:p>
        </p:txBody>
      </p:sp>
      <p:sp>
        <p:nvSpPr>
          <p:cNvPr id="24" name="Shape 21">
            <a:extLst xmlns:a="http://schemas.openxmlformats.org/drawingml/2006/main">
              <a:ext uri="{FF2B5EF4-FFF2-40B4-BE49-F238E27FC236}">
                <a16:creationId xmlns:a16="http://schemas.microsoft.com/office/drawing/2014/main" id="{B7B41869-B486-4CCC-9BCD-9E8E8F76AFD4}"/>
              </a:ext>
            </a:extLst>
          </p:cNvPr>
          <p:cNvSpPr>
            <a:spLocks xmlns:a="http://schemas.openxmlformats.org/drawingml/2006/main" noGrp="1"/>
          </p:cNvSpPr>
          <p:nvPr/>
        </p:nvSpPr>
        <p:spPr>
          <a:xfrm xmlns:a="http://schemas.openxmlformats.org/drawingml/2006/main">
            <a:off x="6081811" y="3454513"/>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25" name="Text 22">
            <a:extLst xmlns:a="http://schemas.openxmlformats.org/drawingml/2006/main">
              <a:ext uri="{FF2B5EF4-FFF2-40B4-BE49-F238E27FC236}">
                <a16:creationId xmlns:a16="http://schemas.microsoft.com/office/drawing/2014/main" id="{B8FE8AF7-58C3-4B4F-AB25-6C443C04A614}"/>
              </a:ext>
            </a:extLst>
          </p:cNvPr>
          <p:cNvSpPr>
            <a:spLocks xmlns:a="http://schemas.openxmlformats.org/drawingml/2006/main" noGrp="1"/>
          </p:cNvSpPr>
          <p:nvPr/>
        </p:nvSpPr>
        <p:spPr>
          <a:xfrm xmlns:a="http://schemas.openxmlformats.org/drawingml/2006/main">
            <a:off x="6081811" y="3454513"/>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2</a:t>
            </a:r>
            <a:endParaRPr sz="850"/>
          </a:p>
        </p:txBody>
      </p:sp>
      <p:sp>
        <p:nvSpPr>
          <p:cNvPr id="26" name="Shape 23">
            <a:extLst xmlns:a="http://schemas.openxmlformats.org/drawingml/2006/main">
              <a:ext uri="{FF2B5EF4-FFF2-40B4-BE49-F238E27FC236}">
                <a16:creationId xmlns:a16="http://schemas.microsoft.com/office/drawing/2014/main" id="{67DEF3C9-744A-40F5-8EAB-2D63376A1B89}"/>
              </a:ext>
            </a:extLst>
          </p:cNvPr>
          <p:cNvSpPr>
            <a:spLocks xmlns:a="http://schemas.openxmlformats.org/drawingml/2006/main" noGrp="1"/>
          </p:cNvSpPr>
          <p:nvPr/>
        </p:nvSpPr>
        <p:spPr>
          <a:xfrm xmlns:a="http://schemas.openxmlformats.org/drawingml/2006/main">
            <a:off x="6940296" y="2631186"/>
            <a:ext cx="4654296" cy="1113282"/>
          </a:xfrm>
          <a:prstGeom xmlns:a="http://schemas.openxmlformats.org/drawingml/2006/main" prst="roundRect">
            <a:avLst>
              <a:gd name="adj" fmla="val 4928"/>
            </a:avLst>
          </a:prstGeom>
          <a:solidFill xmlns:a="http://schemas.openxmlformats.org/drawingml/2006/main">
            <a:srgbClr val="F4F6FB"/>
          </a:solidFill>
          <a:ln xmlns:a="http://schemas.openxmlformats.org/drawingml/2006/main" w="12700">
            <a:solidFill>
              <a:srgbClr val="D8DEEC"/>
            </a:solidFill>
            <a:prstDash val="solid"/>
          </a:ln>
        </p:spPr>
      </p:sp>
      <p:sp>
        <p:nvSpPr>
          <p:cNvPr id="27" name="Shape 24">
            <a:extLst xmlns:a="http://schemas.openxmlformats.org/drawingml/2006/main">
              <a:ext uri="{FF2B5EF4-FFF2-40B4-BE49-F238E27FC236}">
                <a16:creationId xmlns:a16="http://schemas.microsoft.com/office/drawing/2014/main" id="{B983788B-447F-410E-A59B-174FD9D5CE5B}"/>
              </a:ext>
            </a:extLst>
          </p:cNvPr>
          <p:cNvSpPr>
            <a:spLocks xmlns:a="http://schemas.openxmlformats.org/drawingml/2006/main" noGrp="1"/>
          </p:cNvSpPr>
          <p:nvPr/>
        </p:nvSpPr>
        <p:spPr>
          <a:xfrm xmlns:a="http://schemas.openxmlformats.org/drawingml/2006/main">
            <a:off x="7050024" y="2740914"/>
            <a:ext cx="237744" cy="237744"/>
          </a:xfrm>
          <a:prstGeom xmlns:a="http://schemas.openxmlformats.org/drawingml/2006/main" prst="ellipse">
            <a:avLst/>
          </a:prstGeom>
          <a:solidFill xmlns:a="http://schemas.openxmlformats.org/drawingml/2006/main">
            <a:srgbClr val="1E2761"/>
          </a:solidFill>
        </p:spPr>
      </p:sp>
      <p:sp>
        <p:nvSpPr>
          <p:cNvPr id="28" name="Text 25">
            <a:extLst xmlns:a="http://schemas.openxmlformats.org/drawingml/2006/main">
              <a:ext uri="{FF2B5EF4-FFF2-40B4-BE49-F238E27FC236}">
                <a16:creationId xmlns:a16="http://schemas.microsoft.com/office/drawing/2014/main" id="{30999460-46A5-44C4-9A3A-6C1221BA6004}"/>
              </a:ext>
            </a:extLst>
          </p:cNvPr>
          <p:cNvSpPr>
            <a:spLocks xmlns:a="http://schemas.openxmlformats.org/drawingml/2006/main" noGrp="1"/>
          </p:cNvSpPr>
          <p:nvPr/>
        </p:nvSpPr>
        <p:spPr>
          <a:xfrm xmlns:a="http://schemas.openxmlformats.org/drawingml/2006/main">
            <a:off x="7050024" y="2740914"/>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2</a:t>
            </a:r>
            <a:endParaRPr sz="800"/>
          </a:p>
        </p:txBody>
      </p:sp>
      <p:sp>
        <p:nvSpPr>
          <p:cNvPr id="29" name="Text 26">
            <a:extLst xmlns:a="http://schemas.openxmlformats.org/drawingml/2006/main">
              <a:ext uri="{FF2B5EF4-FFF2-40B4-BE49-F238E27FC236}">
                <a16:creationId xmlns:a16="http://schemas.microsoft.com/office/drawing/2014/main" id="{ADE5F4E2-04EC-4D19-9C49-B78F947301D5}"/>
              </a:ext>
            </a:extLst>
          </p:cNvPr>
          <p:cNvSpPr>
            <a:spLocks xmlns:a="http://schemas.openxmlformats.org/drawingml/2006/main" noGrp="1"/>
          </p:cNvSpPr>
          <p:nvPr/>
        </p:nvSpPr>
        <p:spPr>
          <a:xfrm xmlns:a="http://schemas.openxmlformats.org/drawingml/2006/main">
            <a:off x="7379208" y="2704338"/>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E2761"/>
                </a:solidFill>
                <a:latin typeface="Calibri"/>
                <a:ea typeface="Calibri"/>
                <a:cs typeface="Calibri"/>
              </a:rPr>
              <a:t>Approved field</a:t>
            </a:r>
            <a:endParaRPr sz="1150"/>
          </a:p>
        </p:txBody>
      </p:sp>
      <p:sp>
        <p:nvSpPr>
          <p:cNvPr id="30" name="Text 27">
            <a:extLst xmlns:a="http://schemas.openxmlformats.org/drawingml/2006/main">
              <a:ext uri="{FF2B5EF4-FFF2-40B4-BE49-F238E27FC236}">
                <a16:creationId xmlns:a16="http://schemas.microsoft.com/office/drawing/2014/main" id="{D458F58C-6DB4-4F5D-9572-337EE4A8BEEC}"/>
              </a:ext>
            </a:extLst>
          </p:cNvPr>
          <p:cNvSpPr>
            <a:spLocks xmlns:a="http://schemas.openxmlformats.org/drawingml/2006/main" noGrp="1"/>
          </p:cNvSpPr>
          <p:nvPr/>
        </p:nvSpPr>
        <p:spPr>
          <a:xfrm xmlns:a="http://schemas.openxmlformats.org/drawingml/2006/main">
            <a:off x="7068312" y="3015234"/>
            <a:ext cx="4398264" cy="65608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00"/>
              </a:lnSpc>
              <a:buNone/>
            </a:pPr>
            <a:r>
              <a:rPr sz="1000">
                <a:solidFill>
                  <a:srgbClr val="4B4458"/>
                </a:solidFill>
                <a:latin typeface="Calibri"/>
                <a:ea typeface="Calibri"/>
                <a:cs typeface="Calibri"/>
              </a:rPr>
              <a:t>Choose an ATLAS field whose owner and meaning are already known. This prevents a misspelled or unsupported variable.</a:t>
            </a:r>
            <a:endParaRPr sz="1000"/>
          </a:p>
        </p:txBody>
      </p:sp>
      <p:sp>
        <p:nvSpPr>
          <p:cNvPr id="31" name="Shape 28">
            <a:extLst xmlns:a="http://schemas.openxmlformats.org/drawingml/2006/main">
              <a:ext uri="{FF2B5EF4-FFF2-40B4-BE49-F238E27FC236}">
                <a16:creationId xmlns:a16="http://schemas.microsoft.com/office/drawing/2014/main" id="{63AAC8C5-41BB-47B0-868E-F16C27F606A5}"/>
              </a:ext>
            </a:extLst>
          </p:cNvPr>
          <p:cNvSpPr>
            <a:spLocks xmlns:a="http://schemas.openxmlformats.org/drawingml/2006/main" noGrp="1"/>
          </p:cNvSpPr>
          <p:nvPr/>
        </p:nvSpPr>
        <p:spPr>
          <a:xfrm xmlns:a="http://schemas.openxmlformats.org/drawingml/2006/main">
            <a:off x="6081811" y="4006466"/>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32" name="Text 29">
            <a:extLst xmlns:a="http://schemas.openxmlformats.org/drawingml/2006/main">
              <a:ext uri="{FF2B5EF4-FFF2-40B4-BE49-F238E27FC236}">
                <a16:creationId xmlns:a16="http://schemas.microsoft.com/office/drawing/2014/main" id="{759E172F-58C4-41C8-A0C8-ACD689C4B447}"/>
              </a:ext>
            </a:extLst>
          </p:cNvPr>
          <p:cNvSpPr>
            <a:spLocks xmlns:a="http://schemas.openxmlformats.org/drawingml/2006/main" noGrp="1"/>
          </p:cNvSpPr>
          <p:nvPr/>
        </p:nvSpPr>
        <p:spPr>
          <a:xfrm xmlns:a="http://schemas.openxmlformats.org/drawingml/2006/main">
            <a:off x="6081811" y="4006466"/>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3</a:t>
            </a:r>
            <a:endParaRPr sz="850"/>
          </a:p>
        </p:txBody>
      </p:sp>
      <p:sp>
        <p:nvSpPr>
          <p:cNvPr id="33" name="Shape 30">
            <a:extLst xmlns:a="http://schemas.openxmlformats.org/drawingml/2006/main">
              <a:ext uri="{FF2B5EF4-FFF2-40B4-BE49-F238E27FC236}">
                <a16:creationId xmlns:a16="http://schemas.microsoft.com/office/drawing/2014/main" id="{654B49A6-FBFA-4432-BAA5-DB447EF5AA20}"/>
              </a:ext>
            </a:extLst>
          </p:cNvPr>
          <p:cNvSpPr>
            <a:spLocks xmlns:a="http://schemas.openxmlformats.org/drawingml/2006/main" noGrp="1"/>
          </p:cNvSpPr>
          <p:nvPr/>
        </p:nvSpPr>
        <p:spPr>
          <a:xfrm xmlns:a="http://schemas.openxmlformats.org/drawingml/2006/main">
            <a:off x="6940296" y="3890772"/>
            <a:ext cx="4654296" cy="1113282"/>
          </a:xfrm>
          <a:prstGeom xmlns:a="http://schemas.openxmlformats.org/drawingml/2006/main" prst="roundRect">
            <a:avLst>
              <a:gd name="adj" fmla="val 4928"/>
            </a:avLst>
          </a:prstGeom>
          <a:solidFill xmlns:a="http://schemas.openxmlformats.org/drawingml/2006/main">
            <a:srgbClr val="F4F6FB"/>
          </a:solidFill>
          <a:ln xmlns:a="http://schemas.openxmlformats.org/drawingml/2006/main" w="12700">
            <a:solidFill>
              <a:srgbClr val="D8DEEC"/>
            </a:solidFill>
            <a:prstDash val="solid"/>
          </a:ln>
        </p:spPr>
      </p:sp>
      <p:sp>
        <p:nvSpPr>
          <p:cNvPr id="34" name="Shape 31">
            <a:extLst xmlns:a="http://schemas.openxmlformats.org/drawingml/2006/main">
              <a:ext uri="{FF2B5EF4-FFF2-40B4-BE49-F238E27FC236}">
                <a16:creationId xmlns:a16="http://schemas.microsoft.com/office/drawing/2014/main" id="{2CA19FD1-39C5-4B6B-8B40-5541B82CC65C}"/>
              </a:ext>
            </a:extLst>
          </p:cNvPr>
          <p:cNvSpPr>
            <a:spLocks xmlns:a="http://schemas.openxmlformats.org/drawingml/2006/main" noGrp="1"/>
          </p:cNvSpPr>
          <p:nvPr/>
        </p:nvSpPr>
        <p:spPr>
          <a:xfrm xmlns:a="http://schemas.openxmlformats.org/drawingml/2006/main">
            <a:off x="7050024" y="4000500"/>
            <a:ext cx="237744" cy="237744"/>
          </a:xfrm>
          <a:prstGeom xmlns:a="http://schemas.openxmlformats.org/drawingml/2006/main" prst="ellipse">
            <a:avLst/>
          </a:prstGeom>
          <a:solidFill xmlns:a="http://schemas.openxmlformats.org/drawingml/2006/main">
            <a:srgbClr val="1E2761"/>
          </a:solidFill>
        </p:spPr>
      </p:sp>
      <p:sp>
        <p:nvSpPr>
          <p:cNvPr id="35" name="Text 32">
            <a:extLst xmlns:a="http://schemas.openxmlformats.org/drawingml/2006/main">
              <a:ext uri="{FF2B5EF4-FFF2-40B4-BE49-F238E27FC236}">
                <a16:creationId xmlns:a16="http://schemas.microsoft.com/office/drawing/2014/main" id="{B003161E-D188-4471-9DBF-3BA77835B044}"/>
              </a:ext>
            </a:extLst>
          </p:cNvPr>
          <p:cNvSpPr>
            <a:spLocks xmlns:a="http://schemas.openxmlformats.org/drawingml/2006/main" noGrp="1"/>
          </p:cNvSpPr>
          <p:nvPr/>
        </p:nvSpPr>
        <p:spPr>
          <a:xfrm xmlns:a="http://schemas.openxmlformats.org/drawingml/2006/main">
            <a:off x="7050024" y="4000500"/>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3</a:t>
            </a:r>
            <a:endParaRPr sz="800"/>
          </a:p>
        </p:txBody>
      </p:sp>
      <p:sp>
        <p:nvSpPr>
          <p:cNvPr id="36" name="Text 33">
            <a:extLst xmlns:a="http://schemas.openxmlformats.org/drawingml/2006/main">
              <a:ext uri="{FF2B5EF4-FFF2-40B4-BE49-F238E27FC236}">
                <a16:creationId xmlns:a16="http://schemas.microsoft.com/office/drawing/2014/main" id="{85AACD11-09B2-40C2-B730-B9279404F73B}"/>
              </a:ext>
            </a:extLst>
          </p:cNvPr>
          <p:cNvSpPr>
            <a:spLocks xmlns:a="http://schemas.openxmlformats.org/drawingml/2006/main" noGrp="1"/>
          </p:cNvSpPr>
          <p:nvPr/>
        </p:nvSpPr>
        <p:spPr>
          <a:xfrm xmlns:a="http://schemas.openxmlformats.org/drawingml/2006/main">
            <a:off x="7379208" y="3963924"/>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E2761"/>
                </a:solidFill>
                <a:latin typeface="Calibri"/>
                <a:ea typeface="Calibri"/>
                <a:cs typeface="Calibri"/>
              </a:rPr>
              <a:t>Insert field</a:t>
            </a:r>
            <a:endParaRPr sz="1150"/>
          </a:p>
        </p:txBody>
      </p:sp>
      <p:sp>
        <p:nvSpPr>
          <p:cNvPr id="37" name="Text 34">
            <a:extLst xmlns:a="http://schemas.openxmlformats.org/drawingml/2006/main">
              <a:ext uri="{FF2B5EF4-FFF2-40B4-BE49-F238E27FC236}">
                <a16:creationId xmlns:a16="http://schemas.microsoft.com/office/drawing/2014/main" id="{1253FA94-600D-4ED3-8295-1F3173513878}"/>
              </a:ext>
            </a:extLst>
          </p:cNvPr>
          <p:cNvSpPr>
            <a:spLocks xmlns:a="http://schemas.openxmlformats.org/drawingml/2006/main" noGrp="1"/>
          </p:cNvSpPr>
          <p:nvPr/>
        </p:nvSpPr>
        <p:spPr>
          <a:xfrm xmlns:a="http://schemas.openxmlformats.org/drawingml/2006/main">
            <a:off x="7068312" y="4274820"/>
            <a:ext cx="4398264" cy="65608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00"/>
              </a:lnSpc>
              <a:buNone/>
            </a:pPr>
            <a:r>
              <a:rPr sz="1000">
                <a:solidFill>
                  <a:srgbClr val="4B4458"/>
                </a:solidFill>
                <a:latin typeface="Calibri"/>
                <a:ea typeface="Calibri"/>
                <a:cs typeface="Calibri"/>
              </a:rPr>
              <a:t>Adds the selected token at the cursor and creates its mapped-field row below.</a:t>
            </a:r>
            <a:endParaRPr sz="1000"/>
          </a:p>
        </p:txBody>
      </p:sp>
      <p:sp>
        <p:nvSpPr>
          <p:cNvPr id="38" name="Shape 35">
            <a:extLst xmlns:a="http://schemas.openxmlformats.org/drawingml/2006/main">
              <a:ext uri="{FF2B5EF4-FFF2-40B4-BE49-F238E27FC236}">
                <a16:creationId xmlns:a16="http://schemas.microsoft.com/office/drawing/2014/main" id="{7C213772-B780-4B62-B654-E9BE35669B8A}"/>
              </a:ext>
            </a:extLst>
          </p:cNvPr>
          <p:cNvSpPr>
            <a:spLocks xmlns:a="http://schemas.openxmlformats.org/drawingml/2006/main" noGrp="1"/>
          </p:cNvSpPr>
          <p:nvPr/>
        </p:nvSpPr>
        <p:spPr>
          <a:xfrm xmlns:a="http://schemas.openxmlformats.org/drawingml/2006/main">
            <a:off x="6081811" y="4558418"/>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39" name="Text 36">
            <a:extLst xmlns:a="http://schemas.openxmlformats.org/drawingml/2006/main">
              <a:ext uri="{FF2B5EF4-FFF2-40B4-BE49-F238E27FC236}">
                <a16:creationId xmlns:a16="http://schemas.microsoft.com/office/drawing/2014/main" id="{4115A785-6F98-4165-A1E9-D5100FDEA638}"/>
              </a:ext>
            </a:extLst>
          </p:cNvPr>
          <p:cNvSpPr>
            <a:spLocks xmlns:a="http://schemas.openxmlformats.org/drawingml/2006/main" noGrp="1"/>
          </p:cNvSpPr>
          <p:nvPr/>
        </p:nvSpPr>
        <p:spPr>
          <a:xfrm xmlns:a="http://schemas.openxmlformats.org/drawingml/2006/main">
            <a:off x="6081811" y="4558418"/>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4</a:t>
            </a:r>
            <a:endParaRPr sz="850"/>
          </a:p>
        </p:txBody>
      </p:sp>
      <p:sp>
        <p:nvSpPr>
          <p:cNvPr id="40" name="Shape 37">
            <a:extLst xmlns:a="http://schemas.openxmlformats.org/drawingml/2006/main">
              <a:ext uri="{FF2B5EF4-FFF2-40B4-BE49-F238E27FC236}">
                <a16:creationId xmlns:a16="http://schemas.microsoft.com/office/drawing/2014/main" id="{B633741B-71DD-4396-9D94-DF7D2168217C}"/>
              </a:ext>
            </a:extLst>
          </p:cNvPr>
          <p:cNvSpPr>
            <a:spLocks xmlns:a="http://schemas.openxmlformats.org/drawingml/2006/main" noGrp="1"/>
          </p:cNvSpPr>
          <p:nvPr/>
        </p:nvSpPr>
        <p:spPr>
          <a:xfrm xmlns:a="http://schemas.openxmlformats.org/drawingml/2006/main">
            <a:off x="6940296" y="5150358"/>
            <a:ext cx="4654296" cy="1113282"/>
          </a:xfrm>
          <a:prstGeom xmlns:a="http://schemas.openxmlformats.org/drawingml/2006/main" prst="roundRect">
            <a:avLst>
              <a:gd name="adj" fmla="val 4928"/>
            </a:avLst>
          </a:prstGeom>
          <a:solidFill xmlns:a="http://schemas.openxmlformats.org/drawingml/2006/main">
            <a:srgbClr val="F4F6FB"/>
          </a:solidFill>
          <a:ln xmlns:a="http://schemas.openxmlformats.org/drawingml/2006/main" w="12700">
            <a:solidFill>
              <a:srgbClr val="D8DEEC"/>
            </a:solidFill>
            <a:prstDash val="solid"/>
          </a:ln>
        </p:spPr>
      </p:sp>
      <p:sp>
        <p:nvSpPr>
          <p:cNvPr id="41" name="Shape 38">
            <a:extLst xmlns:a="http://schemas.openxmlformats.org/drawingml/2006/main">
              <a:ext uri="{FF2B5EF4-FFF2-40B4-BE49-F238E27FC236}">
                <a16:creationId xmlns:a16="http://schemas.microsoft.com/office/drawing/2014/main" id="{6BE67BAA-AA5C-4C2B-934E-06D7BE4E164C}"/>
              </a:ext>
            </a:extLst>
          </p:cNvPr>
          <p:cNvSpPr>
            <a:spLocks xmlns:a="http://schemas.openxmlformats.org/drawingml/2006/main" noGrp="1"/>
          </p:cNvSpPr>
          <p:nvPr/>
        </p:nvSpPr>
        <p:spPr>
          <a:xfrm xmlns:a="http://schemas.openxmlformats.org/drawingml/2006/main">
            <a:off x="7050024" y="5260086"/>
            <a:ext cx="237744" cy="237744"/>
          </a:xfrm>
          <a:prstGeom xmlns:a="http://schemas.openxmlformats.org/drawingml/2006/main" prst="ellipse">
            <a:avLst/>
          </a:prstGeom>
          <a:solidFill xmlns:a="http://schemas.openxmlformats.org/drawingml/2006/main">
            <a:srgbClr val="1E2761"/>
          </a:solidFill>
        </p:spPr>
      </p:sp>
      <p:sp>
        <p:nvSpPr>
          <p:cNvPr id="42" name="Text 39">
            <a:extLst xmlns:a="http://schemas.openxmlformats.org/drawingml/2006/main">
              <a:ext uri="{FF2B5EF4-FFF2-40B4-BE49-F238E27FC236}">
                <a16:creationId xmlns:a16="http://schemas.microsoft.com/office/drawing/2014/main" id="{85BFBA6A-F0A5-4059-B213-95C8450FED04}"/>
              </a:ext>
            </a:extLst>
          </p:cNvPr>
          <p:cNvSpPr>
            <a:spLocks xmlns:a="http://schemas.openxmlformats.org/drawingml/2006/main" noGrp="1"/>
          </p:cNvSpPr>
          <p:nvPr/>
        </p:nvSpPr>
        <p:spPr>
          <a:xfrm xmlns:a="http://schemas.openxmlformats.org/drawingml/2006/main">
            <a:off x="7050024" y="5260086"/>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4</a:t>
            </a:r>
            <a:endParaRPr sz="800"/>
          </a:p>
        </p:txBody>
      </p:sp>
      <p:sp>
        <p:nvSpPr>
          <p:cNvPr id="43" name="Text 40">
            <a:extLst xmlns:a="http://schemas.openxmlformats.org/drawingml/2006/main">
              <a:ext uri="{FF2B5EF4-FFF2-40B4-BE49-F238E27FC236}">
                <a16:creationId xmlns:a16="http://schemas.microsoft.com/office/drawing/2014/main" id="{197877AF-E01A-427F-A037-3BF7191B1991}"/>
              </a:ext>
            </a:extLst>
          </p:cNvPr>
          <p:cNvSpPr>
            <a:spLocks xmlns:a="http://schemas.openxmlformats.org/drawingml/2006/main" noGrp="1"/>
          </p:cNvSpPr>
          <p:nvPr/>
        </p:nvSpPr>
        <p:spPr>
          <a:xfrm xmlns:a="http://schemas.openxmlformats.org/drawingml/2006/main">
            <a:off x="7379208" y="5223510"/>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E2761"/>
                </a:solidFill>
                <a:latin typeface="Calibri"/>
                <a:ea typeface="Calibri"/>
                <a:cs typeface="Calibri"/>
              </a:rPr>
              <a:t>Operator palette</a:t>
            </a:r>
            <a:endParaRPr sz="1150"/>
          </a:p>
        </p:txBody>
      </p:sp>
      <p:sp>
        <p:nvSpPr>
          <p:cNvPr id="44" name="Text 41">
            <a:extLst xmlns:a="http://schemas.openxmlformats.org/drawingml/2006/main">
              <a:ext uri="{FF2B5EF4-FFF2-40B4-BE49-F238E27FC236}">
                <a16:creationId xmlns:a16="http://schemas.microsoft.com/office/drawing/2014/main" id="{D4B60AC1-E738-4B31-AA0D-032AA6DC24A1}"/>
              </a:ext>
            </a:extLst>
          </p:cNvPr>
          <p:cNvSpPr>
            <a:spLocks xmlns:a="http://schemas.openxmlformats.org/drawingml/2006/main" noGrp="1"/>
          </p:cNvSpPr>
          <p:nvPr/>
        </p:nvSpPr>
        <p:spPr>
          <a:xfrm xmlns:a="http://schemas.openxmlformats.org/drawingml/2006/main">
            <a:off x="7068312" y="5534406"/>
            <a:ext cx="4398264" cy="65608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00"/>
              </a:lnSpc>
              <a:buNone/>
            </a:pPr>
            <a:r>
              <a:rPr sz="1000">
                <a:solidFill>
                  <a:srgbClr val="4B4458"/>
                </a:solidFill>
                <a:latin typeface="Calibri"/>
                <a:ea typeface="Calibri"/>
                <a:cs typeface="Calibri"/>
              </a:rPr>
              <a:t>Use +, −, ×, ÷, parentheses, MIN and MAX. Build the rule in the same order finance checks it on paper.</a:t>
            </a:r>
            <a:endParaRPr sz="1000"/>
          </a:p>
        </p:txBody>
      </p:sp>
    </p:spTree>
    <p:extLst>
      <p:ext uri="{BB962C8B-B14F-4D97-AF65-F5344CB8AC3E}">
        <p14:creationId xmlns:p14="http://schemas.microsoft.com/office/powerpoint/2010/main" val="125916794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2DECBEC-5394-478C-BE50-DA60B66B6C33}"/>
              </a:ext>
            </a:extLst>
          </p:cNvPr>
          <p:cNvSpPr>
            <a:spLocks xmlns:a="http://schemas.openxmlformats.org/drawingml/2006/main" noGrp="1"/>
          </p:cNvSpPr>
          <p:nvPr/>
        </p:nvSpPr>
        <p:spPr>
          <a:xfrm xmlns:a="http://schemas.openxmlformats.org/drawingml/2006/main">
            <a:off x="566928" y="329184"/>
            <a:ext cx="11027664"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CREATE COMPUTATION · FIELD GUIDE 3 OF 6</a:t>
            </a:r>
            <a:endParaRPr sz="1000"/>
          </a:p>
        </p:txBody>
      </p:sp>
      <p:sp>
        <p:nvSpPr>
          <p:cNvPr id="3" name="Text 1">
            <a:extLst xmlns:a="http://schemas.openxmlformats.org/drawingml/2006/main">
              <a:ext uri="{FF2B5EF4-FFF2-40B4-BE49-F238E27FC236}">
                <a16:creationId xmlns:a16="http://schemas.microsoft.com/office/drawing/2014/main" id="{25CBB53B-0468-4C70-93A6-BD062C5F4CB2}"/>
              </a:ext>
            </a:extLst>
          </p:cNvPr>
          <p:cNvSpPr>
            <a:spLocks xmlns:a="http://schemas.openxmlformats.org/drawingml/2006/main" noGrp="1"/>
          </p:cNvSpPr>
          <p:nvPr/>
        </p:nvSpPr>
        <p:spPr>
          <a:xfrm xmlns:a="http://schemas.openxmlformats.org/drawingml/2006/main">
            <a:off x="566928" y="548640"/>
            <a:ext cx="110276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Mapped fields explain every dependency</a:t>
            </a:r>
            <a:endParaRPr sz="3000"/>
          </a:p>
        </p:txBody>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e96d7853ca934543"/>
          <a:srcRect xmlns:a="http://schemas.openxmlformats.org/drawingml/2006/main" l="0" t="15759" r="0" b="15759"/>
          <a:stretch xmlns:a="http://schemas.openxmlformats.org/drawingml/2006/main">
            <a:fillRect l="0" t="0" r="0" b="0"/>
          </a:stretch>
        </p:blipFill>
        <p:spPr>
          <a:xfrm xmlns:a="http://schemas.openxmlformats.org/drawingml/2006/main">
            <a:off x="566928" y="3084265"/>
            <a:ext cx="5806440" cy="1466709"/>
          </a:xfrm>
          <a:prstGeom xmlns:a="http://schemas.openxmlformats.org/drawingml/2006/main" prst="rect">
            <a:avLst/>
          </a:prstGeom>
          <a:effectLst xmlns:a="http://schemas.openxmlformats.org/drawingml/2006/main">
            <a:outerShdw blurRad="127000" dist="25400" dir="5400000" algn="bl" rotWithShape="0">
              <a:srgbClr val="8892B0">
                <a:alpha val="28000"/>
              </a:srgbClr>
            </a:outerShdw>
          </a:effectLst>
        </p:spPr>
      </p:pic>
      <p:sp>
        <p:nvSpPr>
          <p:cNvPr id="5" name="Shape 2">
            <a:extLst xmlns:a="http://schemas.openxmlformats.org/drawingml/2006/main">
              <a:ext uri="{FF2B5EF4-FFF2-40B4-BE49-F238E27FC236}">
                <a16:creationId xmlns:a16="http://schemas.microsoft.com/office/drawing/2014/main" id="{1D3D28C2-AD96-4BDA-8663-FA53284D690A}"/>
              </a:ext>
            </a:extLst>
          </p:cNvPr>
          <p:cNvSpPr>
            <a:spLocks xmlns:a="http://schemas.openxmlformats.org/drawingml/2006/main" noGrp="1"/>
          </p:cNvSpPr>
          <p:nvPr/>
        </p:nvSpPr>
        <p:spPr>
          <a:xfrm xmlns:a="http://schemas.openxmlformats.org/drawingml/2006/main">
            <a:off x="3408995" y="3166561"/>
            <a:ext cx="0" cy="360772"/>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6" name="Shape 3">
            <a:extLst xmlns:a="http://schemas.openxmlformats.org/drawingml/2006/main">
              <a:ext uri="{FF2B5EF4-FFF2-40B4-BE49-F238E27FC236}">
                <a16:creationId xmlns:a16="http://schemas.microsoft.com/office/drawing/2014/main" id="{EE16B010-0571-4BA9-B748-7E19BC47692B}"/>
              </a:ext>
            </a:extLst>
          </p:cNvPr>
          <p:cNvSpPr>
            <a:spLocks xmlns:a="http://schemas.openxmlformats.org/drawingml/2006/main" noGrp="1"/>
          </p:cNvSpPr>
          <p:nvPr/>
        </p:nvSpPr>
        <p:spPr>
          <a:xfrm xmlns:a="http://schemas.openxmlformats.org/drawingml/2006/main">
            <a:off x="3408995" y="3166561"/>
            <a:ext cx="3110677"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7" name="Shape 4">
            <a:extLst xmlns:a="http://schemas.openxmlformats.org/drawingml/2006/main">
              <a:ext uri="{FF2B5EF4-FFF2-40B4-BE49-F238E27FC236}">
                <a16:creationId xmlns:a16="http://schemas.microsoft.com/office/drawing/2014/main" id="{39B8BB6F-8ACB-4929-B850-5AD5DBA30A08}"/>
              </a:ext>
            </a:extLst>
          </p:cNvPr>
          <p:cNvSpPr>
            <a:spLocks xmlns:a="http://schemas.openxmlformats.org/drawingml/2006/main" noGrp="1"/>
          </p:cNvSpPr>
          <p:nvPr/>
        </p:nvSpPr>
        <p:spPr>
          <a:xfrm xmlns:a="http://schemas.openxmlformats.org/drawingml/2006/main">
            <a:off x="6519672" y="1928241"/>
            <a:ext cx="0" cy="123832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8" name="Shape 5">
            <a:extLst xmlns:a="http://schemas.openxmlformats.org/drawingml/2006/main">
              <a:ext uri="{FF2B5EF4-FFF2-40B4-BE49-F238E27FC236}">
                <a16:creationId xmlns:a16="http://schemas.microsoft.com/office/drawing/2014/main" id="{2B4B236F-F3C8-4F68-A6E6-E632D10B52C9}"/>
              </a:ext>
            </a:extLst>
          </p:cNvPr>
          <p:cNvSpPr>
            <a:spLocks xmlns:a="http://schemas.openxmlformats.org/drawingml/2006/main" noGrp="1"/>
          </p:cNvSpPr>
          <p:nvPr/>
        </p:nvSpPr>
        <p:spPr>
          <a:xfrm xmlns:a="http://schemas.openxmlformats.org/drawingml/2006/main">
            <a:off x="6519672" y="1928241"/>
            <a:ext cx="420624"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9" name="Shape 6">
            <a:extLst xmlns:a="http://schemas.openxmlformats.org/drawingml/2006/main">
              <a:ext uri="{FF2B5EF4-FFF2-40B4-BE49-F238E27FC236}">
                <a16:creationId xmlns:a16="http://schemas.microsoft.com/office/drawing/2014/main" id="{ADDD9104-A734-4C6C-8DF4-8C06C0DA5865}"/>
              </a:ext>
            </a:extLst>
          </p:cNvPr>
          <p:cNvSpPr>
            <a:spLocks xmlns:a="http://schemas.openxmlformats.org/drawingml/2006/main" noGrp="1"/>
          </p:cNvSpPr>
          <p:nvPr/>
        </p:nvSpPr>
        <p:spPr>
          <a:xfrm xmlns:a="http://schemas.openxmlformats.org/drawingml/2006/main">
            <a:off x="6210400" y="3527334"/>
            <a:ext cx="342190"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0" name="Shape 7">
            <a:extLst xmlns:a="http://schemas.openxmlformats.org/drawingml/2006/main">
              <a:ext uri="{FF2B5EF4-FFF2-40B4-BE49-F238E27FC236}">
                <a16:creationId xmlns:a16="http://schemas.microsoft.com/office/drawing/2014/main" id="{CE589028-77A2-46BE-A591-494D3F6784FA}"/>
              </a:ext>
            </a:extLst>
          </p:cNvPr>
          <p:cNvSpPr>
            <a:spLocks xmlns:a="http://schemas.openxmlformats.org/drawingml/2006/main" noGrp="1"/>
          </p:cNvSpPr>
          <p:nvPr/>
        </p:nvSpPr>
        <p:spPr>
          <a:xfrm xmlns:a="http://schemas.openxmlformats.org/drawingml/2006/main">
            <a:off x="6552590" y="3187827"/>
            <a:ext cx="0" cy="339507"/>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1" name="Shape 8">
            <a:extLst xmlns:a="http://schemas.openxmlformats.org/drawingml/2006/main">
              <a:ext uri="{FF2B5EF4-FFF2-40B4-BE49-F238E27FC236}">
                <a16:creationId xmlns:a16="http://schemas.microsoft.com/office/drawing/2014/main" id="{DD67C954-9834-407C-BAE3-D23C294E644B}"/>
              </a:ext>
            </a:extLst>
          </p:cNvPr>
          <p:cNvSpPr>
            <a:spLocks xmlns:a="http://schemas.openxmlformats.org/drawingml/2006/main" noGrp="1"/>
          </p:cNvSpPr>
          <p:nvPr/>
        </p:nvSpPr>
        <p:spPr>
          <a:xfrm xmlns:a="http://schemas.openxmlformats.org/drawingml/2006/main">
            <a:off x="6552590" y="3187827"/>
            <a:ext cx="387706"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12" name="Shape 9">
            <a:extLst xmlns:a="http://schemas.openxmlformats.org/drawingml/2006/main">
              <a:ext uri="{FF2B5EF4-FFF2-40B4-BE49-F238E27FC236}">
                <a16:creationId xmlns:a16="http://schemas.microsoft.com/office/drawing/2014/main" id="{F678DBAF-BFC8-4C91-A184-6CB9E5BACDF8}"/>
              </a:ext>
            </a:extLst>
          </p:cNvPr>
          <p:cNvSpPr>
            <a:spLocks xmlns:a="http://schemas.openxmlformats.org/drawingml/2006/main" noGrp="1"/>
          </p:cNvSpPr>
          <p:nvPr/>
        </p:nvSpPr>
        <p:spPr>
          <a:xfrm xmlns:a="http://schemas.openxmlformats.org/drawingml/2006/main">
            <a:off x="3408995" y="3166561"/>
            <a:ext cx="0" cy="1022829"/>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3" name="Shape 10">
            <a:extLst xmlns:a="http://schemas.openxmlformats.org/drawingml/2006/main">
              <a:ext uri="{FF2B5EF4-FFF2-40B4-BE49-F238E27FC236}">
                <a16:creationId xmlns:a16="http://schemas.microsoft.com/office/drawing/2014/main" id="{D276000C-0BD7-4B57-BB69-ABCE1F59C357}"/>
              </a:ext>
            </a:extLst>
          </p:cNvPr>
          <p:cNvSpPr>
            <a:spLocks xmlns:a="http://schemas.openxmlformats.org/drawingml/2006/main" noGrp="1"/>
          </p:cNvSpPr>
          <p:nvPr/>
        </p:nvSpPr>
        <p:spPr>
          <a:xfrm xmlns:a="http://schemas.openxmlformats.org/drawingml/2006/main">
            <a:off x="3408995" y="3166561"/>
            <a:ext cx="3176513"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4" name="Shape 11">
            <a:extLst xmlns:a="http://schemas.openxmlformats.org/drawingml/2006/main">
              <a:ext uri="{FF2B5EF4-FFF2-40B4-BE49-F238E27FC236}">
                <a16:creationId xmlns:a16="http://schemas.microsoft.com/office/drawing/2014/main" id="{1B1C10A6-FD10-4242-8962-89C0269E25B5}"/>
              </a:ext>
            </a:extLst>
          </p:cNvPr>
          <p:cNvSpPr>
            <a:spLocks xmlns:a="http://schemas.openxmlformats.org/drawingml/2006/main" noGrp="1"/>
          </p:cNvSpPr>
          <p:nvPr/>
        </p:nvSpPr>
        <p:spPr>
          <a:xfrm xmlns:a="http://schemas.openxmlformats.org/drawingml/2006/main">
            <a:off x="6585509" y="3166561"/>
            <a:ext cx="0" cy="1280852"/>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5" name="Shape 12">
            <a:extLst xmlns:a="http://schemas.openxmlformats.org/drawingml/2006/main">
              <a:ext uri="{FF2B5EF4-FFF2-40B4-BE49-F238E27FC236}">
                <a16:creationId xmlns:a16="http://schemas.microsoft.com/office/drawing/2014/main" id="{1FCD305F-AAC5-4C45-A15B-5634EE95BF87}"/>
              </a:ext>
            </a:extLst>
          </p:cNvPr>
          <p:cNvSpPr>
            <a:spLocks xmlns:a="http://schemas.openxmlformats.org/drawingml/2006/main" noGrp="1"/>
          </p:cNvSpPr>
          <p:nvPr/>
        </p:nvSpPr>
        <p:spPr>
          <a:xfrm xmlns:a="http://schemas.openxmlformats.org/drawingml/2006/main">
            <a:off x="6585509" y="4447413"/>
            <a:ext cx="354787"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16" name="Shape 13">
            <a:extLst xmlns:a="http://schemas.openxmlformats.org/drawingml/2006/main">
              <a:ext uri="{FF2B5EF4-FFF2-40B4-BE49-F238E27FC236}">
                <a16:creationId xmlns:a16="http://schemas.microsoft.com/office/drawing/2014/main" id="{A3A10767-39E7-4571-A075-8B5ACB89F45B}"/>
              </a:ext>
            </a:extLst>
          </p:cNvPr>
          <p:cNvSpPr>
            <a:spLocks xmlns:a="http://schemas.openxmlformats.org/drawingml/2006/main" noGrp="1"/>
          </p:cNvSpPr>
          <p:nvPr/>
        </p:nvSpPr>
        <p:spPr>
          <a:xfrm xmlns:a="http://schemas.openxmlformats.org/drawingml/2006/main">
            <a:off x="6210400" y="4189390"/>
            <a:ext cx="408027"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7" name="Shape 14">
            <a:extLst xmlns:a="http://schemas.openxmlformats.org/drawingml/2006/main">
              <a:ext uri="{FF2B5EF4-FFF2-40B4-BE49-F238E27FC236}">
                <a16:creationId xmlns:a16="http://schemas.microsoft.com/office/drawing/2014/main" id="{A5ECF7F3-4627-4788-90D2-A916B86D306D}"/>
              </a:ext>
            </a:extLst>
          </p:cNvPr>
          <p:cNvSpPr>
            <a:spLocks xmlns:a="http://schemas.openxmlformats.org/drawingml/2006/main" noGrp="1"/>
          </p:cNvSpPr>
          <p:nvPr/>
        </p:nvSpPr>
        <p:spPr>
          <a:xfrm xmlns:a="http://schemas.openxmlformats.org/drawingml/2006/main">
            <a:off x="6618427" y="4189390"/>
            <a:ext cx="0" cy="1517609"/>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8" name="Shape 15">
            <a:extLst xmlns:a="http://schemas.openxmlformats.org/drawingml/2006/main">
              <a:ext uri="{FF2B5EF4-FFF2-40B4-BE49-F238E27FC236}">
                <a16:creationId xmlns:a16="http://schemas.microsoft.com/office/drawing/2014/main" id="{1CB379DF-D00B-4944-BE67-2003DE1CBA88}"/>
              </a:ext>
            </a:extLst>
          </p:cNvPr>
          <p:cNvSpPr>
            <a:spLocks xmlns:a="http://schemas.openxmlformats.org/drawingml/2006/main" noGrp="1"/>
          </p:cNvSpPr>
          <p:nvPr/>
        </p:nvSpPr>
        <p:spPr>
          <a:xfrm xmlns:a="http://schemas.openxmlformats.org/drawingml/2006/main">
            <a:off x="6618427" y="5706999"/>
            <a:ext cx="321869"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19" name="Shape 16">
            <a:extLst xmlns:a="http://schemas.openxmlformats.org/drawingml/2006/main">
              <a:ext uri="{FF2B5EF4-FFF2-40B4-BE49-F238E27FC236}">
                <a16:creationId xmlns:a16="http://schemas.microsoft.com/office/drawing/2014/main" id="{14062E5F-0B28-4062-9B1B-DB520E00291E}"/>
              </a:ext>
            </a:extLst>
          </p:cNvPr>
          <p:cNvSpPr>
            <a:spLocks xmlns:a="http://schemas.openxmlformats.org/drawingml/2006/main" noGrp="1"/>
          </p:cNvSpPr>
          <p:nvPr/>
        </p:nvSpPr>
        <p:spPr>
          <a:xfrm xmlns:a="http://schemas.openxmlformats.org/drawingml/2006/main">
            <a:off x="3280979" y="3399318"/>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20" name="Text 17">
            <a:extLst xmlns:a="http://schemas.openxmlformats.org/drawingml/2006/main">
              <a:ext uri="{FF2B5EF4-FFF2-40B4-BE49-F238E27FC236}">
                <a16:creationId xmlns:a16="http://schemas.microsoft.com/office/drawing/2014/main" id="{01E0B5EF-FEF2-4E7D-B960-12EA4AA30A55}"/>
              </a:ext>
            </a:extLst>
          </p:cNvPr>
          <p:cNvSpPr>
            <a:spLocks xmlns:a="http://schemas.openxmlformats.org/drawingml/2006/main" noGrp="1"/>
          </p:cNvSpPr>
          <p:nvPr/>
        </p:nvSpPr>
        <p:spPr>
          <a:xfrm xmlns:a="http://schemas.openxmlformats.org/drawingml/2006/main">
            <a:off x="3280979" y="3399318"/>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1</a:t>
            </a:r>
            <a:endParaRPr sz="850"/>
          </a:p>
        </p:txBody>
      </p:sp>
      <p:sp>
        <p:nvSpPr>
          <p:cNvPr id="21" name="Shape 18">
            <a:extLst xmlns:a="http://schemas.openxmlformats.org/drawingml/2006/main">
              <a:ext uri="{FF2B5EF4-FFF2-40B4-BE49-F238E27FC236}">
                <a16:creationId xmlns:a16="http://schemas.microsoft.com/office/drawing/2014/main" id="{AF34E492-3A73-4BB7-A4A1-8BF31853B842}"/>
              </a:ext>
            </a:extLst>
          </p:cNvPr>
          <p:cNvSpPr>
            <a:spLocks xmlns:a="http://schemas.openxmlformats.org/drawingml/2006/main" noGrp="1"/>
          </p:cNvSpPr>
          <p:nvPr/>
        </p:nvSpPr>
        <p:spPr>
          <a:xfrm xmlns:a="http://schemas.openxmlformats.org/drawingml/2006/main">
            <a:off x="6940296" y="1371600"/>
            <a:ext cx="4654296" cy="1113282"/>
          </a:xfrm>
          <a:prstGeom xmlns:a="http://schemas.openxmlformats.org/drawingml/2006/main" prst="roundRect">
            <a:avLst>
              <a:gd name="adj" fmla="val 4928"/>
            </a:avLst>
          </a:prstGeom>
          <a:solidFill xmlns:a="http://schemas.openxmlformats.org/drawingml/2006/main">
            <a:srgbClr val="F4F6FB"/>
          </a:solidFill>
          <a:ln xmlns:a="http://schemas.openxmlformats.org/drawingml/2006/main" w="12700">
            <a:solidFill>
              <a:srgbClr val="D8DEEC"/>
            </a:solidFill>
            <a:prstDash val="solid"/>
          </a:ln>
        </p:spPr>
      </p:sp>
      <p:sp>
        <p:nvSpPr>
          <p:cNvPr id="22" name="Shape 19">
            <a:extLst xmlns:a="http://schemas.openxmlformats.org/drawingml/2006/main">
              <a:ext uri="{FF2B5EF4-FFF2-40B4-BE49-F238E27FC236}">
                <a16:creationId xmlns:a16="http://schemas.microsoft.com/office/drawing/2014/main" id="{BD5795DA-F377-4BD9-A32F-4417AF1833F3}"/>
              </a:ext>
            </a:extLst>
          </p:cNvPr>
          <p:cNvSpPr>
            <a:spLocks xmlns:a="http://schemas.openxmlformats.org/drawingml/2006/main" noGrp="1"/>
          </p:cNvSpPr>
          <p:nvPr/>
        </p:nvSpPr>
        <p:spPr>
          <a:xfrm xmlns:a="http://schemas.openxmlformats.org/drawingml/2006/main">
            <a:off x="7050024" y="1481328"/>
            <a:ext cx="237744" cy="237744"/>
          </a:xfrm>
          <a:prstGeom xmlns:a="http://schemas.openxmlformats.org/drawingml/2006/main" prst="ellipse">
            <a:avLst/>
          </a:prstGeom>
          <a:solidFill xmlns:a="http://schemas.openxmlformats.org/drawingml/2006/main">
            <a:srgbClr val="1E2761"/>
          </a:solidFill>
        </p:spPr>
      </p:sp>
      <p:sp>
        <p:nvSpPr>
          <p:cNvPr id="23" name="Text 20">
            <a:extLst xmlns:a="http://schemas.openxmlformats.org/drawingml/2006/main">
              <a:ext uri="{FF2B5EF4-FFF2-40B4-BE49-F238E27FC236}">
                <a16:creationId xmlns:a16="http://schemas.microsoft.com/office/drawing/2014/main" id="{601B2AB8-6E34-411F-8759-EDBB734B11DD}"/>
              </a:ext>
            </a:extLst>
          </p:cNvPr>
          <p:cNvSpPr>
            <a:spLocks xmlns:a="http://schemas.openxmlformats.org/drawingml/2006/main" noGrp="1"/>
          </p:cNvSpPr>
          <p:nvPr/>
        </p:nvSpPr>
        <p:spPr>
          <a:xfrm xmlns:a="http://schemas.openxmlformats.org/drawingml/2006/main">
            <a:off x="7050024" y="1481328"/>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1</a:t>
            </a:r>
            <a:endParaRPr sz="800"/>
          </a:p>
        </p:txBody>
      </p:sp>
      <p:sp>
        <p:nvSpPr>
          <p:cNvPr id="24" name="Text 21">
            <a:extLst xmlns:a="http://schemas.openxmlformats.org/drawingml/2006/main">
              <a:ext uri="{FF2B5EF4-FFF2-40B4-BE49-F238E27FC236}">
                <a16:creationId xmlns:a16="http://schemas.microsoft.com/office/drawing/2014/main" id="{8488845A-CE8D-4148-B804-C683E53B9388}"/>
              </a:ext>
            </a:extLst>
          </p:cNvPr>
          <p:cNvSpPr>
            <a:spLocks xmlns:a="http://schemas.openxmlformats.org/drawingml/2006/main" noGrp="1"/>
          </p:cNvSpPr>
          <p:nvPr/>
        </p:nvSpPr>
        <p:spPr>
          <a:xfrm xmlns:a="http://schemas.openxmlformats.org/drawingml/2006/main">
            <a:off x="7379208" y="1444752"/>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E2761"/>
                </a:solidFill>
                <a:latin typeface="Calibri"/>
                <a:ea typeface="Calibri"/>
                <a:cs typeface="Calibri"/>
              </a:rPr>
              <a:t>Mapped field</a:t>
            </a:r>
            <a:endParaRPr sz="1150"/>
          </a:p>
        </p:txBody>
      </p:sp>
      <p:sp>
        <p:nvSpPr>
          <p:cNvPr id="25" name="Text 22">
            <a:extLst xmlns:a="http://schemas.openxmlformats.org/drawingml/2006/main">
              <a:ext uri="{FF2B5EF4-FFF2-40B4-BE49-F238E27FC236}">
                <a16:creationId xmlns:a16="http://schemas.microsoft.com/office/drawing/2014/main" id="{89A0714E-96AF-42CB-B0BD-61929A5A1166}"/>
              </a:ext>
            </a:extLst>
          </p:cNvPr>
          <p:cNvSpPr>
            <a:spLocks xmlns:a="http://schemas.openxmlformats.org/drawingml/2006/main" noGrp="1"/>
          </p:cNvSpPr>
          <p:nvPr/>
        </p:nvSpPr>
        <p:spPr>
          <a:xfrm xmlns:a="http://schemas.openxmlformats.org/drawingml/2006/main">
            <a:off x="7068312" y="1755648"/>
            <a:ext cx="4398264" cy="65608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00"/>
              </a:lnSpc>
              <a:buNone/>
            </a:pPr>
            <a:r>
              <a:rPr sz="1000">
                <a:solidFill>
                  <a:srgbClr val="4B4458"/>
                </a:solidFill>
                <a:latin typeface="Calibri"/>
                <a:ea typeface="Calibri"/>
                <a:cs typeface="Calibri"/>
              </a:rPr>
              <a:t>The token used in the expression, for example allowance_units. This is the exact input name the consumer must provide.</a:t>
            </a:r>
            <a:endParaRPr sz="1000"/>
          </a:p>
        </p:txBody>
      </p:sp>
      <p:sp>
        <p:nvSpPr>
          <p:cNvPr id="26" name="Shape 23">
            <a:extLst xmlns:a="http://schemas.openxmlformats.org/drawingml/2006/main">
              <a:ext uri="{FF2B5EF4-FFF2-40B4-BE49-F238E27FC236}">
                <a16:creationId xmlns:a16="http://schemas.microsoft.com/office/drawing/2014/main" id="{66628165-140A-40ED-AC72-42D07E23F2F9}"/>
              </a:ext>
            </a:extLst>
          </p:cNvPr>
          <p:cNvSpPr>
            <a:spLocks xmlns:a="http://schemas.openxmlformats.org/drawingml/2006/main" noGrp="1"/>
          </p:cNvSpPr>
          <p:nvPr/>
        </p:nvSpPr>
        <p:spPr>
          <a:xfrm xmlns:a="http://schemas.openxmlformats.org/drawingml/2006/main">
            <a:off x="6082384" y="3399318"/>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27" name="Text 24">
            <a:extLst xmlns:a="http://schemas.openxmlformats.org/drawingml/2006/main">
              <a:ext uri="{FF2B5EF4-FFF2-40B4-BE49-F238E27FC236}">
                <a16:creationId xmlns:a16="http://schemas.microsoft.com/office/drawing/2014/main" id="{EF66AD81-0D3C-438D-9A0B-05AB02000B92}"/>
              </a:ext>
            </a:extLst>
          </p:cNvPr>
          <p:cNvSpPr>
            <a:spLocks xmlns:a="http://schemas.openxmlformats.org/drawingml/2006/main" noGrp="1"/>
          </p:cNvSpPr>
          <p:nvPr/>
        </p:nvSpPr>
        <p:spPr>
          <a:xfrm xmlns:a="http://schemas.openxmlformats.org/drawingml/2006/main">
            <a:off x="6082384" y="3399318"/>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2</a:t>
            </a:r>
            <a:endParaRPr sz="850"/>
          </a:p>
        </p:txBody>
      </p:sp>
      <p:sp>
        <p:nvSpPr>
          <p:cNvPr id="28" name="Shape 25">
            <a:extLst xmlns:a="http://schemas.openxmlformats.org/drawingml/2006/main">
              <a:ext uri="{FF2B5EF4-FFF2-40B4-BE49-F238E27FC236}">
                <a16:creationId xmlns:a16="http://schemas.microsoft.com/office/drawing/2014/main" id="{08539CD3-CE5D-4166-8D16-0FFB2CED8DD2}"/>
              </a:ext>
            </a:extLst>
          </p:cNvPr>
          <p:cNvSpPr>
            <a:spLocks xmlns:a="http://schemas.openxmlformats.org/drawingml/2006/main" noGrp="1"/>
          </p:cNvSpPr>
          <p:nvPr/>
        </p:nvSpPr>
        <p:spPr>
          <a:xfrm xmlns:a="http://schemas.openxmlformats.org/drawingml/2006/main">
            <a:off x="6940296" y="2631186"/>
            <a:ext cx="4654296" cy="1113282"/>
          </a:xfrm>
          <a:prstGeom xmlns:a="http://schemas.openxmlformats.org/drawingml/2006/main" prst="roundRect">
            <a:avLst>
              <a:gd name="adj" fmla="val 4928"/>
            </a:avLst>
          </a:prstGeom>
          <a:solidFill xmlns:a="http://schemas.openxmlformats.org/drawingml/2006/main">
            <a:srgbClr val="F4F6FB"/>
          </a:solidFill>
          <a:ln xmlns:a="http://schemas.openxmlformats.org/drawingml/2006/main" w="12700">
            <a:solidFill>
              <a:srgbClr val="D8DEEC"/>
            </a:solidFill>
            <a:prstDash val="solid"/>
          </a:ln>
        </p:spPr>
      </p:sp>
      <p:sp>
        <p:nvSpPr>
          <p:cNvPr id="29" name="Shape 26">
            <a:extLst xmlns:a="http://schemas.openxmlformats.org/drawingml/2006/main">
              <a:ext uri="{FF2B5EF4-FFF2-40B4-BE49-F238E27FC236}">
                <a16:creationId xmlns:a16="http://schemas.microsoft.com/office/drawing/2014/main" id="{C7203B32-ED58-4201-AFB9-7AE6E13E4BF8}"/>
              </a:ext>
            </a:extLst>
          </p:cNvPr>
          <p:cNvSpPr>
            <a:spLocks xmlns:a="http://schemas.openxmlformats.org/drawingml/2006/main" noGrp="1"/>
          </p:cNvSpPr>
          <p:nvPr/>
        </p:nvSpPr>
        <p:spPr>
          <a:xfrm xmlns:a="http://schemas.openxmlformats.org/drawingml/2006/main">
            <a:off x="7050024" y="2740914"/>
            <a:ext cx="237744" cy="237744"/>
          </a:xfrm>
          <a:prstGeom xmlns:a="http://schemas.openxmlformats.org/drawingml/2006/main" prst="ellipse">
            <a:avLst/>
          </a:prstGeom>
          <a:solidFill xmlns:a="http://schemas.openxmlformats.org/drawingml/2006/main">
            <a:srgbClr val="1E2761"/>
          </a:solidFill>
        </p:spPr>
      </p:sp>
      <p:sp>
        <p:nvSpPr>
          <p:cNvPr id="30" name="Text 27">
            <a:extLst xmlns:a="http://schemas.openxmlformats.org/drawingml/2006/main">
              <a:ext uri="{FF2B5EF4-FFF2-40B4-BE49-F238E27FC236}">
                <a16:creationId xmlns:a16="http://schemas.microsoft.com/office/drawing/2014/main" id="{B753FEEE-F833-4D3B-B065-5DF05203C1AB}"/>
              </a:ext>
            </a:extLst>
          </p:cNvPr>
          <p:cNvSpPr>
            <a:spLocks xmlns:a="http://schemas.openxmlformats.org/drawingml/2006/main" noGrp="1"/>
          </p:cNvSpPr>
          <p:nvPr/>
        </p:nvSpPr>
        <p:spPr>
          <a:xfrm xmlns:a="http://schemas.openxmlformats.org/drawingml/2006/main">
            <a:off x="7050024" y="2740914"/>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2</a:t>
            </a:r>
            <a:endParaRPr sz="800"/>
          </a:p>
        </p:txBody>
      </p:sp>
      <p:sp>
        <p:nvSpPr>
          <p:cNvPr id="31" name="Text 28">
            <a:extLst xmlns:a="http://schemas.openxmlformats.org/drawingml/2006/main">
              <a:ext uri="{FF2B5EF4-FFF2-40B4-BE49-F238E27FC236}">
                <a16:creationId xmlns:a16="http://schemas.microsoft.com/office/drawing/2014/main" id="{92F68164-5D1B-49BC-9B21-A0C0245C4761}"/>
              </a:ext>
            </a:extLst>
          </p:cNvPr>
          <p:cNvSpPr>
            <a:spLocks xmlns:a="http://schemas.openxmlformats.org/drawingml/2006/main" noGrp="1"/>
          </p:cNvSpPr>
          <p:nvPr/>
        </p:nvSpPr>
        <p:spPr>
          <a:xfrm xmlns:a="http://schemas.openxmlformats.org/drawingml/2006/main">
            <a:off x="7379208" y="2704338"/>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E2761"/>
                </a:solidFill>
                <a:latin typeface="Calibri"/>
                <a:ea typeface="Calibri"/>
                <a:cs typeface="Calibri"/>
              </a:rPr>
              <a:t>ATLAS source</a:t>
            </a:r>
            <a:endParaRPr sz="1150"/>
          </a:p>
        </p:txBody>
      </p:sp>
      <p:sp>
        <p:nvSpPr>
          <p:cNvPr id="32" name="Text 29">
            <a:extLst xmlns:a="http://schemas.openxmlformats.org/drawingml/2006/main">
              <a:ext uri="{FF2B5EF4-FFF2-40B4-BE49-F238E27FC236}">
                <a16:creationId xmlns:a16="http://schemas.microsoft.com/office/drawing/2014/main" id="{1BDDC633-B756-4DE0-8BDA-281DF1DE6D4D}"/>
              </a:ext>
            </a:extLst>
          </p:cNvPr>
          <p:cNvSpPr>
            <a:spLocks xmlns:a="http://schemas.openxmlformats.org/drawingml/2006/main" noGrp="1"/>
          </p:cNvSpPr>
          <p:nvPr/>
        </p:nvSpPr>
        <p:spPr>
          <a:xfrm xmlns:a="http://schemas.openxmlformats.org/drawingml/2006/main">
            <a:off x="7068312" y="3015234"/>
            <a:ext cx="4398264" cy="65608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00"/>
              </a:lnSpc>
              <a:buNone/>
            </a:pPr>
            <a:r>
              <a:rPr sz="1000">
                <a:solidFill>
                  <a:srgbClr val="4B4458"/>
                </a:solidFill>
                <a:latin typeface="Calibri"/>
                <a:ea typeface="Calibri"/>
                <a:cs typeface="Calibri"/>
              </a:rPr>
              <a:t>Shows which module or register owns the value. A missing owner is an integration gap, not a formula problem.</a:t>
            </a:r>
            <a:endParaRPr sz="1000"/>
          </a:p>
        </p:txBody>
      </p:sp>
      <p:sp>
        <p:nvSpPr>
          <p:cNvPr id="33" name="Shape 30">
            <a:extLst xmlns:a="http://schemas.openxmlformats.org/drawingml/2006/main">
              <a:ext uri="{FF2B5EF4-FFF2-40B4-BE49-F238E27FC236}">
                <a16:creationId xmlns:a16="http://schemas.microsoft.com/office/drawing/2014/main" id="{1F451D6F-1003-4AD0-B60D-E8BC2DAAF7D2}"/>
              </a:ext>
            </a:extLst>
          </p:cNvPr>
          <p:cNvSpPr>
            <a:spLocks xmlns:a="http://schemas.openxmlformats.org/drawingml/2006/main" noGrp="1"/>
          </p:cNvSpPr>
          <p:nvPr/>
        </p:nvSpPr>
        <p:spPr>
          <a:xfrm xmlns:a="http://schemas.openxmlformats.org/drawingml/2006/main">
            <a:off x="3280979" y="4061374"/>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34" name="Text 31">
            <a:extLst xmlns:a="http://schemas.openxmlformats.org/drawingml/2006/main">
              <a:ext uri="{FF2B5EF4-FFF2-40B4-BE49-F238E27FC236}">
                <a16:creationId xmlns:a16="http://schemas.microsoft.com/office/drawing/2014/main" id="{DE6F8E5C-EAF5-4B27-9B54-4CA5450E5436}"/>
              </a:ext>
            </a:extLst>
          </p:cNvPr>
          <p:cNvSpPr>
            <a:spLocks xmlns:a="http://schemas.openxmlformats.org/drawingml/2006/main" noGrp="1"/>
          </p:cNvSpPr>
          <p:nvPr/>
        </p:nvSpPr>
        <p:spPr>
          <a:xfrm xmlns:a="http://schemas.openxmlformats.org/drawingml/2006/main">
            <a:off x="3280979" y="4061374"/>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3</a:t>
            </a:r>
            <a:endParaRPr sz="850"/>
          </a:p>
        </p:txBody>
      </p:sp>
      <p:sp>
        <p:nvSpPr>
          <p:cNvPr id="35" name="Shape 32">
            <a:extLst xmlns:a="http://schemas.openxmlformats.org/drawingml/2006/main">
              <a:ext uri="{FF2B5EF4-FFF2-40B4-BE49-F238E27FC236}">
                <a16:creationId xmlns:a16="http://schemas.microsoft.com/office/drawing/2014/main" id="{B191F2DE-AEA7-4C38-BA08-F6BC5707A6FF}"/>
              </a:ext>
            </a:extLst>
          </p:cNvPr>
          <p:cNvSpPr>
            <a:spLocks xmlns:a="http://schemas.openxmlformats.org/drawingml/2006/main" noGrp="1"/>
          </p:cNvSpPr>
          <p:nvPr/>
        </p:nvSpPr>
        <p:spPr>
          <a:xfrm xmlns:a="http://schemas.openxmlformats.org/drawingml/2006/main">
            <a:off x="6940296" y="3890772"/>
            <a:ext cx="4654296" cy="1113282"/>
          </a:xfrm>
          <a:prstGeom xmlns:a="http://schemas.openxmlformats.org/drawingml/2006/main" prst="roundRect">
            <a:avLst>
              <a:gd name="adj" fmla="val 4928"/>
            </a:avLst>
          </a:prstGeom>
          <a:solidFill xmlns:a="http://schemas.openxmlformats.org/drawingml/2006/main">
            <a:srgbClr val="F4F6FB"/>
          </a:solidFill>
          <a:ln xmlns:a="http://schemas.openxmlformats.org/drawingml/2006/main" w="12700">
            <a:solidFill>
              <a:srgbClr val="D8DEEC"/>
            </a:solidFill>
            <a:prstDash val="solid"/>
          </a:ln>
        </p:spPr>
      </p:sp>
      <p:sp>
        <p:nvSpPr>
          <p:cNvPr id="36" name="Shape 33">
            <a:extLst xmlns:a="http://schemas.openxmlformats.org/drawingml/2006/main">
              <a:ext uri="{FF2B5EF4-FFF2-40B4-BE49-F238E27FC236}">
                <a16:creationId xmlns:a16="http://schemas.microsoft.com/office/drawing/2014/main" id="{95635C67-0DDE-45CF-9BEF-0C23DE80350F}"/>
              </a:ext>
            </a:extLst>
          </p:cNvPr>
          <p:cNvSpPr>
            <a:spLocks xmlns:a="http://schemas.openxmlformats.org/drawingml/2006/main" noGrp="1"/>
          </p:cNvSpPr>
          <p:nvPr/>
        </p:nvSpPr>
        <p:spPr>
          <a:xfrm xmlns:a="http://schemas.openxmlformats.org/drawingml/2006/main">
            <a:off x="7050024" y="4000500"/>
            <a:ext cx="237744" cy="237744"/>
          </a:xfrm>
          <a:prstGeom xmlns:a="http://schemas.openxmlformats.org/drawingml/2006/main" prst="ellipse">
            <a:avLst/>
          </a:prstGeom>
          <a:solidFill xmlns:a="http://schemas.openxmlformats.org/drawingml/2006/main">
            <a:srgbClr val="1E2761"/>
          </a:solidFill>
        </p:spPr>
      </p:sp>
      <p:sp>
        <p:nvSpPr>
          <p:cNvPr id="37" name="Text 34">
            <a:extLst xmlns:a="http://schemas.openxmlformats.org/drawingml/2006/main">
              <a:ext uri="{FF2B5EF4-FFF2-40B4-BE49-F238E27FC236}">
                <a16:creationId xmlns:a16="http://schemas.microsoft.com/office/drawing/2014/main" id="{7D5AB066-CA07-447B-885D-A2825FF03B9F}"/>
              </a:ext>
            </a:extLst>
          </p:cNvPr>
          <p:cNvSpPr>
            <a:spLocks xmlns:a="http://schemas.openxmlformats.org/drawingml/2006/main" noGrp="1"/>
          </p:cNvSpPr>
          <p:nvPr/>
        </p:nvSpPr>
        <p:spPr>
          <a:xfrm xmlns:a="http://schemas.openxmlformats.org/drawingml/2006/main">
            <a:off x="7050024" y="4000500"/>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3</a:t>
            </a:r>
            <a:endParaRPr sz="800"/>
          </a:p>
        </p:txBody>
      </p:sp>
      <p:sp>
        <p:nvSpPr>
          <p:cNvPr id="38" name="Text 35">
            <a:extLst xmlns:a="http://schemas.openxmlformats.org/drawingml/2006/main">
              <a:ext uri="{FF2B5EF4-FFF2-40B4-BE49-F238E27FC236}">
                <a16:creationId xmlns:a16="http://schemas.microsoft.com/office/drawing/2014/main" id="{71B380E8-6AA4-4723-9266-AD3E75B99C8B}"/>
              </a:ext>
            </a:extLst>
          </p:cNvPr>
          <p:cNvSpPr>
            <a:spLocks xmlns:a="http://schemas.openxmlformats.org/drawingml/2006/main" noGrp="1"/>
          </p:cNvSpPr>
          <p:nvPr/>
        </p:nvSpPr>
        <p:spPr>
          <a:xfrm xmlns:a="http://schemas.openxmlformats.org/drawingml/2006/main">
            <a:off x="7379208" y="3963924"/>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E2761"/>
                </a:solidFill>
                <a:latin typeface="Calibri"/>
                <a:ea typeface="Calibri"/>
                <a:cs typeface="Calibri"/>
              </a:rPr>
              <a:t>Sample value</a:t>
            </a:r>
            <a:endParaRPr sz="1150"/>
          </a:p>
        </p:txBody>
      </p:sp>
      <p:sp>
        <p:nvSpPr>
          <p:cNvPr id="39" name="Text 36">
            <a:extLst xmlns:a="http://schemas.openxmlformats.org/drawingml/2006/main">
              <a:ext uri="{FF2B5EF4-FFF2-40B4-BE49-F238E27FC236}">
                <a16:creationId xmlns:a16="http://schemas.microsoft.com/office/drawing/2014/main" id="{43A5C07F-7D0F-4B92-8725-BB1FCDB6CE2C}"/>
              </a:ext>
            </a:extLst>
          </p:cNvPr>
          <p:cNvSpPr>
            <a:spLocks xmlns:a="http://schemas.openxmlformats.org/drawingml/2006/main" noGrp="1"/>
          </p:cNvSpPr>
          <p:nvPr/>
        </p:nvSpPr>
        <p:spPr>
          <a:xfrm xmlns:a="http://schemas.openxmlformats.org/drawingml/2006/main">
            <a:off x="7068312" y="4274820"/>
            <a:ext cx="4398264" cy="65608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00"/>
              </a:lnSpc>
              <a:buNone/>
            </a:pPr>
            <a:r>
              <a:rPr sz="1000">
                <a:solidFill>
                  <a:srgbClr val="4B4458"/>
                </a:solidFill>
                <a:latin typeface="Calibri"/>
                <a:ea typeface="Calibri"/>
                <a:cs typeface="Calibri"/>
              </a:rPr>
              <a:t>A controlled example used during setup. It helps reviewers understand the scale and expected result.</a:t>
            </a:r>
            <a:endParaRPr sz="1000"/>
          </a:p>
        </p:txBody>
      </p:sp>
      <p:sp>
        <p:nvSpPr>
          <p:cNvPr id="40" name="Shape 37">
            <a:extLst xmlns:a="http://schemas.openxmlformats.org/drawingml/2006/main">
              <a:ext uri="{FF2B5EF4-FFF2-40B4-BE49-F238E27FC236}">
                <a16:creationId xmlns:a16="http://schemas.microsoft.com/office/drawing/2014/main" id="{A6B9617A-B402-464E-B061-587AD3804812}"/>
              </a:ext>
            </a:extLst>
          </p:cNvPr>
          <p:cNvSpPr>
            <a:spLocks xmlns:a="http://schemas.openxmlformats.org/drawingml/2006/main" noGrp="1"/>
          </p:cNvSpPr>
          <p:nvPr/>
        </p:nvSpPr>
        <p:spPr>
          <a:xfrm xmlns:a="http://schemas.openxmlformats.org/drawingml/2006/main">
            <a:off x="6082384" y="4061374"/>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41" name="Text 38">
            <a:extLst xmlns:a="http://schemas.openxmlformats.org/drawingml/2006/main">
              <a:ext uri="{FF2B5EF4-FFF2-40B4-BE49-F238E27FC236}">
                <a16:creationId xmlns:a16="http://schemas.microsoft.com/office/drawing/2014/main" id="{89DD389E-7345-499A-828D-A86A7851AB19}"/>
              </a:ext>
            </a:extLst>
          </p:cNvPr>
          <p:cNvSpPr>
            <a:spLocks xmlns:a="http://schemas.openxmlformats.org/drawingml/2006/main" noGrp="1"/>
          </p:cNvSpPr>
          <p:nvPr/>
        </p:nvSpPr>
        <p:spPr>
          <a:xfrm xmlns:a="http://schemas.openxmlformats.org/drawingml/2006/main">
            <a:off x="6082384" y="4061374"/>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4</a:t>
            </a:r>
            <a:endParaRPr sz="850"/>
          </a:p>
        </p:txBody>
      </p:sp>
      <p:sp>
        <p:nvSpPr>
          <p:cNvPr id="42" name="Shape 39">
            <a:extLst xmlns:a="http://schemas.openxmlformats.org/drawingml/2006/main">
              <a:ext uri="{FF2B5EF4-FFF2-40B4-BE49-F238E27FC236}">
                <a16:creationId xmlns:a16="http://schemas.microsoft.com/office/drawing/2014/main" id="{DDF139B5-B6FE-42D5-8EFB-9E29EFECD2A3}"/>
              </a:ext>
            </a:extLst>
          </p:cNvPr>
          <p:cNvSpPr>
            <a:spLocks xmlns:a="http://schemas.openxmlformats.org/drawingml/2006/main" noGrp="1"/>
          </p:cNvSpPr>
          <p:nvPr/>
        </p:nvSpPr>
        <p:spPr>
          <a:xfrm xmlns:a="http://schemas.openxmlformats.org/drawingml/2006/main">
            <a:off x="6940296" y="5150358"/>
            <a:ext cx="4654296" cy="1113282"/>
          </a:xfrm>
          <a:prstGeom xmlns:a="http://schemas.openxmlformats.org/drawingml/2006/main" prst="roundRect">
            <a:avLst>
              <a:gd name="adj" fmla="val 4928"/>
            </a:avLst>
          </a:prstGeom>
          <a:solidFill xmlns:a="http://schemas.openxmlformats.org/drawingml/2006/main">
            <a:srgbClr val="F4F6FB"/>
          </a:solidFill>
          <a:ln xmlns:a="http://schemas.openxmlformats.org/drawingml/2006/main" w="12700">
            <a:solidFill>
              <a:srgbClr val="D8DEEC"/>
            </a:solidFill>
            <a:prstDash val="solid"/>
          </a:ln>
        </p:spPr>
      </p:sp>
      <p:sp>
        <p:nvSpPr>
          <p:cNvPr id="43" name="Shape 40">
            <a:extLst xmlns:a="http://schemas.openxmlformats.org/drawingml/2006/main">
              <a:ext uri="{FF2B5EF4-FFF2-40B4-BE49-F238E27FC236}">
                <a16:creationId xmlns:a16="http://schemas.microsoft.com/office/drawing/2014/main" id="{9AF0AC72-BA3C-46BD-811F-E0DA659D04CE}"/>
              </a:ext>
            </a:extLst>
          </p:cNvPr>
          <p:cNvSpPr>
            <a:spLocks xmlns:a="http://schemas.openxmlformats.org/drawingml/2006/main" noGrp="1"/>
          </p:cNvSpPr>
          <p:nvPr/>
        </p:nvSpPr>
        <p:spPr>
          <a:xfrm xmlns:a="http://schemas.openxmlformats.org/drawingml/2006/main">
            <a:off x="7050024" y="5260086"/>
            <a:ext cx="237744" cy="237744"/>
          </a:xfrm>
          <a:prstGeom xmlns:a="http://schemas.openxmlformats.org/drawingml/2006/main" prst="ellipse">
            <a:avLst/>
          </a:prstGeom>
          <a:solidFill xmlns:a="http://schemas.openxmlformats.org/drawingml/2006/main">
            <a:srgbClr val="1E2761"/>
          </a:solidFill>
        </p:spPr>
      </p:sp>
      <p:sp>
        <p:nvSpPr>
          <p:cNvPr id="44" name="Text 41">
            <a:extLst xmlns:a="http://schemas.openxmlformats.org/drawingml/2006/main">
              <a:ext uri="{FF2B5EF4-FFF2-40B4-BE49-F238E27FC236}">
                <a16:creationId xmlns:a16="http://schemas.microsoft.com/office/drawing/2014/main" id="{A06EBEF2-DA21-4D5A-B1AB-05A85D7883F3}"/>
              </a:ext>
            </a:extLst>
          </p:cNvPr>
          <p:cNvSpPr>
            <a:spLocks xmlns:a="http://schemas.openxmlformats.org/drawingml/2006/main" noGrp="1"/>
          </p:cNvSpPr>
          <p:nvPr/>
        </p:nvSpPr>
        <p:spPr>
          <a:xfrm xmlns:a="http://schemas.openxmlformats.org/drawingml/2006/main">
            <a:off x="7050024" y="5260086"/>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4</a:t>
            </a:r>
            <a:endParaRPr sz="800"/>
          </a:p>
        </p:txBody>
      </p:sp>
      <p:sp>
        <p:nvSpPr>
          <p:cNvPr id="45" name="Text 42">
            <a:extLst xmlns:a="http://schemas.openxmlformats.org/drawingml/2006/main">
              <a:ext uri="{FF2B5EF4-FFF2-40B4-BE49-F238E27FC236}">
                <a16:creationId xmlns:a16="http://schemas.microsoft.com/office/drawing/2014/main" id="{1A9AE4F9-3C50-47CA-B459-7B429FDAD900}"/>
              </a:ext>
            </a:extLst>
          </p:cNvPr>
          <p:cNvSpPr>
            <a:spLocks xmlns:a="http://schemas.openxmlformats.org/drawingml/2006/main" noGrp="1"/>
          </p:cNvSpPr>
          <p:nvPr/>
        </p:nvSpPr>
        <p:spPr>
          <a:xfrm xmlns:a="http://schemas.openxmlformats.org/drawingml/2006/main">
            <a:off x="7379208" y="5223510"/>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E2761"/>
                </a:solidFill>
                <a:latin typeface="Calibri"/>
                <a:ea typeface="Calibri"/>
                <a:cs typeface="Calibri"/>
              </a:rPr>
              <a:t>Why this table matters</a:t>
            </a:r>
            <a:endParaRPr sz="1150"/>
          </a:p>
        </p:txBody>
      </p:sp>
      <p:sp>
        <p:nvSpPr>
          <p:cNvPr id="46" name="Text 43">
            <a:extLst xmlns:a="http://schemas.openxmlformats.org/drawingml/2006/main">
              <a:ext uri="{FF2B5EF4-FFF2-40B4-BE49-F238E27FC236}">
                <a16:creationId xmlns:a16="http://schemas.microsoft.com/office/drawing/2014/main" id="{C84CE4AC-F63B-4AC1-8411-B6D723903C81}"/>
              </a:ext>
            </a:extLst>
          </p:cNvPr>
          <p:cNvSpPr>
            <a:spLocks xmlns:a="http://schemas.openxmlformats.org/drawingml/2006/main" noGrp="1"/>
          </p:cNvSpPr>
          <p:nvPr/>
        </p:nvSpPr>
        <p:spPr>
          <a:xfrm xmlns:a="http://schemas.openxmlformats.org/drawingml/2006/main">
            <a:off x="7068312" y="5534406"/>
            <a:ext cx="4398264" cy="65608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00"/>
              </a:lnSpc>
              <a:buNone/>
            </a:pPr>
            <a:r>
              <a:rPr sz="1000">
                <a:solidFill>
                  <a:srgbClr val="4B4458"/>
                </a:solidFill>
                <a:latin typeface="Calibri"/>
                <a:ea typeface="Calibri"/>
                <a:cs typeface="Calibri"/>
              </a:rPr>
              <a:t>Before release, every formula token should have an owner, data type, unit of measure and rule for missing data.</a:t>
            </a:r>
            <a:endParaRPr sz="1000"/>
          </a:p>
        </p:txBody>
      </p:sp>
    </p:spTree>
    <p:extLst>
      <p:ext uri="{BB962C8B-B14F-4D97-AF65-F5344CB8AC3E}">
        <p14:creationId xmlns:p14="http://schemas.microsoft.com/office/powerpoint/2010/main" val="124762114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53261AF-22DA-442C-952E-B8FE041177B4}"/>
              </a:ext>
            </a:extLst>
          </p:cNvPr>
          <p:cNvSpPr>
            <a:spLocks xmlns:a="http://schemas.openxmlformats.org/drawingml/2006/main" noGrp="1"/>
          </p:cNvSpPr>
          <p:nvPr/>
        </p:nvSpPr>
        <p:spPr>
          <a:xfrm xmlns:a="http://schemas.openxmlformats.org/drawingml/2006/main">
            <a:off x="566928" y="329184"/>
            <a:ext cx="11027664"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CREATE COMPUTATION · FIELD GUIDE 4 OF 6</a:t>
            </a:r>
            <a:endParaRPr sz="1000"/>
          </a:p>
        </p:txBody>
      </p:sp>
      <p:sp>
        <p:nvSpPr>
          <p:cNvPr id="3" name="Text 1">
            <a:extLst xmlns:a="http://schemas.openxmlformats.org/drawingml/2006/main">
              <a:ext uri="{FF2B5EF4-FFF2-40B4-BE49-F238E27FC236}">
                <a16:creationId xmlns:a16="http://schemas.microsoft.com/office/drawing/2014/main" id="{86A74760-FB9B-4116-A7BA-6C9DF5203643}"/>
              </a:ext>
            </a:extLst>
          </p:cNvPr>
          <p:cNvSpPr>
            <a:spLocks xmlns:a="http://schemas.openxmlformats.org/drawingml/2006/main" noGrp="1"/>
          </p:cNvSpPr>
          <p:nvPr/>
        </p:nvSpPr>
        <p:spPr>
          <a:xfrm xmlns:a="http://schemas.openxmlformats.org/drawingml/2006/main">
            <a:off x="566928" y="548640"/>
            <a:ext cx="110276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Test the calculation before publishing</a:t>
            </a:r>
            <a:endParaRPr sz="3000"/>
          </a:p>
        </p:txBody>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d40f8811f4484516"/>
          <a:srcRect xmlns:a="http://schemas.openxmlformats.org/drawingml/2006/main" l="0" t="15759" r="0" b="15759"/>
          <a:stretch xmlns:a="http://schemas.openxmlformats.org/drawingml/2006/main">
            <a:fillRect l="0" t="0" r="0" b="0"/>
          </a:stretch>
        </p:blipFill>
        <p:spPr>
          <a:xfrm xmlns:a="http://schemas.openxmlformats.org/drawingml/2006/main">
            <a:off x="566928" y="3084265"/>
            <a:ext cx="5806440" cy="1466709"/>
          </a:xfrm>
          <a:prstGeom xmlns:a="http://schemas.openxmlformats.org/drawingml/2006/main" prst="rect">
            <a:avLst/>
          </a:prstGeom>
          <a:effectLst xmlns:a="http://schemas.openxmlformats.org/drawingml/2006/main">
            <a:outerShdw blurRad="127000" dist="25400" dir="5400000" algn="bl" rotWithShape="0">
              <a:srgbClr val="8892B0">
                <a:alpha val="28000"/>
              </a:srgbClr>
            </a:outerShdw>
          </a:effectLst>
        </p:spPr>
      </p:pic>
      <p:sp>
        <p:nvSpPr>
          <p:cNvPr id="5" name="Shape 2">
            <a:extLst xmlns:a="http://schemas.openxmlformats.org/drawingml/2006/main">
              <a:ext uri="{FF2B5EF4-FFF2-40B4-BE49-F238E27FC236}">
                <a16:creationId xmlns:a16="http://schemas.microsoft.com/office/drawing/2014/main" id="{239533AC-7E65-43B9-9E1B-90C45EF4E06D}"/>
              </a:ext>
            </a:extLst>
          </p:cNvPr>
          <p:cNvSpPr>
            <a:spLocks xmlns:a="http://schemas.openxmlformats.org/drawingml/2006/main" noGrp="1"/>
          </p:cNvSpPr>
          <p:nvPr/>
        </p:nvSpPr>
        <p:spPr>
          <a:xfrm xmlns:a="http://schemas.openxmlformats.org/drawingml/2006/main">
            <a:off x="3408995" y="3166561"/>
            <a:ext cx="0" cy="360772"/>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6" name="Shape 3">
            <a:extLst xmlns:a="http://schemas.openxmlformats.org/drawingml/2006/main">
              <a:ext uri="{FF2B5EF4-FFF2-40B4-BE49-F238E27FC236}">
                <a16:creationId xmlns:a16="http://schemas.microsoft.com/office/drawing/2014/main" id="{83EE0B1C-B9ED-40AE-8B83-0C4297F96458}"/>
              </a:ext>
            </a:extLst>
          </p:cNvPr>
          <p:cNvSpPr>
            <a:spLocks xmlns:a="http://schemas.openxmlformats.org/drawingml/2006/main" noGrp="1"/>
          </p:cNvSpPr>
          <p:nvPr/>
        </p:nvSpPr>
        <p:spPr>
          <a:xfrm xmlns:a="http://schemas.openxmlformats.org/drawingml/2006/main">
            <a:off x="3408995" y="3166561"/>
            <a:ext cx="3110677"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7" name="Shape 4">
            <a:extLst xmlns:a="http://schemas.openxmlformats.org/drawingml/2006/main">
              <a:ext uri="{FF2B5EF4-FFF2-40B4-BE49-F238E27FC236}">
                <a16:creationId xmlns:a16="http://schemas.microsoft.com/office/drawing/2014/main" id="{5FA4D83C-B921-4EA7-8C3D-0CEF4CF74F7E}"/>
              </a:ext>
            </a:extLst>
          </p:cNvPr>
          <p:cNvSpPr>
            <a:spLocks xmlns:a="http://schemas.openxmlformats.org/drawingml/2006/main" noGrp="1"/>
          </p:cNvSpPr>
          <p:nvPr/>
        </p:nvSpPr>
        <p:spPr>
          <a:xfrm xmlns:a="http://schemas.openxmlformats.org/drawingml/2006/main">
            <a:off x="6519672" y="1928241"/>
            <a:ext cx="0" cy="123832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8" name="Shape 5">
            <a:extLst xmlns:a="http://schemas.openxmlformats.org/drawingml/2006/main">
              <a:ext uri="{FF2B5EF4-FFF2-40B4-BE49-F238E27FC236}">
                <a16:creationId xmlns:a16="http://schemas.microsoft.com/office/drawing/2014/main" id="{8167EEDC-F032-4835-8EA8-DEACA13F6766}"/>
              </a:ext>
            </a:extLst>
          </p:cNvPr>
          <p:cNvSpPr>
            <a:spLocks xmlns:a="http://schemas.openxmlformats.org/drawingml/2006/main" noGrp="1"/>
          </p:cNvSpPr>
          <p:nvPr/>
        </p:nvSpPr>
        <p:spPr>
          <a:xfrm xmlns:a="http://schemas.openxmlformats.org/drawingml/2006/main">
            <a:off x="6519672" y="1928241"/>
            <a:ext cx="420624"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9" name="Shape 6">
            <a:extLst xmlns:a="http://schemas.openxmlformats.org/drawingml/2006/main">
              <a:ext uri="{FF2B5EF4-FFF2-40B4-BE49-F238E27FC236}">
                <a16:creationId xmlns:a16="http://schemas.microsoft.com/office/drawing/2014/main" id="{2495B872-13C2-46F8-B3F4-32C35AF2268D}"/>
              </a:ext>
            </a:extLst>
          </p:cNvPr>
          <p:cNvSpPr>
            <a:spLocks xmlns:a="http://schemas.openxmlformats.org/drawingml/2006/main" noGrp="1"/>
          </p:cNvSpPr>
          <p:nvPr/>
        </p:nvSpPr>
        <p:spPr>
          <a:xfrm xmlns:a="http://schemas.openxmlformats.org/drawingml/2006/main">
            <a:off x="6210400" y="3527334"/>
            <a:ext cx="342190"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0" name="Shape 7">
            <a:extLst xmlns:a="http://schemas.openxmlformats.org/drawingml/2006/main">
              <a:ext uri="{FF2B5EF4-FFF2-40B4-BE49-F238E27FC236}">
                <a16:creationId xmlns:a16="http://schemas.microsoft.com/office/drawing/2014/main" id="{F4F32660-33A4-42D3-8247-4BB9E9370D76}"/>
              </a:ext>
            </a:extLst>
          </p:cNvPr>
          <p:cNvSpPr>
            <a:spLocks xmlns:a="http://schemas.openxmlformats.org/drawingml/2006/main" noGrp="1"/>
          </p:cNvSpPr>
          <p:nvPr/>
        </p:nvSpPr>
        <p:spPr>
          <a:xfrm xmlns:a="http://schemas.openxmlformats.org/drawingml/2006/main">
            <a:off x="6552590" y="3187827"/>
            <a:ext cx="0" cy="339507"/>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1" name="Shape 8">
            <a:extLst xmlns:a="http://schemas.openxmlformats.org/drawingml/2006/main">
              <a:ext uri="{FF2B5EF4-FFF2-40B4-BE49-F238E27FC236}">
                <a16:creationId xmlns:a16="http://schemas.microsoft.com/office/drawing/2014/main" id="{372530E6-967E-4AF5-8C31-EA98B50D3436}"/>
              </a:ext>
            </a:extLst>
          </p:cNvPr>
          <p:cNvSpPr>
            <a:spLocks xmlns:a="http://schemas.openxmlformats.org/drawingml/2006/main" noGrp="1"/>
          </p:cNvSpPr>
          <p:nvPr/>
        </p:nvSpPr>
        <p:spPr>
          <a:xfrm xmlns:a="http://schemas.openxmlformats.org/drawingml/2006/main">
            <a:off x="6552590" y="3187827"/>
            <a:ext cx="387706"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12" name="Shape 9">
            <a:extLst xmlns:a="http://schemas.openxmlformats.org/drawingml/2006/main">
              <a:ext uri="{FF2B5EF4-FFF2-40B4-BE49-F238E27FC236}">
                <a16:creationId xmlns:a16="http://schemas.microsoft.com/office/drawing/2014/main" id="{B0A2432A-EC94-46AE-9524-B290AFEFBCBA}"/>
              </a:ext>
            </a:extLst>
          </p:cNvPr>
          <p:cNvSpPr>
            <a:spLocks xmlns:a="http://schemas.openxmlformats.org/drawingml/2006/main" noGrp="1"/>
          </p:cNvSpPr>
          <p:nvPr/>
        </p:nvSpPr>
        <p:spPr>
          <a:xfrm xmlns:a="http://schemas.openxmlformats.org/drawingml/2006/main">
            <a:off x="3408995" y="3166561"/>
            <a:ext cx="0" cy="1022829"/>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3" name="Shape 10">
            <a:extLst xmlns:a="http://schemas.openxmlformats.org/drawingml/2006/main">
              <a:ext uri="{FF2B5EF4-FFF2-40B4-BE49-F238E27FC236}">
                <a16:creationId xmlns:a16="http://schemas.microsoft.com/office/drawing/2014/main" id="{64FC357A-3B4F-409B-9316-623C7110BBF6}"/>
              </a:ext>
            </a:extLst>
          </p:cNvPr>
          <p:cNvSpPr>
            <a:spLocks xmlns:a="http://schemas.openxmlformats.org/drawingml/2006/main" noGrp="1"/>
          </p:cNvSpPr>
          <p:nvPr/>
        </p:nvSpPr>
        <p:spPr>
          <a:xfrm xmlns:a="http://schemas.openxmlformats.org/drawingml/2006/main">
            <a:off x="3408995" y="3166561"/>
            <a:ext cx="3176513"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4" name="Shape 11">
            <a:extLst xmlns:a="http://schemas.openxmlformats.org/drawingml/2006/main">
              <a:ext uri="{FF2B5EF4-FFF2-40B4-BE49-F238E27FC236}">
                <a16:creationId xmlns:a16="http://schemas.microsoft.com/office/drawing/2014/main" id="{CEA87C2F-04DD-4180-BB82-81567F20BDFF}"/>
              </a:ext>
            </a:extLst>
          </p:cNvPr>
          <p:cNvSpPr>
            <a:spLocks xmlns:a="http://schemas.openxmlformats.org/drawingml/2006/main" noGrp="1"/>
          </p:cNvSpPr>
          <p:nvPr/>
        </p:nvSpPr>
        <p:spPr>
          <a:xfrm xmlns:a="http://schemas.openxmlformats.org/drawingml/2006/main">
            <a:off x="6585509" y="3166561"/>
            <a:ext cx="0" cy="1280852"/>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5" name="Shape 12">
            <a:extLst xmlns:a="http://schemas.openxmlformats.org/drawingml/2006/main">
              <a:ext uri="{FF2B5EF4-FFF2-40B4-BE49-F238E27FC236}">
                <a16:creationId xmlns:a16="http://schemas.microsoft.com/office/drawing/2014/main" id="{312A147D-1499-486D-AC27-DC5E626A5B1B}"/>
              </a:ext>
            </a:extLst>
          </p:cNvPr>
          <p:cNvSpPr>
            <a:spLocks xmlns:a="http://schemas.openxmlformats.org/drawingml/2006/main" noGrp="1"/>
          </p:cNvSpPr>
          <p:nvPr/>
        </p:nvSpPr>
        <p:spPr>
          <a:xfrm xmlns:a="http://schemas.openxmlformats.org/drawingml/2006/main">
            <a:off x="6585509" y="4447413"/>
            <a:ext cx="354787"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16" name="Shape 13">
            <a:extLst xmlns:a="http://schemas.openxmlformats.org/drawingml/2006/main">
              <a:ext uri="{FF2B5EF4-FFF2-40B4-BE49-F238E27FC236}">
                <a16:creationId xmlns:a16="http://schemas.microsoft.com/office/drawing/2014/main" id="{9DB5E73A-0FF8-4DC3-AC18-255AB5B7ECB5}"/>
              </a:ext>
            </a:extLst>
          </p:cNvPr>
          <p:cNvSpPr>
            <a:spLocks xmlns:a="http://schemas.openxmlformats.org/drawingml/2006/main" noGrp="1"/>
          </p:cNvSpPr>
          <p:nvPr/>
        </p:nvSpPr>
        <p:spPr>
          <a:xfrm xmlns:a="http://schemas.openxmlformats.org/drawingml/2006/main">
            <a:off x="6210400" y="4189390"/>
            <a:ext cx="408027"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7" name="Shape 14">
            <a:extLst xmlns:a="http://schemas.openxmlformats.org/drawingml/2006/main">
              <a:ext uri="{FF2B5EF4-FFF2-40B4-BE49-F238E27FC236}">
                <a16:creationId xmlns:a16="http://schemas.microsoft.com/office/drawing/2014/main" id="{C6FAE199-E017-46D1-BEB1-A40EFAEF74B2}"/>
              </a:ext>
            </a:extLst>
          </p:cNvPr>
          <p:cNvSpPr>
            <a:spLocks xmlns:a="http://schemas.openxmlformats.org/drawingml/2006/main" noGrp="1"/>
          </p:cNvSpPr>
          <p:nvPr/>
        </p:nvSpPr>
        <p:spPr>
          <a:xfrm xmlns:a="http://schemas.openxmlformats.org/drawingml/2006/main">
            <a:off x="6618427" y="4189390"/>
            <a:ext cx="0" cy="1517609"/>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8" name="Shape 15">
            <a:extLst xmlns:a="http://schemas.openxmlformats.org/drawingml/2006/main">
              <a:ext uri="{FF2B5EF4-FFF2-40B4-BE49-F238E27FC236}">
                <a16:creationId xmlns:a16="http://schemas.microsoft.com/office/drawing/2014/main" id="{103E3C44-A536-401D-95BD-5E2FC6600A0B}"/>
              </a:ext>
            </a:extLst>
          </p:cNvPr>
          <p:cNvSpPr>
            <a:spLocks xmlns:a="http://schemas.openxmlformats.org/drawingml/2006/main" noGrp="1"/>
          </p:cNvSpPr>
          <p:nvPr/>
        </p:nvSpPr>
        <p:spPr>
          <a:xfrm xmlns:a="http://schemas.openxmlformats.org/drawingml/2006/main">
            <a:off x="6618427" y="5706999"/>
            <a:ext cx="321869"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19" name="Shape 16">
            <a:extLst xmlns:a="http://schemas.openxmlformats.org/drawingml/2006/main">
              <a:ext uri="{FF2B5EF4-FFF2-40B4-BE49-F238E27FC236}">
                <a16:creationId xmlns:a16="http://schemas.microsoft.com/office/drawing/2014/main" id="{B9D66479-3327-4EF1-90E5-A38CB197DAD7}"/>
              </a:ext>
            </a:extLst>
          </p:cNvPr>
          <p:cNvSpPr>
            <a:spLocks xmlns:a="http://schemas.openxmlformats.org/drawingml/2006/main" noGrp="1"/>
          </p:cNvSpPr>
          <p:nvPr/>
        </p:nvSpPr>
        <p:spPr>
          <a:xfrm xmlns:a="http://schemas.openxmlformats.org/drawingml/2006/main">
            <a:off x="3280979" y="3399318"/>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20" name="Text 17">
            <a:extLst xmlns:a="http://schemas.openxmlformats.org/drawingml/2006/main">
              <a:ext uri="{FF2B5EF4-FFF2-40B4-BE49-F238E27FC236}">
                <a16:creationId xmlns:a16="http://schemas.microsoft.com/office/drawing/2014/main" id="{D43934C6-18F5-480D-820D-40C4D9FDC7FF}"/>
              </a:ext>
            </a:extLst>
          </p:cNvPr>
          <p:cNvSpPr>
            <a:spLocks xmlns:a="http://schemas.openxmlformats.org/drawingml/2006/main" noGrp="1"/>
          </p:cNvSpPr>
          <p:nvPr/>
        </p:nvSpPr>
        <p:spPr>
          <a:xfrm xmlns:a="http://schemas.openxmlformats.org/drawingml/2006/main">
            <a:off x="3280979" y="3399318"/>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1</a:t>
            </a:r>
            <a:endParaRPr sz="850"/>
          </a:p>
        </p:txBody>
      </p:sp>
      <p:sp>
        <p:nvSpPr>
          <p:cNvPr id="21" name="Shape 18">
            <a:extLst xmlns:a="http://schemas.openxmlformats.org/drawingml/2006/main">
              <a:ext uri="{FF2B5EF4-FFF2-40B4-BE49-F238E27FC236}">
                <a16:creationId xmlns:a16="http://schemas.microsoft.com/office/drawing/2014/main" id="{E45284DA-496B-4198-A636-3C896DA877DE}"/>
              </a:ext>
            </a:extLst>
          </p:cNvPr>
          <p:cNvSpPr>
            <a:spLocks xmlns:a="http://schemas.openxmlformats.org/drawingml/2006/main" noGrp="1"/>
          </p:cNvSpPr>
          <p:nvPr/>
        </p:nvSpPr>
        <p:spPr>
          <a:xfrm xmlns:a="http://schemas.openxmlformats.org/drawingml/2006/main">
            <a:off x="6940296" y="1371600"/>
            <a:ext cx="4654296" cy="1113282"/>
          </a:xfrm>
          <a:prstGeom xmlns:a="http://schemas.openxmlformats.org/drawingml/2006/main" prst="roundRect">
            <a:avLst>
              <a:gd name="adj" fmla="val 4928"/>
            </a:avLst>
          </a:prstGeom>
          <a:solidFill xmlns:a="http://schemas.openxmlformats.org/drawingml/2006/main">
            <a:srgbClr val="F4F6FB"/>
          </a:solidFill>
          <a:ln xmlns:a="http://schemas.openxmlformats.org/drawingml/2006/main" w="12700">
            <a:solidFill>
              <a:srgbClr val="D8DEEC"/>
            </a:solidFill>
            <a:prstDash val="solid"/>
          </a:ln>
        </p:spPr>
      </p:sp>
      <p:sp>
        <p:nvSpPr>
          <p:cNvPr id="22" name="Shape 19">
            <a:extLst xmlns:a="http://schemas.openxmlformats.org/drawingml/2006/main">
              <a:ext uri="{FF2B5EF4-FFF2-40B4-BE49-F238E27FC236}">
                <a16:creationId xmlns:a16="http://schemas.microsoft.com/office/drawing/2014/main" id="{591DB2BB-281D-44B3-9891-6B2BBC60EFA1}"/>
              </a:ext>
            </a:extLst>
          </p:cNvPr>
          <p:cNvSpPr>
            <a:spLocks xmlns:a="http://schemas.openxmlformats.org/drawingml/2006/main" noGrp="1"/>
          </p:cNvSpPr>
          <p:nvPr/>
        </p:nvSpPr>
        <p:spPr>
          <a:xfrm xmlns:a="http://schemas.openxmlformats.org/drawingml/2006/main">
            <a:off x="7050024" y="1481328"/>
            <a:ext cx="237744" cy="237744"/>
          </a:xfrm>
          <a:prstGeom xmlns:a="http://schemas.openxmlformats.org/drawingml/2006/main" prst="ellipse">
            <a:avLst/>
          </a:prstGeom>
          <a:solidFill xmlns:a="http://schemas.openxmlformats.org/drawingml/2006/main">
            <a:srgbClr val="1E2761"/>
          </a:solidFill>
        </p:spPr>
      </p:sp>
      <p:sp>
        <p:nvSpPr>
          <p:cNvPr id="23" name="Text 20">
            <a:extLst xmlns:a="http://schemas.openxmlformats.org/drawingml/2006/main">
              <a:ext uri="{FF2B5EF4-FFF2-40B4-BE49-F238E27FC236}">
                <a16:creationId xmlns:a16="http://schemas.microsoft.com/office/drawing/2014/main" id="{FB5598C9-06EA-4A15-B9C5-8A33A8F47149}"/>
              </a:ext>
            </a:extLst>
          </p:cNvPr>
          <p:cNvSpPr>
            <a:spLocks xmlns:a="http://schemas.openxmlformats.org/drawingml/2006/main" noGrp="1"/>
          </p:cNvSpPr>
          <p:nvPr/>
        </p:nvSpPr>
        <p:spPr>
          <a:xfrm xmlns:a="http://schemas.openxmlformats.org/drawingml/2006/main">
            <a:off x="7050024" y="1481328"/>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1</a:t>
            </a:r>
            <a:endParaRPr sz="800"/>
          </a:p>
        </p:txBody>
      </p:sp>
      <p:sp>
        <p:nvSpPr>
          <p:cNvPr id="24" name="Text 21">
            <a:extLst xmlns:a="http://schemas.openxmlformats.org/drawingml/2006/main">
              <a:ext uri="{FF2B5EF4-FFF2-40B4-BE49-F238E27FC236}">
                <a16:creationId xmlns:a16="http://schemas.microsoft.com/office/drawing/2014/main" id="{79527B3B-5195-4D84-92F3-50BB96493259}"/>
              </a:ext>
            </a:extLst>
          </p:cNvPr>
          <p:cNvSpPr>
            <a:spLocks xmlns:a="http://schemas.openxmlformats.org/drawingml/2006/main" noGrp="1"/>
          </p:cNvSpPr>
          <p:nvPr/>
        </p:nvSpPr>
        <p:spPr>
          <a:xfrm xmlns:a="http://schemas.openxmlformats.org/drawingml/2006/main">
            <a:off x="7379208" y="1444752"/>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E2761"/>
                </a:solidFill>
                <a:latin typeface="Calibri"/>
                <a:ea typeface="Calibri"/>
                <a:cs typeface="Calibri"/>
              </a:rPr>
              <a:t>Input fields</a:t>
            </a:r>
            <a:endParaRPr sz="1150"/>
          </a:p>
        </p:txBody>
      </p:sp>
      <p:sp>
        <p:nvSpPr>
          <p:cNvPr id="25" name="Text 22">
            <a:extLst xmlns:a="http://schemas.openxmlformats.org/drawingml/2006/main">
              <a:ext uri="{FF2B5EF4-FFF2-40B4-BE49-F238E27FC236}">
                <a16:creationId xmlns:a16="http://schemas.microsoft.com/office/drawing/2014/main" id="{08E99720-458D-47E5-B8D6-2A46B072DB91}"/>
              </a:ext>
            </a:extLst>
          </p:cNvPr>
          <p:cNvSpPr>
            <a:spLocks xmlns:a="http://schemas.openxmlformats.org/drawingml/2006/main" noGrp="1"/>
          </p:cNvSpPr>
          <p:nvPr/>
        </p:nvSpPr>
        <p:spPr>
          <a:xfrm xmlns:a="http://schemas.openxmlformats.org/drawingml/2006/main">
            <a:off x="7068312" y="1755648"/>
            <a:ext cx="4398264" cy="65608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00"/>
              </a:lnSpc>
              <a:buNone/>
            </a:pPr>
            <a:r>
              <a:rPr sz="1000">
                <a:solidFill>
                  <a:srgbClr val="4B4458"/>
                </a:solidFill>
                <a:latin typeface="Calibri"/>
                <a:ea typeface="Calibri"/>
                <a:cs typeface="Calibri"/>
              </a:rPr>
              <a:t>ATLAS creates one numeric input for every mapped variable. Use values that finance can recompute independently.</a:t>
            </a:r>
            <a:endParaRPr sz="1000"/>
          </a:p>
        </p:txBody>
      </p:sp>
      <p:sp>
        <p:nvSpPr>
          <p:cNvPr id="26" name="Shape 23">
            <a:extLst xmlns:a="http://schemas.openxmlformats.org/drawingml/2006/main">
              <a:ext uri="{FF2B5EF4-FFF2-40B4-BE49-F238E27FC236}">
                <a16:creationId xmlns:a16="http://schemas.microsoft.com/office/drawing/2014/main" id="{ED812B00-299F-451B-9AE7-99262A278E02}"/>
              </a:ext>
            </a:extLst>
          </p:cNvPr>
          <p:cNvSpPr>
            <a:spLocks xmlns:a="http://schemas.openxmlformats.org/drawingml/2006/main" noGrp="1"/>
          </p:cNvSpPr>
          <p:nvPr/>
        </p:nvSpPr>
        <p:spPr>
          <a:xfrm xmlns:a="http://schemas.openxmlformats.org/drawingml/2006/main">
            <a:off x="6082384" y="3399318"/>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27" name="Text 24">
            <a:extLst xmlns:a="http://schemas.openxmlformats.org/drawingml/2006/main">
              <a:ext uri="{FF2B5EF4-FFF2-40B4-BE49-F238E27FC236}">
                <a16:creationId xmlns:a16="http://schemas.microsoft.com/office/drawing/2014/main" id="{F4AE0DB6-3BBB-47A2-92C9-3D73993E4125}"/>
              </a:ext>
            </a:extLst>
          </p:cNvPr>
          <p:cNvSpPr>
            <a:spLocks xmlns:a="http://schemas.openxmlformats.org/drawingml/2006/main" noGrp="1"/>
          </p:cNvSpPr>
          <p:nvPr/>
        </p:nvSpPr>
        <p:spPr>
          <a:xfrm xmlns:a="http://schemas.openxmlformats.org/drawingml/2006/main">
            <a:off x="6082384" y="3399318"/>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2</a:t>
            </a:r>
            <a:endParaRPr sz="850"/>
          </a:p>
        </p:txBody>
      </p:sp>
      <p:sp>
        <p:nvSpPr>
          <p:cNvPr id="28" name="Shape 25">
            <a:extLst xmlns:a="http://schemas.openxmlformats.org/drawingml/2006/main">
              <a:ext uri="{FF2B5EF4-FFF2-40B4-BE49-F238E27FC236}">
                <a16:creationId xmlns:a16="http://schemas.microsoft.com/office/drawing/2014/main" id="{CD6F3E5C-48BF-4077-97B6-9DC95AAE0688}"/>
              </a:ext>
            </a:extLst>
          </p:cNvPr>
          <p:cNvSpPr>
            <a:spLocks xmlns:a="http://schemas.openxmlformats.org/drawingml/2006/main" noGrp="1"/>
          </p:cNvSpPr>
          <p:nvPr/>
        </p:nvSpPr>
        <p:spPr>
          <a:xfrm xmlns:a="http://schemas.openxmlformats.org/drawingml/2006/main">
            <a:off x="6940296" y="2631186"/>
            <a:ext cx="4654296" cy="1113282"/>
          </a:xfrm>
          <a:prstGeom xmlns:a="http://schemas.openxmlformats.org/drawingml/2006/main" prst="roundRect">
            <a:avLst>
              <a:gd name="adj" fmla="val 4928"/>
            </a:avLst>
          </a:prstGeom>
          <a:solidFill xmlns:a="http://schemas.openxmlformats.org/drawingml/2006/main">
            <a:srgbClr val="F4F6FB"/>
          </a:solidFill>
          <a:ln xmlns:a="http://schemas.openxmlformats.org/drawingml/2006/main" w="12700">
            <a:solidFill>
              <a:srgbClr val="D8DEEC"/>
            </a:solidFill>
            <a:prstDash val="solid"/>
          </a:ln>
        </p:spPr>
      </p:sp>
      <p:sp>
        <p:nvSpPr>
          <p:cNvPr id="29" name="Shape 26">
            <a:extLst xmlns:a="http://schemas.openxmlformats.org/drawingml/2006/main">
              <a:ext uri="{FF2B5EF4-FFF2-40B4-BE49-F238E27FC236}">
                <a16:creationId xmlns:a16="http://schemas.microsoft.com/office/drawing/2014/main" id="{8D52565D-DE93-417C-94BC-33709347B4C2}"/>
              </a:ext>
            </a:extLst>
          </p:cNvPr>
          <p:cNvSpPr>
            <a:spLocks xmlns:a="http://schemas.openxmlformats.org/drawingml/2006/main" noGrp="1"/>
          </p:cNvSpPr>
          <p:nvPr/>
        </p:nvSpPr>
        <p:spPr>
          <a:xfrm xmlns:a="http://schemas.openxmlformats.org/drawingml/2006/main">
            <a:off x="7050024" y="2740914"/>
            <a:ext cx="237744" cy="237744"/>
          </a:xfrm>
          <a:prstGeom xmlns:a="http://schemas.openxmlformats.org/drawingml/2006/main" prst="ellipse">
            <a:avLst/>
          </a:prstGeom>
          <a:solidFill xmlns:a="http://schemas.openxmlformats.org/drawingml/2006/main">
            <a:srgbClr val="1E2761"/>
          </a:solidFill>
        </p:spPr>
      </p:sp>
      <p:sp>
        <p:nvSpPr>
          <p:cNvPr id="30" name="Text 27">
            <a:extLst xmlns:a="http://schemas.openxmlformats.org/drawingml/2006/main">
              <a:ext uri="{FF2B5EF4-FFF2-40B4-BE49-F238E27FC236}">
                <a16:creationId xmlns:a16="http://schemas.microsoft.com/office/drawing/2014/main" id="{430FBFD4-0BCD-47E2-BD9B-6F018BC77891}"/>
              </a:ext>
            </a:extLst>
          </p:cNvPr>
          <p:cNvSpPr>
            <a:spLocks xmlns:a="http://schemas.openxmlformats.org/drawingml/2006/main" noGrp="1"/>
          </p:cNvSpPr>
          <p:nvPr/>
        </p:nvSpPr>
        <p:spPr>
          <a:xfrm xmlns:a="http://schemas.openxmlformats.org/drawingml/2006/main">
            <a:off x="7050024" y="2740914"/>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2</a:t>
            </a:r>
            <a:endParaRPr sz="800"/>
          </a:p>
        </p:txBody>
      </p:sp>
      <p:sp>
        <p:nvSpPr>
          <p:cNvPr id="31" name="Text 28">
            <a:extLst xmlns:a="http://schemas.openxmlformats.org/drawingml/2006/main">
              <a:ext uri="{FF2B5EF4-FFF2-40B4-BE49-F238E27FC236}">
                <a16:creationId xmlns:a16="http://schemas.microsoft.com/office/drawing/2014/main" id="{925A67A4-654C-4379-AFE2-D252F0F48524}"/>
              </a:ext>
            </a:extLst>
          </p:cNvPr>
          <p:cNvSpPr>
            <a:spLocks xmlns:a="http://schemas.openxmlformats.org/drawingml/2006/main" noGrp="1"/>
          </p:cNvSpPr>
          <p:nvPr/>
        </p:nvSpPr>
        <p:spPr>
          <a:xfrm xmlns:a="http://schemas.openxmlformats.org/drawingml/2006/main">
            <a:off x="7379208" y="2704338"/>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E2761"/>
                </a:solidFill>
                <a:latin typeface="Calibri"/>
                <a:ea typeface="Calibri"/>
                <a:cs typeface="Calibri"/>
              </a:rPr>
              <a:t>Run test</a:t>
            </a:r>
            <a:endParaRPr sz="1150"/>
          </a:p>
        </p:txBody>
      </p:sp>
      <p:sp>
        <p:nvSpPr>
          <p:cNvPr id="32" name="Text 29">
            <a:extLst xmlns:a="http://schemas.openxmlformats.org/drawingml/2006/main">
              <a:ext uri="{FF2B5EF4-FFF2-40B4-BE49-F238E27FC236}">
                <a16:creationId xmlns:a16="http://schemas.microsoft.com/office/drawing/2014/main" id="{5A65FC60-873D-4C80-85B7-0B97BBE44A7D}"/>
              </a:ext>
            </a:extLst>
          </p:cNvPr>
          <p:cNvSpPr>
            <a:spLocks xmlns:a="http://schemas.openxmlformats.org/drawingml/2006/main" noGrp="1"/>
          </p:cNvSpPr>
          <p:nvPr/>
        </p:nvSpPr>
        <p:spPr>
          <a:xfrm xmlns:a="http://schemas.openxmlformats.org/drawingml/2006/main">
            <a:off x="7068312" y="3015234"/>
            <a:ext cx="4398264" cy="65608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00"/>
              </a:lnSpc>
              <a:buNone/>
            </a:pPr>
            <a:r>
              <a:rPr sz="1000">
                <a:solidFill>
                  <a:srgbClr val="4B4458"/>
                </a:solidFill>
                <a:latin typeface="Calibri"/>
                <a:ea typeface="Calibri"/>
                <a:cs typeface="Calibri"/>
              </a:rPr>
              <a:t>Evaluates the draft expression without creating a payroll transaction or changing employee records.</a:t>
            </a:r>
            <a:endParaRPr sz="1000"/>
          </a:p>
        </p:txBody>
      </p:sp>
      <p:sp>
        <p:nvSpPr>
          <p:cNvPr id="33" name="Shape 30">
            <a:extLst xmlns:a="http://schemas.openxmlformats.org/drawingml/2006/main">
              <a:ext uri="{FF2B5EF4-FFF2-40B4-BE49-F238E27FC236}">
                <a16:creationId xmlns:a16="http://schemas.microsoft.com/office/drawing/2014/main" id="{21579C99-E4BE-4B96-BEBF-04EF425FB45F}"/>
              </a:ext>
            </a:extLst>
          </p:cNvPr>
          <p:cNvSpPr>
            <a:spLocks xmlns:a="http://schemas.openxmlformats.org/drawingml/2006/main" noGrp="1"/>
          </p:cNvSpPr>
          <p:nvPr/>
        </p:nvSpPr>
        <p:spPr>
          <a:xfrm xmlns:a="http://schemas.openxmlformats.org/drawingml/2006/main">
            <a:off x="3280979" y="4061374"/>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34" name="Text 31">
            <a:extLst xmlns:a="http://schemas.openxmlformats.org/drawingml/2006/main">
              <a:ext uri="{FF2B5EF4-FFF2-40B4-BE49-F238E27FC236}">
                <a16:creationId xmlns:a16="http://schemas.microsoft.com/office/drawing/2014/main" id="{16E99895-DABC-4C4C-A297-4B3A532E7EEE}"/>
              </a:ext>
            </a:extLst>
          </p:cNvPr>
          <p:cNvSpPr>
            <a:spLocks xmlns:a="http://schemas.openxmlformats.org/drawingml/2006/main" noGrp="1"/>
          </p:cNvSpPr>
          <p:nvPr/>
        </p:nvSpPr>
        <p:spPr>
          <a:xfrm xmlns:a="http://schemas.openxmlformats.org/drawingml/2006/main">
            <a:off x="3280979" y="4061374"/>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3</a:t>
            </a:r>
            <a:endParaRPr sz="850"/>
          </a:p>
        </p:txBody>
      </p:sp>
      <p:sp>
        <p:nvSpPr>
          <p:cNvPr id="35" name="Shape 32">
            <a:extLst xmlns:a="http://schemas.openxmlformats.org/drawingml/2006/main">
              <a:ext uri="{FF2B5EF4-FFF2-40B4-BE49-F238E27FC236}">
                <a16:creationId xmlns:a16="http://schemas.microsoft.com/office/drawing/2014/main" id="{8B85931A-B6BD-406A-B41D-E73708FB1218}"/>
              </a:ext>
            </a:extLst>
          </p:cNvPr>
          <p:cNvSpPr>
            <a:spLocks xmlns:a="http://schemas.openxmlformats.org/drawingml/2006/main" noGrp="1"/>
          </p:cNvSpPr>
          <p:nvPr/>
        </p:nvSpPr>
        <p:spPr>
          <a:xfrm xmlns:a="http://schemas.openxmlformats.org/drawingml/2006/main">
            <a:off x="6940296" y="3890772"/>
            <a:ext cx="4654296" cy="1113282"/>
          </a:xfrm>
          <a:prstGeom xmlns:a="http://schemas.openxmlformats.org/drawingml/2006/main" prst="roundRect">
            <a:avLst>
              <a:gd name="adj" fmla="val 4928"/>
            </a:avLst>
          </a:prstGeom>
          <a:solidFill xmlns:a="http://schemas.openxmlformats.org/drawingml/2006/main">
            <a:srgbClr val="F4F6FB"/>
          </a:solidFill>
          <a:ln xmlns:a="http://schemas.openxmlformats.org/drawingml/2006/main" w="12700">
            <a:solidFill>
              <a:srgbClr val="D8DEEC"/>
            </a:solidFill>
            <a:prstDash val="solid"/>
          </a:ln>
        </p:spPr>
      </p:sp>
      <p:sp>
        <p:nvSpPr>
          <p:cNvPr id="36" name="Shape 33">
            <a:extLst xmlns:a="http://schemas.openxmlformats.org/drawingml/2006/main">
              <a:ext uri="{FF2B5EF4-FFF2-40B4-BE49-F238E27FC236}">
                <a16:creationId xmlns:a16="http://schemas.microsoft.com/office/drawing/2014/main" id="{04810DAF-B7AD-4EBD-82D3-5F956612CF23}"/>
              </a:ext>
            </a:extLst>
          </p:cNvPr>
          <p:cNvSpPr>
            <a:spLocks xmlns:a="http://schemas.openxmlformats.org/drawingml/2006/main" noGrp="1"/>
          </p:cNvSpPr>
          <p:nvPr/>
        </p:nvSpPr>
        <p:spPr>
          <a:xfrm xmlns:a="http://schemas.openxmlformats.org/drawingml/2006/main">
            <a:off x="7050024" y="4000500"/>
            <a:ext cx="237744" cy="237744"/>
          </a:xfrm>
          <a:prstGeom xmlns:a="http://schemas.openxmlformats.org/drawingml/2006/main" prst="ellipse">
            <a:avLst/>
          </a:prstGeom>
          <a:solidFill xmlns:a="http://schemas.openxmlformats.org/drawingml/2006/main">
            <a:srgbClr val="1E2761"/>
          </a:solidFill>
        </p:spPr>
      </p:sp>
      <p:sp>
        <p:nvSpPr>
          <p:cNvPr id="37" name="Text 34">
            <a:extLst xmlns:a="http://schemas.openxmlformats.org/drawingml/2006/main">
              <a:ext uri="{FF2B5EF4-FFF2-40B4-BE49-F238E27FC236}">
                <a16:creationId xmlns:a16="http://schemas.microsoft.com/office/drawing/2014/main" id="{E5F3B6E4-FAF6-482E-8662-9D40A3A31160}"/>
              </a:ext>
            </a:extLst>
          </p:cNvPr>
          <p:cNvSpPr>
            <a:spLocks xmlns:a="http://schemas.openxmlformats.org/drawingml/2006/main" noGrp="1"/>
          </p:cNvSpPr>
          <p:nvPr/>
        </p:nvSpPr>
        <p:spPr>
          <a:xfrm xmlns:a="http://schemas.openxmlformats.org/drawingml/2006/main">
            <a:off x="7050024" y="4000500"/>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3</a:t>
            </a:r>
            <a:endParaRPr sz="800"/>
          </a:p>
        </p:txBody>
      </p:sp>
      <p:sp>
        <p:nvSpPr>
          <p:cNvPr id="38" name="Text 35">
            <a:extLst xmlns:a="http://schemas.openxmlformats.org/drawingml/2006/main">
              <a:ext uri="{FF2B5EF4-FFF2-40B4-BE49-F238E27FC236}">
                <a16:creationId xmlns:a16="http://schemas.microsoft.com/office/drawing/2014/main" id="{2B3A1480-AC1D-4830-BB92-96E9AB9138D7}"/>
              </a:ext>
            </a:extLst>
          </p:cNvPr>
          <p:cNvSpPr>
            <a:spLocks xmlns:a="http://schemas.openxmlformats.org/drawingml/2006/main" noGrp="1"/>
          </p:cNvSpPr>
          <p:nvPr/>
        </p:nvSpPr>
        <p:spPr>
          <a:xfrm xmlns:a="http://schemas.openxmlformats.org/drawingml/2006/main">
            <a:off x="7379208" y="3963924"/>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E2761"/>
                </a:solidFill>
                <a:latin typeface="Calibri"/>
                <a:ea typeface="Calibri"/>
                <a:cs typeface="Calibri"/>
              </a:rPr>
              <a:t>Formula passed</a:t>
            </a:r>
            <a:endParaRPr sz="1150"/>
          </a:p>
        </p:txBody>
      </p:sp>
      <p:sp>
        <p:nvSpPr>
          <p:cNvPr id="39" name="Text 36">
            <a:extLst xmlns:a="http://schemas.openxmlformats.org/drawingml/2006/main">
              <a:ext uri="{FF2B5EF4-FFF2-40B4-BE49-F238E27FC236}">
                <a16:creationId xmlns:a16="http://schemas.microsoft.com/office/drawing/2014/main" id="{F576A133-FAEB-4ABD-A9B7-3DEB55345A72}"/>
              </a:ext>
            </a:extLst>
          </p:cNvPr>
          <p:cNvSpPr>
            <a:spLocks xmlns:a="http://schemas.openxmlformats.org/drawingml/2006/main" noGrp="1"/>
          </p:cNvSpPr>
          <p:nvPr/>
        </p:nvSpPr>
        <p:spPr>
          <a:xfrm xmlns:a="http://schemas.openxmlformats.org/drawingml/2006/main">
            <a:off x="7068312" y="4274820"/>
            <a:ext cx="4398264" cy="65608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00"/>
              </a:lnSpc>
              <a:buNone/>
            </a:pPr>
            <a:r>
              <a:rPr sz="1000">
                <a:solidFill>
                  <a:srgbClr val="4B4458"/>
                </a:solidFill>
                <a:latin typeface="Calibri"/>
                <a:ea typeface="Calibri"/>
                <a:cs typeface="Calibri"/>
              </a:rPr>
              <a:t>Confirms the expression could be evaluated with the supplied inputs. It does not prove the business policy is correct.</a:t>
            </a:r>
            <a:endParaRPr sz="1000"/>
          </a:p>
        </p:txBody>
      </p:sp>
      <p:sp>
        <p:nvSpPr>
          <p:cNvPr id="40" name="Shape 37">
            <a:extLst xmlns:a="http://schemas.openxmlformats.org/drawingml/2006/main">
              <a:ext uri="{FF2B5EF4-FFF2-40B4-BE49-F238E27FC236}">
                <a16:creationId xmlns:a16="http://schemas.microsoft.com/office/drawing/2014/main" id="{E82539B8-6170-4FF1-89A3-E0DAD2340377}"/>
              </a:ext>
            </a:extLst>
          </p:cNvPr>
          <p:cNvSpPr>
            <a:spLocks xmlns:a="http://schemas.openxmlformats.org/drawingml/2006/main" noGrp="1"/>
          </p:cNvSpPr>
          <p:nvPr/>
        </p:nvSpPr>
        <p:spPr>
          <a:xfrm xmlns:a="http://schemas.openxmlformats.org/drawingml/2006/main">
            <a:off x="6082384" y="4061374"/>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41" name="Text 38">
            <a:extLst xmlns:a="http://schemas.openxmlformats.org/drawingml/2006/main">
              <a:ext uri="{FF2B5EF4-FFF2-40B4-BE49-F238E27FC236}">
                <a16:creationId xmlns:a16="http://schemas.microsoft.com/office/drawing/2014/main" id="{CBF0E12A-8088-4ECC-8B7E-9F6AB90CCF65}"/>
              </a:ext>
            </a:extLst>
          </p:cNvPr>
          <p:cNvSpPr>
            <a:spLocks xmlns:a="http://schemas.openxmlformats.org/drawingml/2006/main" noGrp="1"/>
          </p:cNvSpPr>
          <p:nvPr/>
        </p:nvSpPr>
        <p:spPr>
          <a:xfrm xmlns:a="http://schemas.openxmlformats.org/drawingml/2006/main">
            <a:off x="6082384" y="4061374"/>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4</a:t>
            </a:r>
            <a:endParaRPr sz="850"/>
          </a:p>
        </p:txBody>
      </p:sp>
      <p:sp>
        <p:nvSpPr>
          <p:cNvPr id="42" name="Shape 39">
            <a:extLst xmlns:a="http://schemas.openxmlformats.org/drawingml/2006/main">
              <a:ext uri="{FF2B5EF4-FFF2-40B4-BE49-F238E27FC236}">
                <a16:creationId xmlns:a16="http://schemas.microsoft.com/office/drawing/2014/main" id="{68E52BDA-A290-4D72-9EE7-46FF33FA8F85}"/>
              </a:ext>
            </a:extLst>
          </p:cNvPr>
          <p:cNvSpPr>
            <a:spLocks xmlns:a="http://schemas.openxmlformats.org/drawingml/2006/main" noGrp="1"/>
          </p:cNvSpPr>
          <p:nvPr/>
        </p:nvSpPr>
        <p:spPr>
          <a:xfrm xmlns:a="http://schemas.openxmlformats.org/drawingml/2006/main">
            <a:off x="6940296" y="5150358"/>
            <a:ext cx="4654296" cy="1113282"/>
          </a:xfrm>
          <a:prstGeom xmlns:a="http://schemas.openxmlformats.org/drawingml/2006/main" prst="roundRect">
            <a:avLst>
              <a:gd name="adj" fmla="val 4928"/>
            </a:avLst>
          </a:prstGeom>
          <a:solidFill xmlns:a="http://schemas.openxmlformats.org/drawingml/2006/main">
            <a:srgbClr val="F4F6FB"/>
          </a:solidFill>
          <a:ln xmlns:a="http://schemas.openxmlformats.org/drawingml/2006/main" w="12700">
            <a:solidFill>
              <a:srgbClr val="D8DEEC"/>
            </a:solidFill>
            <a:prstDash val="solid"/>
          </a:ln>
        </p:spPr>
      </p:sp>
      <p:sp>
        <p:nvSpPr>
          <p:cNvPr id="43" name="Shape 40">
            <a:extLst xmlns:a="http://schemas.openxmlformats.org/drawingml/2006/main">
              <a:ext uri="{FF2B5EF4-FFF2-40B4-BE49-F238E27FC236}">
                <a16:creationId xmlns:a16="http://schemas.microsoft.com/office/drawing/2014/main" id="{B9E154CA-62C6-4BB5-9EE7-BB4A976FA9FE}"/>
              </a:ext>
            </a:extLst>
          </p:cNvPr>
          <p:cNvSpPr>
            <a:spLocks xmlns:a="http://schemas.openxmlformats.org/drawingml/2006/main" noGrp="1"/>
          </p:cNvSpPr>
          <p:nvPr/>
        </p:nvSpPr>
        <p:spPr>
          <a:xfrm xmlns:a="http://schemas.openxmlformats.org/drawingml/2006/main">
            <a:off x="7050024" y="5260086"/>
            <a:ext cx="237744" cy="237744"/>
          </a:xfrm>
          <a:prstGeom xmlns:a="http://schemas.openxmlformats.org/drawingml/2006/main" prst="ellipse">
            <a:avLst/>
          </a:prstGeom>
          <a:solidFill xmlns:a="http://schemas.openxmlformats.org/drawingml/2006/main">
            <a:srgbClr val="1E2761"/>
          </a:solidFill>
        </p:spPr>
      </p:sp>
      <p:sp>
        <p:nvSpPr>
          <p:cNvPr id="44" name="Text 41">
            <a:extLst xmlns:a="http://schemas.openxmlformats.org/drawingml/2006/main">
              <a:ext uri="{FF2B5EF4-FFF2-40B4-BE49-F238E27FC236}">
                <a16:creationId xmlns:a16="http://schemas.microsoft.com/office/drawing/2014/main" id="{DBA2010C-4649-4AA9-ACB1-33D7EA146447}"/>
              </a:ext>
            </a:extLst>
          </p:cNvPr>
          <p:cNvSpPr>
            <a:spLocks xmlns:a="http://schemas.openxmlformats.org/drawingml/2006/main" noGrp="1"/>
          </p:cNvSpPr>
          <p:nvPr/>
        </p:nvSpPr>
        <p:spPr>
          <a:xfrm xmlns:a="http://schemas.openxmlformats.org/drawingml/2006/main">
            <a:off x="7050024" y="5260086"/>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4</a:t>
            </a:r>
            <a:endParaRPr sz="800"/>
          </a:p>
        </p:txBody>
      </p:sp>
      <p:sp>
        <p:nvSpPr>
          <p:cNvPr id="45" name="Text 42">
            <a:extLst xmlns:a="http://schemas.openxmlformats.org/drawingml/2006/main">
              <a:ext uri="{FF2B5EF4-FFF2-40B4-BE49-F238E27FC236}">
                <a16:creationId xmlns:a16="http://schemas.microsoft.com/office/drawing/2014/main" id="{640F2E46-AEC9-467C-8D68-0FD59DC49C1C}"/>
              </a:ext>
            </a:extLst>
          </p:cNvPr>
          <p:cNvSpPr>
            <a:spLocks xmlns:a="http://schemas.openxmlformats.org/drawingml/2006/main" noGrp="1"/>
          </p:cNvSpPr>
          <p:nvPr/>
        </p:nvSpPr>
        <p:spPr>
          <a:xfrm xmlns:a="http://schemas.openxmlformats.org/drawingml/2006/main">
            <a:off x="7379208" y="5223510"/>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E2761"/>
                </a:solidFill>
                <a:latin typeface="Calibri"/>
                <a:ea typeface="Calibri"/>
                <a:cs typeface="Calibri"/>
              </a:rPr>
              <a:t>Result</a:t>
            </a:r>
            <a:endParaRPr sz="1150"/>
          </a:p>
        </p:txBody>
      </p:sp>
      <p:sp>
        <p:nvSpPr>
          <p:cNvPr id="46" name="Text 43">
            <a:extLst xmlns:a="http://schemas.openxmlformats.org/drawingml/2006/main">
              <a:ext uri="{FF2B5EF4-FFF2-40B4-BE49-F238E27FC236}">
                <a16:creationId xmlns:a16="http://schemas.microsoft.com/office/drawing/2014/main" id="{7F22704F-2107-42C6-8CFB-37AAEE484A94}"/>
              </a:ext>
            </a:extLst>
          </p:cNvPr>
          <p:cNvSpPr>
            <a:spLocks xmlns:a="http://schemas.openxmlformats.org/drawingml/2006/main" noGrp="1"/>
          </p:cNvSpPr>
          <p:nvPr/>
        </p:nvSpPr>
        <p:spPr>
          <a:xfrm xmlns:a="http://schemas.openxmlformats.org/drawingml/2006/main">
            <a:off x="7068312" y="5534406"/>
            <a:ext cx="4398264" cy="65608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00"/>
              </a:lnSpc>
              <a:buNone/>
            </a:pPr>
            <a:r>
              <a:rPr sz="1000">
                <a:solidFill>
                  <a:srgbClr val="4B4458"/>
                </a:solidFill>
                <a:latin typeface="Calibri"/>
                <a:ea typeface="Calibri"/>
                <a:cs typeface="Calibri"/>
              </a:rPr>
              <a:t>Compare the peso answer with the expected manual result. Here, 8 units × ₱250 returns ₱2,000.</a:t>
            </a:r>
            <a:endParaRPr sz="1000"/>
          </a:p>
        </p:txBody>
      </p:sp>
    </p:spTree>
    <p:extLst>
      <p:ext uri="{BB962C8B-B14F-4D97-AF65-F5344CB8AC3E}">
        <p14:creationId xmlns:p14="http://schemas.microsoft.com/office/powerpoint/2010/main" val="66357016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FA18083-8A4E-4D98-8319-D1DC3297380D}"/>
              </a:ext>
            </a:extLst>
          </p:cNvPr>
          <p:cNvSpPr>
            <a:spLocks xmlns:a="http://schemas.openxmlformats.org/drawingml/2006/main" noGrp="1"/>
          </p:cNvSpPr>
          <p:nvPr/>
        </p:nvSpPr>
        <p:spPr>
          <a:xfrm xmlns:a="http://schemas.openxmlformats.org/drawingml/2006/main">
            <a:off x="566928" y="329184"/>
            <a:ext cx="11027664"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CREATE COMPUTATION · FIELD GUIDE 5 OF 6</a:t>
            </a:r>
            <a:endParaRPr sz="1000"/>
          </a:p>
        </p:txBody>
      </p:sp>
      <p:sp>
        <p:nvSpPr>
          <p:cNvPr id="3" name="Text 1">
            <a:extLst xmlns:a="http://schemas.openxmlformats.org/drawingml/2006/main">
              <a:ext uri="{FF2B5EF4-FFF2-40B4-BE49-F238E27FC236}">
                <a16:creationId xmlns:a16="http://schemas.microsoft.com/office/drawing/2014/main" id="{94E0C91A-17FB-46AA-AA85-0452CEF799EB}"/>
              </a:ext>
            </a:extLst>
          </p:cNvPr>
          <p:cNvSpPr>
            <a:spLocks xmlns:a="http://schemas.openxmlformats.org/drawingml/2006/main" noGrp="1"/>
          </p:cNvSpPr>
          <p:nvPr/>
        </p:nvSpPr>
        <p:spPr>
          <a:xfrm xmlns:a="http://schemas.openxmlformats.org/drawingml/2006/main">
            <a:off x="566928" y="548640"/>
            <a:ext cx="110276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Date and explain the version</a:t>
            </a:r>
            <a:endParaRPr sz="3000"/>
          </a:p>
        </p:txBody>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f569f3a38aa64908"/>
          <a:srcRect xmlns:a="http://schemas.openxmlformats.org/drawingml/2006/main" l="0" t="15759" r="0" b="15759"/>
          <a:stretch xmlns:a="http://schemas.openxmlformats.org/drawingml/2006/main">
            <a:fillRect l="0" t="0" r="0" b="0"/>
          </a:stretch>
        </p:blipFill>
        <p:spPr>
          <a:xfrm xmlns:a="http://schemas.openxmlformats.org/drawingml/2006/main">
            <a:off x="566928" y="3084265"/>
            <a:ext cx="5806440" cy="1466709"/>
          </a:xfrm>
          <a:prstGeom xmlns:a="http://schemas.openxmlformats.org/drawingml/2006/main" prst="rect">
            <a:avLst/>
          </a:prstGeom>
          <a:effectLst xmlns:a="http://schemas.openxmlformats.org/drawingml/2006/main">
            <a:outerShdw blurRad="127000" dist="25400" dir="5400000" algn="bl" rotWithShape="0">
              <a:srgbClr val="8892B0">
                <a:alpha val="28000"/>
              </a:srgbClr>
            </a:outerShdw>
          </a:effectLst>
        </p:spPr>
      </p:pic>
      <p:sp>
        <p:nvSpPr>
          <p:cNvPr id="5" name="Shape 2">
            <a:extLst xmlns:a="http://schemas.openxmlformats.org/drawingml/2006/main">
              <a:ext uri="{FF2B5EF4-FFF2-40B4-BE49-F238E27FC236}">
                <a16:creationId xmlns:a16="http://schemas.microsoft.com/office/drawing/2014/main" id="{D49C497F-EE18-4801-ABA2-4AD4B4A6C8A7}"/>
              </a:ext>
            </a:extLst>
          </p:cNvPr>
          <p:cNvSpPr>
            <a:spLocks xmlns:a="http://schemas.openxmlformats.org/drawingml/2006/main" noGrp="1"/>
          </p:cNvSpPr>
          <p:nvPr/>
        </p:nvSpPr>
        <p:spPr>
          <a:xfrm xmlns:a="http://schemas.openxmlformats.org/drawingml/2006/main">
            <a:off x="3408995" y="3166561"/>
            <a:ext cx="0" cy="360772"/>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6" name="Shape 3">
            <a:extLst xmlns:a="http://schemas.openxmlformats.org/drawingml/2006/main">
              <a:ext uri="{FF2B5EF4-FFF2-40B4-BE49-F238E27FC236}">
                <a16:creationId xmlns:a16="http://schemas.microsoft.com/office/drawing/2014/main" id="{D2D2C656-C7A2-4580-89AD-939A5A5436E6}"/>
              </a:ext>
            </a:extLst>
          </p:cNvPr>
          <p:cNvSpPr>
            <a:spLocks xmlns:a="http://schemas.openxmlformats.org/drawingml/2006/main" noGrp="1"/>
          </p:cNvSpPr>
          <p:nvPr/>
        </p:nvSpPr>
        <p:spPr>
          <a:xfrm xmlns:a="http://schemas.openxmlformats.org/drawingml/2006/main">
            <a:off x="3408995" y="3166561"/>
            <a:ext cx="3110677"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7" name="Shape 4">
            <a:extLst xmlns:a="http://schemas.openxmlformats.org/drawingml/2006/main">
              <a:ext uri="{FF2B5EF4-FFF2-40B4-BE49-F238E27FC236}">
                <a16:creationId xmlns:a16="http://schemas.microsoft.com/office/drawing/2014/main" id="{301B7619-1F1E-4077-AAFC-6AA35254F278}"/>
              </a:ext>
            </a:extLst>
          </p:cNvPr>
          <p:cNvSpPr>
            <a:spLocks xmlns:a="http://schemas.openxmlformats.org/drawingml/2006/main" noGrp="1"/>
          </p:cNvSpPr>
          <p:nvPr/>
        </p:nvSpPr>
        <p:spPr>
          <a:xfrm xmlns:a="http://schemas.openxmlformats.org/drawingml/2006/main">
            <a:off x="6519672" y="1928241"/>
            <a:ext cx="0" cy="123832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8" name="Shape 5">
            <a:extLst xmlns:a="http://schemas.openxmlformats.org/drawingml/2006/main">
              <a:ext uri="{FF2B5EF4-FFF2-40B4-BE49-F238E27FC236}">
                <a16:creationId xmlns:a16="http://schemas.microsoft.com/office/drawing/2014/main" id="{13707506-6793-44BE-BE03-1E7C8D101BFC}"/>
              </a:ext>
            </a:extLst>
          </p:cNvPr>
          <p:cNvSpPr>
            <a:spLocks xmlns:a="http://schemas.openxmlformats.org/drawingml/2006/main" noGrp="1"/>
          </p:cNvSpPr>
          <p:nvPr/>
        </p:nvSpPr>
        <p:spPr>
          <a:xfrm xmlns:a="http://schemas.openxmlformats.org/drawingml/2006/main">
            <a:off x="6519672" y="1928241"/>
            <a:ext cx="420624"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9" name="Shape 6">
            <a:extLst xmlns:a="http://schemas.openxmlformats.org/drawingml/2006/main">
              <a:ext uri="{FF2B5EF4-FFF2-40B4-BE49-F238E27FC236}">
                <a16:creationId xmlns:a16="http://schemas.microsoft.com/office/drawing/2014/main" id="{6E63FC8F-2FF5-4548-9823-73643E1E5AAC}"/>
              </a:ext>
            </a:extLst>
          </p:cNvPr>
          <p:cNvSpPr>
            <a:spLocks xmlns:a="http://schemas.openxmlformats.org/drawingml/2006/main" noGrp="1"/>
          </p:cNvSpPr>
          <p:nvPr/>
        </p:nvSpPr>
        <p:spPr>
          <a:xfrm xmlns:a="http://schemas.openxmlformats.org/drawingml/2006/main">
            <a:off x="6210400" y="3527334"/>
            <a:ext cx="342190"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0" name="Shape 7">
            <a:extLst xmlns:a="http://schemas.openxmlformats.org/drawingml/2006/main">
              <a:ext uri="{FF2B5EF4-FFF2-40B4-BE49-F238E27FC236}">
                <a16:creationId xmlns:a16="http://schemas.microsoft.com/office/drawing/2014/main" id="{B0485DC5-4777-41D0-877D-F3B5E17B75BE}"/>
              </a:ext>
            </a:extLst>
          </p:cNvPr>
          <p:cNvSpPr>
            <a:spLocks xmlns:a="http://schemas.openxmlformats.org/drawingml/2006/main" noGrp="1"/>
          </p:cNvSpPr>
          <p:nvPr/>
        </p:nvSpPr>
        <p:spPr>
          <a:xfrm xmlns:a="http://schemas.openxmlformats.org/drawingml/2006/main">
            <a:off x="6552590" y="3187827"/>
            <a:ext cx="0" cy="339507"/>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1" name="Shape 8">
            <a:extLst xmlns:a="http://schemas.openxmlformats.org/drawingml/2006/main">
              <a:ext uri="{FF2B5EF4-FFF2-40B4-BE49-F238E27FC236}">
                <a16:creationId xmlns:a16="http://schemas.microsoft.com/office/drawing/2014/main" id="{0024B118-1C48-491F-801C-6BCA4BCFD502}"/>
              </a:ext>
            </a:extLst>
          </p:cNvPr>
          <p:cNvSpPr>
            <a:spLocks xmlns:a="http://schemas.openxmlformats.org/drawingml/2006/main" noGrp="1"/>
          </p:cNvSpPr>
          <p:nvPr/>
        </p:nvSpPr>
        <p:spPr>
          <a:xfrm xmlns:a="http://schemas.openxmlformats.org/drawingml/2006/main">
            <a:off x="6552590" y="3187827"/>
            <a:ext cx="387706"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12" name="Shape 9">
            <a:extLst xmlns:a="http://schemas.openxmlformats.org/drawingml/2006/main">
              <a:ext uri="{FF2B5EF4-FFF2-40B4-BE49-F238E27FC236}">
                <a16:creationId xmlns:a16="http://schemas.microsoft.com/office/drawing/2014/main" id="{9321329D-BBE1-44B5-9C9A-C348F1100C93}"/>
              </a:ext>
            </a:extLst>
          </p:cNvPr>
          <p:cNvSpPr>
            <a:spLocks xmlns:a="http://schemas.openxmlformats.org/drawingml/2006/main" noGrp="1"/>
          </p:cNvSpPr>
          <p:nvPr/>
        </p:nvSpPr>
        <p:spPr>
          <a:xfrm xmlns:a="http://schemas.openxmlformats.org/drawingml/2006/main">
            <a:off x="3408995" y="3166561"/>
            <a:ext cx="0" cy="1022829"/>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3" name="Shape 10">
            <a:extLst xmlns:a="http://schemas.openxmlformats.org/drawingml/2006/main">
              <a:ext uri="{FF2B5EF4-FFF2-40B4-BE49-F238E27FC236}">
                <a16:creationId xmlns:a16="http://schemas.microsoft.com/office/drawing/2014/main" id="{B9C52453-E591-4EAE-BE6B-B7A64CE76675}"/>
              </a:ext>
            </a:extLst>
          </p:cNvPr>
          <p:cNvSpPr>
            <a:spLocks xmlns:a="http://schemas.openxmlformats.org/drawingml/2006/main" noGrp="1"/>
          </p:cNvSpPr>
          <p:nvPr/>
        </p:nvSpPr>
        <p:spPr>
          <a:xfrm xmlns:a="http://schemas.openxmlformats.org/drawingml/2006/main">
            <a:off x="3408995" y="3166561"/>
            <a:ext cx="3176513"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4" name="Shape 11">
            <a:extLst xmlns:a="http://schemas.openxmlformats.org/drawingml/2006/main">
              <a:ext uri="{FF2B5EF4-FFF2-40B4-BE49-F238E27FC236}">
                <a16:creationId xmlns:a16="http://schemas.microsoft.com/office/drawing/2014/main" id="{538FE3C4-844D-4D3C-A3BB-8F52B0783BB1}"/>
              </a:ext>
            </a:extLst>
          </p:cNvPr>
          <p:cNvSpPr>
            <a:spLocks xmlns:a="http://schemas.openxmlformats.org/drawingml/2006/main" noGrp="1"/>
          </p:cNvSpPr>
          <p:nvPr/>
        </p:nvSpPr>
        <p:spPr>
          <a:xfrm xmlns:a="http://schemas.openxmlformats.org/drawingml/2006/main">
            <a:off x="6585509" y="3166561"/>
            <a:ext cx="0" cy="1280852"/>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5" name="Shape 12">
            <a:extLst xmlns:a="http://schemas.openxmlformats.org/drawingml/2006/main">
              <a:ext uri="{FF2B5EF4-FFF2-40B4-BE49-F238E27FC236}">
                <a16:creationId xmlns:a16="http://schemas.microsoft.com/office/drawing/2014/main" id="{FDBCA728-782E-4465-8DC3-1A3B6B9996CC}"/>
              </a:ext>
            </a:extLst>
          </p:cNvPr>
          <p:cNvSpPr>
            <a:spLocks xmlns:a="http://schemas.openxmlformats.org/drawingml/2006/main" noGrp="1"/>
          </p:cNvSpPr>
          <p:nvPr/>
        </p:nvSpPr>
        <p:spPr>
          <a:xfrm xmlns:a="http://schemas.openxmlformats.org/drawingml/2006/main">
            <a:off x="6585509" y="4447413"/>
            <a:ext cx="354787"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16" name="Shape 13">
            <a:extLst xmlns:a="http://schemas.openxmlformats.org/drawingml/2006/main">
              <a:ext uri="{FF2B5EF4-FFF2-40B4-BE49-F238E27FC236}">
                <a16:creationId xmlns:a16="http://schemas.microsoft.com/office/drawing/2014/main" id="{D4BE24B3-4F7B-4250-95EC-00E44BB1B7A8}"/>
              </a:ext>
            </a:extLst>
          </p:cNvPr>
          <p:cNvSpPr>
            <a:spLocks xmlns:a="http://schemas.openxmlformats.org/drawingml/2006/main" noGrp="1"/>
          </p:cNvSpPr>
          <p:nvPr/>
        </p:nvSpPr>
        <p:spPr>
          <a:xfrm xmlns:a="http://schemas.openxmlformats.org/drawingml/2006/main">
            <a:off x="6210400" y="4189390"/>
            <a:ext cx="408027"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7" name="Shape 14">
            <a:extLst xmlns:a="http://schemas.openxmlformats.org/drawingml/2006/main">
              <a:ext uri="{FF2B5EF4-FFF2-40B4-BE49-F238E27FC236}">
                <a16:creationId xmlns:a16="http://schemas.microsoft.com/office/drawing/2014/main" id="{ACD16268-8655-4F8A-BAA5-5F29B32B08A3}"/>
              </a:ext>
            </a:extLst>
          </p:cNvPr>
          <p:cNvSpPr>
            <a:spLocks xmlns:a="http://schemas.openxmlformats.org/drawingml/2006/main" noGrp="1"/>
          </p:cNvSpPr>
          <p:nvPr/>
        </p:nvSpPr>
        <p:spPr>
          <a:xfrm xmlns:a="http://schemas.openxmlformats.org/drawingml/2006/main">
            <a:off x="6618427" y="4189390"/>
            <a:ext cx="0" cy="1517609"/>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8" name="Shape 15">
            <a:extLst xmlns:a="http://schemas.openxmlformats.org/drawingml/2006/main">
              <a:ext uri="{FF2B5EF4-FFF2-40B4-BE49-F238E27FC236}">
                <a16:creationId xmlns:a16="http://schemas.microsoft.com/office/drawing/2014/main" id="{0D4612D5-9E6D-422A-B2D3-6448AF062ED9}"/>
              </a:ext>
            </a:extLst>
          </p:cNvPr>
          <p:cNvSpPr>
            <a:spLocks xmlns:a="http://schemas.openxmlformats.org/drawingml/2006/main" noGrp="1"/>
          </p:cNvSpPr>
          <p:nvPr/>
        </p:nvSpPr>
        <p:spPr>
          <a:xfrm xmlns:a="http://schemas.openxmlformats.org/drawingml/2006/main">
            <a:off x="6618427" y="5706999"/>
            <a:ext cx="321869"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19" name="Shape 16">
            <a:extLst xmlns:a="http://schemas.openxmlformats.org/drawingml/2006/main">
              <a:ext uri="{FF2B5EF4-FFF2-40B4-BE49-F238E27FC236}">
                <a16:creationId xmlns:a16="http://schemas.microsoft.com/office/drawing/2014/main" id="{95601D68-5F0B-468E-8F19-02382E4F4CF4}"/>
              </a:ext>
            </a:extLst>
          </p:cNvPr>
          <p:cNvSpPr>
            <a:spLocks xmlns:a="http://schemas.openxmlformats.org/drawingml/2006/main" noGrp="1"/>
          </p:cNvSpPr>
          <p:nvPr/>
        </p:nvSpPr>
        <p:spPr>
          <a:xfrm xmlns:a="http://schemas.openxmlformats.org/drawingml/2006/main">
            <a:off x="3280979" y="3399318"/>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20" name="Text 17">
            <a:extLst xmlns:a="http://schemas.openxmlformats.org/drawingml/2006/main">
              <a:ext uri="{FF2B5EF4-FFF2-40B4-BE49-F238E27FC236}">
                <a16:creationId xmlns:a16="http://schemas.microsoft.com/office/drawing/2014/main" id="{5CF299B1-3D8C-4CC6-90C7-EFFF2856948D}"/>
              </a:ext>
            </a:extLst>
          </p:cNvPr>
          <p:cNvSpPr>
            <a:spLocks xmlns:a="http://schemas.openxmlformats.org/drawingml/2006/main" noGrp="1"/>
          </p:cNvSpPr>
          <p:nvPr/>
        </p:nvSpPr>
        <p:spPr>
          <a:xfrm xmlns:a="http://schemas.openxmlformats.org/drawingml/2006/main">
            <a:off x="3280979" y="3399318"/>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1</a:t>
            </a:r>
            <a:endParaRPr sz="850"/>
          </a:p>
        </p:txBody>
      </p:sp>
      <p:sp>
        <p:nvSpPr>
          <p:cNvPr id="21" name="Shape 18">
            <a:extLst xmlns:a="http://schemas.openxmlformats.org/drawingml/2006/main">
              <a:ext uri="{FF2B5EF4-FFF2-40B4-BE49-F238E27FC236}">
                <a16:creationId xmlns:a16="http://schemas.microsoft.com/office/drawing/2014/main" id="{37812DE9-15F4-4CB2-98AF-89A4A6CA8BF4}"/>
              </a:ext>
            </a:extLst>
          </p:cNvPr>
          <p:cNvSpPr>
            <a:spLocks xmlns:a="http://schemas.openxmlformats.org/drawingml/2006/main" noGrp="1"/>
          </p:cNvSpPr>
          <p:nvPr/>
        </p:nvSpPr>
        <p:spPr>
          <a:xfrm xmlns:a="http://schemas.openxmlformats.org/drawingml/2006/main">
            <a:off x="6940296" y="1371600"/>
            <a:ext cx="4654296" cy="1113282"/>
          </a:xfrm>
          <a:prstGeom xmlns:a="http://schemas.openxmlformats.org/drawingml/2006/main" prst="roundRect">
            <a:avLst>
              <a:gd name="adj" fmla="val 4928"/>
            </a:avLst>
          </a:prstGeom>
          <a:solidFill xmlns:a="http://schemas.openxmlformats.org/drawingml/2006/main">
            <a:srgbClr val="F4F6FB"/>
          </a:solidFill>
          <a:ln xmlns:a="http://schemas.openxmlformats.org/drawingml/2006/main" w="12700">
            <a:solidFill>
              <a:srgbClr val="D8DEEC"/>
            </a:solidFill>
            <a:prstDash val="solid"/>
          </a:ln>
        </p:spPr>
      </p:sp>
      <p:sp>
        <p:nvSpPr>
          <p:cNvPr id="22" name="Shape 19">
            <a:extLst xmlns:a="http://schemas.openxmlformats.org/drawingml/2006/main">
              <a:ext uri="{FF2B5EF4-FFF2-40B4-BE49-F238E27FC236}">
                <a16:creationId xmlns:a16="http://schemas.microsoft.com/office/drawing/2014/main" id="{50D2B406-74BC-4AE5-8DEC-2F70DAD0132E}"/>
              </a:ext>
            </a:extLst>
          </p:cNvPr>
          <p:cNvSpPr>
            <a:spLocks xmlns:a="http://schemas.openxmlformats.org/drawingml/2006/main" noGrp="1"/>
          </p:cNvSpPr>
          <p:nvPr/>
        </p:nvSpPr>
        <p:spPr>
          <a:xfrm xmlns:a="http://schemas.openxmlformats.org/drawingml/2006/main">
            <a:off x="7050024" y="1481328"/>
            <a:ext cx="237744" cy="237744"/>
          </a:xfrm>
          <a:prstGeom xmlns:a="http://schemas.openxmlformats.org/drawingml/2006/main" prst="ellipse">
            <a:avLst/>
          </a:prstGeom>
          <a:solidFill xmlns:a="http://schemas.openxmlformats.org/drawingml/2006/main">
            <a:srgbClr val="1E2761"/>
          </a:solidFill>
        </p:spPr>
      </p:sp>
      <p:sp>
        <p:nvSpPr>
          <p:cNvPr id="23" name="Text 20">
            <a:extLst xmlns:a="http://schemas.openxmlformats.org/drawingml/2006/main">
              <a:ext uri="{FF2B5EF4-FFF2-40B4-BE49-F238E27FC236}">
                <a16:creationId xmlns:a16="http://schemas.microsoft.com/office/drawing/2014/main" id="{60AD0F65-10CB-4800-A1D3-1D734EB5B10C}"/>
              </a:ext>
            </a:extLst>
          </p:cNvPr>
          <p:cNvSpPr>
            <a:spLocks xmlns:a="http://schemas.openxmlformats.org/drawingml/2006/main" noGrp="1"/>
          </p:cNvSpPr>
          <p:nvPr/>
        </p:nvSpPr>
        <p:spPr>
          <a:xfrm xmlns:a="http://schemas.openxmlformats.org/drawingml/2006/main">
            <a:off x="7050024" y="1481328"/>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1</a:t>
            </a:r>
            <a:endParaRPr sz="800"/>
          </a:p>
        </p:txBody>
      </p:sp>
      <p:sp>
        <p:nvSpPr>
          <p:cNvPr id="24" name="Text 21">
            <a:extLst xmlns:a="http://schemas.openxmlformats.org/drawingml/2006/main">
              <a:ext uri="{FF2B5EF4-FFF2-40B4-BE49-F238E27FC236}">
                <a16:creationId xmlns:a16="http://schemas.microsoft.com/office/drawing/2014/main" id="{2035B928-1CDD-4B74-BA32-F4D7E208B44C}"/>
              </a:ext>
            </a:extLst>
          </p:cNvPr>
          <p:cNvSpPr>
            <a:spLocks xmlns:a="http://schemas.openxmlformats.org/drawingml/2006/main" noGrp="1"/>
          </p:cNvSpPr>
          <p:nvPr/>
        </p:nvSpPr>
        <p:spPr>
          <a:xfrm xmlns:a="http://schemas.openxmlformats.org/drawingml/2006/main">
            <a:off x="7379208" y="1444752"/>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E2761"/>
                </a:solidFill>
                <a:latin typeface="Calibri"/>
                <a:ea typeface="Calibri"/>
                <a:cs typeface="Calibri"/>
              </a:rPr>
              <a:t>Effective date</a:t>
            </a:r>
            <a:endParaRPr sz="1150"/>
          </a:p>
        </p:txBody>
      </p:sp>
      <p:sp>
        <p:nvSpPr>
          <p:cNvPr id="25" name="Text 22">
            <a:extLst xmlns:a="http://schemas.openxmlformats.org/drawingml/2006/main">
              <a:ext uri="{FF2B5EF4-FFF2-40B4-BE49-F238E27FC236}">
                <a16:creationId xmlns:a16="http://schemas.microsoft.com/office/drawing/2014/main" id="{DD9899BF-EC12-4049-AF19-3610AD8DD02B}"/>
              </a:ext>
            </a:extLst>
          </p:cNvPr>
          <p:cNvSpPr>
            <a:spLocks xmlns:a="http://schemas.openxmlformats.org/drawingml/2006/main" noGrp="1"/>
          </p:cNvSpPr>
          <p:nvPr/>
        </p:nvSpPr>
        <p:spPr>
          <a:xfrm xmlns:a="http://schemas.openxmlformats.org/drawingml/2006/main">
            <a:off x="7068312" y="1755648"/>
            <a:ext cx="4398264" cy="65608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00"/>
              </a:lnSpc>
              <a:buNone/>
            </a:pPr>
            <a:r>
              <a:rPr sz="1000">
                <a:solidFill>
                  <a:srgbClr val="4B4458"/>
                </a:solidFill>
                <a:latin typeface="Calibri"/>
                <a:ea typeface="Calibri"/>
                <a:cs typeface="Calibri"/>
              </a:rPr>
              <a:t>Required. A transaction should use the version in force on its payroll or business date.</a:t>
            </a:r>
            <a:endParaRPr sz="1000"/>
          </a:p>
        </p:txBody>
      </p:sp>
      <p:sp>
        <p:nvSpPr>
          <p:cNvPr id="26" name="Shape 23">
            <a:extLst xmlns:a="http://schemas.openxmlformats.org/drawingml/2006/main">
              <a:ext uri="{FF2B5EF4-FFF2-40B4-BE49-F238E27FC236}">
                <a16:creationId xmlns:a16="http://schemas.microsoft.com/office/drawing/2014/main" id="{10303F96-570E-48E9-BBE6-F474EF6635F2}"/>
              </a:ext>
            </a:extLst>
          </p:cNvPr>
          <p:cNvSpPr>
            <a:spLocks xmlns:a="http://schemas.openxmlformats.org/drawingml/2006/main" noGrp="1"/>
          </p:cNvSpPr>
          <p:nvPr/>
        </p:nvSpPr>
        <p:spPr>
          <a:xfrm xmlns:a="http://schemas.openxmlformats.org/drawingml/2006/main">
            <a:off x="6082384" y="3399318"/>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27" name="Text 24">
            <a:extLst xmlns:a="http://schemas.openxmlformats.org/drawingml/2006/main">
              <a:ext uri="{FF2B5EF4-FFF2-40B4-BE49-F238E27FC236}">
                <a16:creationId xmlns:a16="http://schemas.microsoft.com/office/drawing/2014/main" id="{ACAB1140-C86B-49EA-B641-2DD5F9D62C4F}"/>
              </a:ext>
            </a:extLst>
          </p:cNvPr>
          <p:cNvSpPr>
            <a:spLocks xmlns:a="http://schemas.openxmlformats.org/drawingml/2006/main" noGrp="1"/>
          </p:cNvSpPr>
          <p:nvPr/>
        </p:nvSpPr>
        <p:spPr>
          <a:xfrm xmlns:a="http://schemas.openxmlformats.org/drawingml/2006/main">
            <a:off x="6082384" y="3399318"/>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2</a:t>
            </a:r>
            <a:endParaRPr sz="850"/>
          </a:p>
        </p:txBody>
      </p:sp>
      <p:sp>
        <p:nvSpPr>
          <p:cNvPr id="28" name="Shape 25">
            <a:extLst xmlns:a="http://schemas.openxmlformats.org/drawingml/2006/main">
              <a:ext uri="{FF2B5EF4-FFF2-40B4-BE49-F238E27FC236}">
                <a16:creationId xmlns:a16="http://schemas.microsoft.com/office/drawing/2014/main" id="{198C0D40-F1C8-4590-A90A-74A842C35E81}"/>
              </a:ext>
            </a:extLst>
          </p:cNvPr>
          <p:cNvSpPr>
            <a:spLocks xmlns:a="http://schemas.openxmlformats.org/drawingml/2006/main" noGrp="1"/>
          </p:cNvSpPr>
          <p:nvPr/>
        </p:nvSpPr>
        <p:spPr>
          <a:xfrm xmlns:a="http://schemas.openxmlformats.org/drawingml/2006/main">
            <a:off x="6940296" y="2631186"/>
            <a:ext cx="4654296" cy="1113282"/>
          </a:xfrm>
          <a:prstGeom xmlns:a="http://schemas.openxmlformats.org/drawingml/2006/main" prst="roundRect">
            <a:avLst>
              <a:gd name="adj" fmla="val 4928"/>
            </a:avLst>
          </a:prstGeom>
          <a:solidFill xmlns:a="http://schemas.openxmlformats.org/drawingml/2006/main">
            <a:srgbClr val="F4F6FB"/>
          </a:solidFill>
          <a:ln xmlns:a="http://schemas.openxmlformats.org/drawingml/2006/main" w="12700">
            <a:solidFill>
              <a:srgbClr val="D8DEEC"/>
            </a:solidFill>
            <a:prstDash val="solid"/>
          </a:ln>
        </p:spPr>
      </p:sp>
      <p:sp>
        <p:nvSpPr>
          <p:cNvPr id="29" name="Shape 26">
            <a:extLst xmlns:a="http://schemas.openxmlformats.org/drawingml/2006/main">
              <a:ext uri="{FF2B5EF4-FFF2-40B4-BE49-F238E27FC236}">
                <a16:creationId xmlns:a16="http://schemas.microsoft.com/office/drawing/2014/main" id="{45A5D455-3CCB-491B-9BAD-0EF5DE0CAA20}"/>
              </a:ext>
            </a:extLst>
          </p:cNvPr>
          <p:cNvSpPr>
            <a:spLocks xmlns:a="http://schemas.openxmlformats.org/drawingml/2006/main" noGrp="1"/>
          </p:cNvSpPr>
          <p:nvPr/>
        </p:nvSpPr>
        <p:spPr>
          <a:xfrm xmlns:a="http://schemas.openxmlformats.org/drawingml/2006/main">
            <a:off x="7050024" y="2740914"/>
            <a:ext cx="237744" cy="237744"/>
          </a:xfrm>
          <a:prstGeom xmlns:a="http://schemas.openxmlformats.org/drawingml/2006/main" prst="ellipse">
            <a:avLst/>
          </a:prstGeom>
          <a:solidFill xmlns:a="http://schemas.openxmlformats.org/drawingml/2006/main">
            <a:srgbClr val="1E2761"/>
          </a:solidFill>
        </p:spPr>
      </p:sp>
      <p:sp>
        <p:nvSpPr>
          <p:cNvPr id="30" name="Text 27">
            <a:extLst xmlns:a="http://schemas.openxmlformats.org/drawingml/2006/main">
              <a:ext uri="{FF2B5EF4-FFF2-40B4-BE49-F238E27FC236}">
                <a16:creationId xmlns:a16="http://schemas.microsoft.com/office/drawing/2014/main" id="{51110807-A852-40D5-BF5A-4755B831514D}"/>
              </a:ext>
            </a:extLst>
          </p:cNvPr>
          <p:cNvSpPr>
            <a:spLocks xmlns:a="http://schemas.openxmlformats.org/drawingml/2006/main" noGrp="1"/>
          </p:cNvSpPr>
          <p:nvPr/>
        </p:nvSpPr>
        <p:spPr>
          <a:xfrm xmlns:a="http://schemas.openxmlformats.org/drawingml/2006/main">
            <a:off x="7050024" y="2740914"/>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2</a:t>
            </a:r>
            <a:endParaRPr sz="800"/>
          </a:p>
        </p:txBody>
      </p:sp>
      <p:sp>
        <p:nvSpPr>
          <p:cNvPr id="31" name="Text 28">
            <a:extLst xmlns:a="http://schemas.openxmlformats.org/drawingml/2006/main">
              <a:ext uri="{FF2B5EF4-FFF2-40B4-BE49-F238E27FC236}">
                <a16:creationId xmlns:a16="http://schemas.microsoft.com/office/drawing/2014/main" id="{EA5C04DC-6320-42E2-94C7-38900DF8A530}"/>
              </a:ext>
            </a:extLst>
          </p:cNvPr>
          <p:cNvSpPr>
            <a:spLocks xmlns:a="http://schemas.openxmlformats.org/drawingml/2006/main" noGrp="1"/>
          </p:cNvSpPr>
          <p:nvPr/>
        </p:nvSpPr>
        <p:spPr>
          <a:xfrm xmlns:a="http://schemas.openxmlformats.org/drawingml/2006/main">
            <a:off x="7379208" y="2704338"/>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E2761"/>
                </a:solidFill>
                <a:latin typeface="Calibri"/>
                <a:ea typeface="Calibri"/>
                <a:cs typeface="Calibri"/>
              </a:rPr>
              <a:t>Change note</a:t>
            </a:r>
            <a:endParaRPr sz="1150"/>
          </a:p>
        </p:txBody>
      </p:sp>
      <p:sp>
        <p:nvSpPr>
          <p:cNvPr id="32" name="Text 29">
            <a:extLst xmlns:a="http://schemas.openxmlformats.org/drawingml/2006/main">
              <a:ext uri="{FF2B5EF4-FFF2-40B4-BE49-F238E27FC236}">
                <a16:creationId xmlns:a16="http://schemas.microsoft.com/office/drawing/2014/main" id="{6645A2A9-CC4C-42D3-8C1A-94237F2E92FD}"/>
              </a:ext>
            </a:extLst>
          </p:cNvPr>
          <p:cNvSpPr>
            <a:spLocks xmlns:a="http://schemas.openxmlformats.org/drawingml/2006/main" noGrp="1"/>
          </p:cNvSpPr>
          <p:nvPr/>
        </p:nvSpPr>
        <p:spPr>
          <a:xfrm xmlns:a="http://schemas.openxmlformats.org/drawingml/2006/main">
            <a:off x="7068312" y="3015234"/>
            <a:ext cx="4398264" cy="65608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00"/>
              </a:lnSpc>
              <a:buNone/>
            </a:pPr>
            <a:r>
              <a:rPr sz="1000">
                <a:solidFill>
                  <a:srgbClr val="4B4458"/>
                </a:solidFill>
                <a:latin typeface="Calibri"/>
                <a:ea typeface="Calibri"/>
                <a:cs typeface="Calibri"/>
              </a:rPr>
              <a:t>Required. Write what changed and why—use wording another payroll reviewer can understand months later.</a:t>
            </a:r>
            <a:endParaRPr sz="1000"/>
          </a:p>
        </p:txBody>
      </p:sp>
      <p:sp>
        <p:nvSpPr>
          <p:cNvPr id="33" name="Shape 30">
            <a:extLst xmlns:a="http://schemas.openxmlformats.org/drawingml/2006/main">
              <a:ext uri="{FF2B5EF4-FFF2-40B4-BE49-F238E27FC236}">
                <a16:creationId xmlns:a16="http://schemas.microsoft.com/office/drawing/2014/main" id="{738B45B6-D2B0-41FE-992F-33419E5584F6}"/>
              </a:ext>
            </a:extLst>
          </p:cNvPr>
          <p:cNvSpPr>
            <a:spLocks xmlns:a="http://schemas.openxmlformats.org/drawingml/2006/main" noGrp="1"/>
          </p:cNvSpPr>
          <p:nvPr/>
        </p:nvSpPr>
        <p:spPr>
          <a:xfrm xmlns:a="http://schemas.openxmlformats.org/drawingml/2006/main">
            <a:off x="3280979" y="4061374"/>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34" name="Text 31">
            <a:extLst xmlns:a="http://schemas.openxmlformats.org/drawingml/2006/main">
              <a:ext uri="{FF2B5EF4-FFF2-40B4-BE49-F238E27FC236}">
                <a16:creationId xmlns:a16="http://schemas.microsoft.com/office/drawing/2014/main" id="{C0FA5F18-72B9-464B-9BA3-B17514686CC8}"/>
              </a:ext>
            </a:extLst>
          </p:cNvPr>
          <p:cNvSpPr>
            <a:spLocks xmlns:a="http://schemas.openxmlformats.org/drawingml/2006/main" noGrp="1"/>
          </p:cNvSpPr>
          <p:nvPr/>
        </p:nvSpPr>
        <p:spPr>
          <a:xfrm xmlns:a="http://schemas.openxmlformats.org/drawingml/2006/main">
            <a:off x="3280979" y="4061374"/>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3</a:t>
            </a:r>
            <a:endParaRPr sz="850"/>
          </a:p>
        </p:txBody>
      </p:sp>
      <p:sp>
        <p:nvSpPr>
          <p:cNvPr id="35" name="Shape 32">
            <a:extLst xmlns:a="http://schemas.openxmlformats.org/drawingml/2006/main">
              <a:ext uri="{FF2B5EF4-FFF2-40B4-BE49-F238E27FC236}">
                <a16:creationId xmlns:a16="http://schemas.microsoft.com/office/drawing/2014/main" id="{D32A0AF6-464C-40D2-B07B-FCE83EB9136F}"/>
              </a:ext>
            </a:extLst>
          </p:cNvPr>
          <p:cNvSpPr>
            <a:spLocks xmlns:a="http://schemas.openxmlformats.org/drawingml/2006/main" noGrp="1"/>
          </p:cNvSpPr>
          <p:nvPr/>
        </p:nvSpPr>
        <p:spPr>
          <a:xfrm xmlns:a="http://schemas.openxmlformats.org/drawingml/2006/main">
            <a:off x="6940296" y="3890772"/>
            <a:ext cx="4654296" cy="1113282"/>
          </a:xfrm>
          <a:prstGeom xmlns:a="http://schemas.openxmlformats.org/drawingml/2006/main" prst="roundRect">
            <a:avLst>
              <a:gd name="adj" fmla="val 4928"/>
            </a:avLst>
          </a:prstGeom>
          <a:solidFill xmlns:a="http://schemas.openxmlformats.org/drawingml/2006/main">
            <a:srgbClr val="F4F6FB"/>
          </a:solidFill>
          <a:ln xmlns:a="http://schemas.openxmlformats.org/drawingml/2006/main" w="12700">
            <a:solidFill>
              <a:srgbClr val="D8DEEC"/>
            </a:solidFill>
            <a:prstDash val="solid"/>
          </a:ln>
        </p:spPr>
      </p:sp>
      <p:sp>
        <p:nvSpPr>
          <p:cNvPr id="36" name="Shape 33">
            <a:extLst xmlns:a="http://schemas.openxmlformats.org/drawingml/2006/main">
              <a:ext uri="{FF2B5EF4-FFF2-40B4-BE49-F238E27FC236}">
                <a16:creationId xmlns:a16="http://schemas.microsoft.com/office/drawing/2014/main" id="{2B89351A-5ACE-46C9-A607-F666EF747298}"/>
              </a:ext>
            </a:extLst>
          </p:cNvPr>
          <p:cNvSpPr>
            <a:spLocks xmlns:a="http://schemas.openxmlformats.org/drawingml/2006/main" noGrp="1"/>
          </p:cNvSpPr>
          <p:nvPr/>
        </p:nvSpPr>
        <p:spPr>
          <a:xfrm xmlns:a="http://schemas.openxmlformats.org/drawingml/2006/main">
            <a:off x="7050024" y="4000500"/>
            <a:ext cx="237744" cy="237744"/>
          </a:xfrm>
          <a:prstGeom xmlns:a="http://schemas.openxmlformats.org/drawingml/2006/main" prst="ellipse">
            <a:avLst/>
          </a:prstGeom>
          <a:solidFill xmlns:a="http://schemas.openxmlformats.org/drawingml/2006/main">
            <a:srgbClr val="1E2761"/>
          </a:solidFill>
        </p:spPr>
      </p:sp>
      <p:sp>
        <p:nvSpPr>
          <p:cNvPr id="37" name="Text 34">
            <a:extLst xmlns:a="http://schemas.openxmlformats.org/drawingml/2006/main">
              <a:ext uri="{FF2B5EF4-FFF2-40B4-BE49-F238E27FC236}">
                <a16:creationId xmlns:a16="http://schemas.microsoft.com/office/drawing/2014/main" id="{44BF2EDA-1C63-498C-BF20-9BBCD88BC24F}"/>
              </a:ext>
            </a:extLst>
          </p:cNvPr>
          <p:cNvSpPr>
            <a:spLocks xmlns:a="http://schemas.openxmlformats.org/drawingml/2006/main" noGrp="1"/>
          </p:cNvSpPr>
          <p:nvPr/>
        </p:nvSpPr>
        <p:spPr>
          <a:xfrm xmlns:a="http://schemas.openxmlformats.org/drawingml/2006/main">
            <a:off x="7050024" y="4000500"/>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3</a:t>
            </a:r>
            <a:endParaRPr sz="800"/>
          </a:p>
        </p:txBody>
      </p:sp>
      <p:sp>
        <p:nvSpPr>
          <p:cNvPr id="38" name="Text 35">
            <a:extLst xmlns:a="http://schemas.openxmlformats.org/drawingml/2006/main">
              <a:ext uri="{FF2B5EF4-FFF2-40B4-BE49-F238E27FC236}">
                <a16:creationId xmlns:a16="http://schemas.microsoft.com/office/drawing/2014/main" id="{226ACC61-9A2D-466F-82AB-310753DFA8CD}"/>
              </a:ext>
            </a:extLst>
          </p:cNvPr>
          <p:cNvSpPr>
            <a:spLocks xmlns:a="http://schemas.openxmlformats.org/drawingml/2006/main" noGrp="1"/>
          </p:cNvSpPr>
          <p:nvPr/>
        </p:nvSpPr>
        <p:spPr>
          <a:xfrm xmlns:a="http://schemas.openxmlformats.org/drawingml/2006/main">
            <a:off x="7379208" y="3963924"/>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E2761"/>
                </a:solidFill>
                <a:latin typeface="Calibri"/>
                <a:ea typeface="Calibri"/>
                <a:cs typeface="Calibri"/>
              </a:rPr>
              <a:t>Version</a:t>
            </a:r>
            <a:endParaRPr sz="1150"/>
          </a:p>
        </p:txBody>
      </p:sp>
      <p:sp>
        <p:nvSpPr>
          <p:cNvPr id="39" name="Text 36">
            <a:extLst xmlns:a="http://schemas.openxmlformats.org/drawingml/2006/main">
              <a:ext uri="{FF2B5EF4-FFF2-40B4-BE49-F238E27FC236}">
                <a16:creationId xmlns:a16="http://schemas.microsoft.com/office/drawing/2014/main" id="{34A7A0FE-3B0C-4F41-AD44-1E6549D3185D}"/>
              </a:ext>
            </a:extLst>
          </p:cNvPr>
          <p:cNvSpPr>
            <a:spLocks xmlns:a="http://schemas.openxmlformats.org/drawingml/2006/main" noGrp="1"/>
          </p:cNvSpPr>
          <p:nvPr/>
        </p:nvSpPr>
        <p:spPr>
          <a:xfrm xmlns:a="http://schemas.openxmlformats.org/drawingml/2006/main">
            <a:off x="7068312" y="4274820"/>
            <a:ext cx="4398264" cy="65608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00"/>
              </a:lnSpc>
              <a:buNone/>
            </a:pPr>
            <a:r>
              <a:rPr sz="1000">
                <a:solidFill>
                  <a:srgbClr val="4B4458"/>
                </a:solidFill>
                <a:latin typeface="Calibri"/>
                <a:ea typeface="Calibri"/>
                <a:cs typeface="Calibri"/>
              </a:rPr>
              <a:t>A new record starts at 1.0. Later edits should move to the next version rather than replacing a result already used.</a:t>
            </a:r>
            <a:endParaRPr sz="1000"/>
          </a:p>
        </p:txBody>
      </p:sp>
      <p:sp>
        <p:nvSpPr>
          <p:cNvPr id="40" name="Shape 37">
            <a:extLst xmlns:a="http://schemas.openxmlformats.org/drawingml/2006/main">
              <a:ext uri="{FF2B5EF4-FFF2-40B4-BE49-F238E27FC236}">
                <a16:creationId xmlns:a16="http://schemas.microsoft.com/office/drawing/2014/main" id="{2E5DACD2-82AF-4E0E-BD36-EFF1FF6B28CB}"/>
              </a:ext>
            </a:extLst>
          </p:cNvPr>
          <p:cNvSpPr>
            <a:spLocks xmlns:a="http://schemas.openxmlformats.org/drawingml/2006/main" noGrp="1"/>
          </p:cNvSpPr>
          <p:nvPr/>
        </p:nvSpPr>
        <p:spPr>
          <a:xfrm xmlns:a="http://schemas.openxmlformats.org/drawingml/2006/main">
            <a:off x="6082384" y="4061374"/>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41" name="Text 38">
            <a:extLst xmlns:a="http://schemas.openxmlformats.org/drawingml/2006/main">
              <a:ext uri="{FF2B5EF4-FFF2-40B4-BE49-F238E27FC236}">
                <a16:creationId xmlns:a16="http://schemas.microsoft.com/office/drawing/2014/main" id="{AE28F51E-63A2-4E4D-B4CB-29BA12B41E9C}"/>
              </a:ext>
            </a:extLst>
          </p:cNvPr>
          <p:cNvSpPr>
            <a:spLocks xmlns:a="http://schemas.openxmlformats.org/drawingml/2006/main" noGrp="1"/>
          </p:cNvSpPr>
          <p:nvPr/>
        </p:nvSpPr>
        <p:spPr>
          <a:xfrm xmlns:a="http://schemas.openxmlformats.org/drawingml/2006/main">
            <a:off x="6082384" y="4061374"/>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4</a:t>
            </a:r>
            <a:endParaRPr sz="850"/>
          </a:p>
        </p:txBody>
      </p:sp>
      <p:sp>
        <p:nvSpPr>
          <p:cNvPr id="42" name="Shape 39">
            <a:extLst xmlns:a="http://schemas.openxmlformats.org/drawingml/2006/main">
              <a:ext uri="{FF2B5EF4-FFF2-40B4-BE49-F238E27FC236}">
                <a16:creationId xmlns:a16="http://schemas.microsoft.com/office/drawing/2014/main" id="{D012B1A9-0EEF-4E11-944B-711DAC68FE3D}"/>
              </a:ext>
            </a:extLst>
          </p:cNvPr>
          <p:cNvSpPr>
            <a:spLocks xmlns:a="http://schemas.openxmlformats.org/drawingml/2006/main" noGrp="1"/>
          </p:cNvSpPr>
          <p:nvPr/>
        </p:nvSpPr>
        <p:spPr>
          <a:xfrm xmlns:a="http://schemas.openxmlformats.org/drawingml/2006/main">
            <a:off x="6940296" y="5150358"/>
            <a:ext cx="4654296" cy="1113282"/>
          </a:xfrm>
          <a:prstGeom xmlns:a="http://schemas.openxmlformats.org/drawingml/2006/main" prst="roundRect">
            <a:avLst>
              <a:gd name="adj" fmla="val 4928"/>
            </a:avLst>
          </a:prstGeom>
          <a:solidFill xmlns:a="http://schemas.openxmlformats.org/drawingml/2006/main">
            <a:srgbClr val="F4F6FB"/>
          </a:solidFill>
          <a:ln xmlns:a="http://schemas.openxmlformats.org/drawingml/2006/main" w="12700">
            <a:solidFill>
              <a:srgbClr val="D8DEEC"/>
            </a:solidFill>
            <a:prstDash val="solid"/>
          </a:ln>
        </p:spPr>
      </p:sp>
      <p:sp>
        <p:nvSpPr>
          <p:cNvPr id="43" name="Shape 40">
            <a:extLst xmlns:a="http://schemas.openxmlformats.org/drawingml/2006/main">
              <a:ext uri="{FF2B5EF4-FFF2-40B4-BE49-F238E27FC236}">
                <a16:creationId xmlns:a16="http://schemas.microsoft.com/office/drawing/2014/main" id="{1D6BB391-0C1E-48F0-BCA7-56C77F72A07B}"/>
              </a:ext>
            </a:extLst>
          </p:cNvPr>
          <p:cNvSpPr>
            <a:spLocks xmlns:a="http://schemas.openxmlformats.org/drawingml/2006/main" noGrp="1"/>
          </p:cNvSpPr>
          <p:nvPr/>
        </p:nvSpPr>
        <p:spPr>
          <a:xfrm xmlns:a="http://schemas.openxmlformats.org/drawingml/2006/main">
            <a:off x="7050024" y="5260086"/>
            <a:ext cx="237744" cy="237744"/>
          </a:xfrm>
          <a:prstGeom xmlns:a="http://schemas.openxmlformats.org/drawingml/2006/main" prst="ellipse">
            <a:avLst/>
          </a:prstGeom>
          <a:solidFill xmlns:a="http://schemas.openxmlformats.org/drawingml/2006/main">
            <a:srgbClr val="1E2761"/>
          </a:solidFill>
        </p:spPr>
      </p:sp>
      <p:sp>
        <p:nvSpPr>
          <p:cNvPr id="44" name="Text 41">
            <a:extLst xmlns:a="http://schemas.openxmlformats.org/drawingml/2006/main">
              <a:ext uri="{FF2B5EF4-FFF2-40B4-BE49-F238E27FC236}">
                <a16:creationId xmlns:a16="http://schemas.microsoft.com/office/drawing/2014/main" id="{239B6A4F-D94B-4A9A-8F03-5E4B17B69760}"/>
              </a:ext>
            </a:extLst>
          </p:cNvPr>
          <p:cNvSpPr>
            <a:spLocks xmlns:a="http://schemas.openxmlformats.org/drawingml/2006/main" noGrp="1"/>
          </p:cNvSpPr>
          <p:nvPr/>
        </p:nvSpPr>
        <p:spPr>
          <a:xfrm xmlns:a="http://schemas.openxmlformats.org/drawingml/2006/main">
            <a:off x="7050024" y="5260086"/>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4</a:t>
            </a:r>
            <a:endParaRPr sz="800"/>
          </a:p>
        </p:txBody>
      </p:sp>
      <p:sp>
        <p:nvSpPr>
          <p:cNvPr id="45" name="Text 42">
            <a:extLst xmlns:a="http://schemas.openxmlformats.org/drawingml/2006/main">
              <a:ext uri="{FF2B5EF4-FFF2-40B4-BE49-F238E27FC236}">
                <a16:creationId xmlns:a16="http://schemas.microsoft.com/office/drawing/2014/main" id="{5B6C6265-86E0-492A-88C7-0452EE4FD994}"/>
              </a:ext>
            </a:extLst>
          </p:cNvPr>
          <p:cNvSpPr>
            <a:spLocks xmlns:a="http://schemas.openxmlformats.org/drawingml/2006/main" noGrp="1"/>
          </p:cNvSpPr>
          <p:nvPr/>
        </p:nvSpPr>
        <p:spPr>
          <a:xfrm xmlns:a="http://schemas.openxmlformats.org/drawingml/2006/main">
            <a:off x="7379208" y="5223510"/>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E2761"/>
                </a:solidFill>
                <a:latin typeface="Calibri"/>
                <a:ea typeface="Calibri"/>
                <a:cs typeface="Calibri"/>
              </a:rPr>
              <a:t>Ownership and user</a:t>
            </a:r>
            <a:endParaRPr sz="1150"/>
          </a:p>
        </p:txBody>
      </p:sp>
      <p:sp>
        <p:nvSpPr>
          <p:cNvPr id="46" name="Text 43">
            <a:extLst xmlns:a="http://schemas.openxmlformats.org/drawingml/2006/main">
              <a:ext uri="{FF2B5EF4-FFF2-40B4-BE49-F238E27FC236}">
                <a16:creationId xmlns:a16="http://schemas.microsoft.com/office/drawing/2014/main" id="{268616ED-C5A1-45BD-8493-DDB4A2844805}"/>
              </a:ext>
            </a:extLst>
          </p:cNvPr>
          <p:cNvSpPr>
            <a:spLocks xmlns:a="http://schemas.openxmlformats.org/drawingml/2006/main" noGrp="1"/>
          </p:cNvSpPr>
          <p:nvPr/>
        </p:nvSpPr>
        <p:spPr>
          <a:xfrm xmlns:a="http://schemas.openxmlformats.org/drawingml/2006/main">
            <a:off x="7068312" y="5534406"/>
            <a:ext cx="4398264" cy="65608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00"/>
              </a:lnSpc>
              <a:buNone/>
            </a:pPr>
            <a:r>
              <a:rPr sz="1000">
                <a:solidFill>
                  <a:srgbClr val="4B4458"/>
                </a:solidFill>
                <a:latin typeface="Calibri"/>
                <a:ea typeface="Calibri"/>
                <a:cs typeface="Calibri"/>
              </a:rPr>
              <a:t>The summary identifies Company ownership and the Client Admin who created or changed the record.</a:t>
            </a:r>
            <a:endParaRPr sz="1000"/>
          </a:p>
        </p:txBody>
      </p:sp>
    </p:spTree>
    <p:extLst>
      <p:ext uri="{BB962C8B-B14F-4D97-AF65-F5344CB8AC3E}">
        <p14:creationId xmlns:p14="http://schemas.microsoft.com/office/powerpoint/2010/main" val="145624920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DE97CEA-C21A-488A-9187-67FC0AAFB6B2}"/>
              </a:ext>
            </a:extLst>
          </p:cNvPr>
          <p:cNvSpPr>
            <a:spLocks xmlns:a="http://schemas.openxmlformats.org/drawingml/2006/main" noGrp="1"/>
          </p:cNvSpPr>
          <p:nvPr/>
        </p:nvSpPr>
        <p:spPr>
          <a:xfrm xmlns:a="http://schemas.openxmlformats.org/drawingml/2006/main">
            <a:off x="566928" y="329184"/>
            <a:ext cx="11027664"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CREATE COMPUTATION · FIELD GUIDE 6 OF 6</a:t>
            </a:r>
            <a:endParaRPr sz="1000"/>
          </a:p>
        </p:txBody>
      </p:sp>
      <p:sp>
        <p:nvSpPr>
          <p:cNvPr id="3" name="Text 1">
            <a:extLst xmlns:a="http://schemas.openxmlformats.org/drawingml/2006/main">
              <a:ext uri="{FF2B5EF4-FFF2-40B4-BE49-F238E27FC236}">
                <a16:creationId xmlns:a16="http://schemas.microsoft.com/office/drawing/2014/main" id="{6C5A2B62-2EC8-400F-82AA-5ADC654C63B7}"/>
              </a:ext>
            </a:extLst>
          </p:cNvPr>
          <p:cNvSpPr>
            <a:spLocks xmlns:a="http://schemas.openxmlformats.org/drawingml/2006/main" noGrp="1"/>
          </p:cNvSpPr>
          <p:nvPr/>
        </p:nvSpPr>
        <p:spPr>
          <a:xfrm xmlns:a="http://schemas.openxmlformats.org/drawingml/2006/main">
            <a:off x="566928" y="548640"/>
            <a:ext cx="110276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What the saved record tells you</a:t>
            </a:r>
            <a:endParaRPr sz="3000"/>
          </a:p>
        </p:txBody>
      </p:sp>
      <p:pic>
        <p:nvPicPr>
          <p:cNvPr id="48" name="Image 0"/>
          <p:cNvPicPr>
            <a:picLocks xmlns:a="http://schemas.openxmlformats.org/drawingml/2006/main" noChangeAspect="1"/>
          </p:cNvPicPr>
          <p:nvPr/>
        </p:nvPicPr>
        <p:blipFill>
          <a:blip xmlns:r="http://schemas.openxmlformats.org/officeDocument/2006/relationships" xmlns:a="http://schemas.openxmlformats.org/drawingml/2006/main" r:embed="Ra1e97ac4452a42b2"/>
          <a:srcRect xmlns:a="http://schemas.openxmlformats.org/drawingml/2006/main" l="12317" t="0" r="12317" b="0"/>
          <a:stretch xmlns:a="http://schemas.openxmlformats.org/drawingml/2006/main">
            <a:fillRect l="0" t="0" r="0" b="0"/>
          </a:stretch>
        </p:blipFill>
        <p:spPr>
          <a:xfrm xmlns:a="http://schemas.openxmlformats.org/drawingml/2006/main">
            <a:off x="566928" y="2396745"/>
            <a:ext cx="5806440" cy="2841749"/>
          </a:xfrm>
          <a:prstGeom xmlns:a="http://schemas.openxmlformats.org/drawingml/2006/main" prst="rect">
            <a:avLst/>
          </a:prstGeom>
          <a:effectLst xmlns:a="http://schemas.openxmlformats.org/drawingml/2006/main">
            <a:outerShdw blurRad="127000" dist="25400" dir="5400000" algn="bl" rotWithShape="0">
              <a:srgbClr val="8892B0">
                <a:alpha val="28000"/>
              </a:srgbClr>
            </a:outerShdw>
          </a:effectLst>
        </p:spPr>
      </p:pic>
      <p:sp>
        <p:nvSpPr>
          <p:cNvPr id="5" name="Shape 2">
            <a:extLst xmlns:a="http://schemas.openxmlformats.org/drawingml/2006/main">
              <a:ext uri="{FF2B5EF4-FFF2-40B4-BE49-F238E27FC236}">
                <a16:creationId xmlns:a16="http://schemas.microsoft.com/office/drawing/2014/main" id="{C09F994B-C7AA-41F9-B1AC-70FB7ECCF5C6}"/>
              </a:ext>
            </a:extLst>
          </p:cNvPr>
          <p:cNvSpPr>
            <a:spLocks xmlns:a="http://schemas.openxmlformats.org/drawingml/2006/main" noGrp="1"/>
          </p:cNvSpPr>
          <p:nvPr/>
        </p:nvSpPr>
        <p:spPr>
          <a:xfrm xmlns:a="http://schemas.openxmlformats.org/drawingml/2006/main">
            <a:off x="3408995" y="2839814"/>
            <a:ext cx="3110677"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6" name="Shape 3">
            <a:extLst xmlns:a="http://schemas.openxmlformats.org/drawingml/2006/main">
              <a:ext uri="{FF2B5EF4-FFF2-40B4-BE49-F238E27FC236}">
                <a16:creationId xmlns:a16="http://schemas.microsoft.com/office/drawing/2014/main" id="{4714AEEE-289A-408F-9485-987423CFBA4C}"/>
              </a:ext>
            </a:extLst>
          </p:cNvPr>
          <p:cNvSpPr>
            <a:spLocks xmlns:a="http://schemas.openxmlformats.org/drawingml/2006/main" noGrp="1"/>
          </p:cNvSpPr>
          <p:nvPr/>
        </p:nvSpPr>
        <p:spPr>
          <a:xfrm xmlns:a="http://schemas.openxmlformats.org/drawingml/2006/main">
            <a:off x="6519672" y="1928241"/>
            <a:ext cx="0" cy="911573"/>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7" name="Shape 4">
            <a:extLst xmlns:a="http://schemas.openxmlformats.org/drawingml/2006/main">
              <a:ext uri="{FF2B5EF4-FFF2-40B4-BE49-F238E27FC236}">
                <a16:creationId xmlns:a16="http://schemas.microsoft.com/office/drawing/2014/main" id="{C2D62425-A1EA-4C86-B3EB-4863D3628751}"/>
              </a:ext>
            </a:extLst>
          </p:cNvPr>
          <p:cNvSpPr>
            <a:spLocks xmlns:a="http://schemas.openxmlformats.org/drawingml/2006/main" noGrp="1"/>
          </p:cNvSpPr>
          <p:nvPr/>
        </p:nvSpPr>
        <p:spPr>
          <a:xfrm xmlns:a="http://schemas.openxmlformats.org/drawingml/2006/main">
            <a:off x="6519672" y="1928241"/>
            <a:ext cx="420624"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8" name="Shape 5">
            <a:extLst xmlns:a="http://schemas.openxmlformats.org/drawingml/2006/main">
              <a:ext uri="{FF2B5EF4-FFF2-40B4-BE49-F238E27FC236}">
                <a16:creationId xmlns:a16="http://schemas.microsoft.com/office/drawing/2014/main" id="{2800B831-F4B3-4ABC-B067-BA83302A992D}"/>
              </a:ext>
            </a:extLst>
          </p:cNvPr>
          <p:cNvSpPr>
            <a:spLocks xmlns:a="http://schemas.openxmlformats.org/drawingml/2006/main" noGrp="1"/>
          </p:cNvSpPr>
          <p:nvPr/>
        </p:nvSpPr>
        <p:spPr>
          <a:xfrm xmlns:a="http://schemas.openxmlformats.org/drawingml/2006/main">
            <a:off x="6210400" y="3501870"/>
            <a:ext cx="342190"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9" name="Shape 6">
            <a:extLst xmlns:a="http://schemas.openxmlformats.org/drawingml/2006/main">
              <a:ext uri="{FF2B5EF4-FFF2-40B4-BE49-F238E27FC236}">
                <a16:creationId xmlns:a16="http://schemas.microsoft.com/office/drawing/2014/main" id="{E706FB14-B8FB-4999-9396-68F5D18B1DE7}"/>
              </a:ext>
            </a:extLst>
          </p:cNvPr>
          <p:cNvSpPr>
            <a:spLocks xmlns:a="http://schemas.openxmlformats.org/drawingml/2006/main" noGrp="1"/>
          </p:cNvSpPr>
          <p:nvPr/>
        </p:nvSpPr>
        <p:spPr>
          <a:xfrm xmlns:a="http://schemas.openxmlformats.org/drawingml/2006/main">
            <a:off x="6552590" y="3187827"/>
            <a:ext cx="0" cy="314043"/>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0" name="Shape 7">
            <a:extLst xmlns:a="http://schemas.openxmlformats.org/drawingml/2006/main">
              <a:ext uri="{FF2B5EF4-FFF2-40B4-BE49-F238E27FC236}">
                <a16:creationId xmlns:a16="http://schemas.microsoft.com/office/drawing/2014/main" id="{587A30A1-9878-4A67-BFC5-459FCBF5DECF}"/>
              </a:ext>
            </a:extLst>
          </p:cNvPr>
          <p:cNvSpPr>
            <a:spLocks xmlns:a="http://schemas.openxmlformats.org/drawingml/2006/main" noGrp="1"/>
          </p:cNvSpPr>
          <p:nvPr/>
        </p:nvSpPr>
        <p:spPr>
          <a:xfrm xmlns:a="http://schemas.openxmlformats.org/drawingml/2006/main">
            <a:off x="6552590" y="3187827"/>
            <a:ext cx="387706"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11" name="Shape 8">
            <a:extLst xmlns:a="http://schemas.openxmlformats.org/drawingml/2006/main">
              <a:ext uri="{FF2B5EF4-FFF2-40B4-BE49-F238E27FC236}">
                <a16:creationId xmlns:a16="http://schemas.microsoft.com/office/drawing/2014/main" id="{2733400C-B76F-412A-B6C7-6835B562290D}"/>
              </a:ext>
            </a:extLst>
          </p:cNvPr>
          <p:cNvSpPr>
            <a:spLocks xmlns:a="http://schemas.openxmlformats.org/drawingml/2006/main" noGrp="1"/>
          </p:cNvSpPr>
          <p:nvPr/>
        </p:nvSpPr>
        <p:spPr>
          <a:xfrm xmlns:a="http://schemas.openxmlformats.org/drawingml/2006/main">
            <a:off x="6210400" y="4163926"/>
            <a:ext cx="375108"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2" name="Shape 9">
            <a:extLst xmlns:a="http://schemas.openxmlformats.org/drawingml/2006/main">
              <a:ext uri="{FF2B5EF4-FFF2-40B4-BE49-F238E27FC236}">
                <a16:creationId xmlns:a16="http://schemas.microsoft.com/office/drawing/2014/main" id="{D81D3129-6ED7-40AD-9ED2-70A06EB7219A}"/>
              </a:ext>
            </a:extLst>
          </p:cNvPr>
          <p:cNvSpPr>
            <a:spLocks xmlns:a="http://schemas.openxmlformats.org/drawingml/2006/main" noGrp="1"/>
          </p:cNvSpPr>
          <p:nvPr/>
        </p:nvSpPr>
        <p:spPr>
          <a:xfrm xmlns:a="http://schemas.openxmlformats.org/drawingml/2006/main">
            <a:off x="6585509" y="4163926"/>
            <a:ext cx="0" cy="283487"/>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3" name="Shape 10">
            <a:extLst xmlns:a="http://schemas.openxmlformats.org/drawingml/2006/main">
              <a:ext uri="{FF2B5EF4-FFF2-40B4-BE49-F238E27FC236}">
                <a16:creationId xmlns:a16="http://schemas.microsoft.com/office/drawing/2014/main" id="{F342230C-41FC-4050-B053-6F8F04385746}"/>
              </a:ext>
            </a:extLst>
          </p:cNvPr>
          <p:cNvSpPr>
            <a:spLocks xmlns:a="http://schemas.openxmlformats.org/drawingml/2006/main" noGrp="1"/>
          </p:cNvSpPr>
          <p:nvPr/>
        </p:nvSpPr>
        <p:spPr>
          <a:xfrm xmlns:a="http://schemas.openxmlformats.org/drawingml/2006/main">
            <a:off x="6585509" y="4447413"/>
            <a:ext cx="354787"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14" name="Shape 11">
            <a:extLst xmlns:a="http://schemas.openxmlformats.org/drawingml/2006/main">
              <a:ext uri="{FF2B5EF4-FFF2-40B4-BE49-F238E27FC236}">
                <a16:creationId xmlns:a16="http://schemas.microsoft.com/office/drawing/2014/main" id="{BCB24DAE-BFF7-4F7E-87F6-6126625EF4BF}"/>
              </a:ext>
            </a:extLst>
          </p:cNvPr>
          <p:cNvSpPr>
            <a:spLocks xmlns:a="http://schemas.openxmlformats.org/drawingml/2006/main" noGrp="1"/>
          </p:cNvSpPr>
          <p:nvPr/>
        </p:nvSpPr>
        <p:spPr>
          <a:xfrm xmlns:a="http://schemas.openxmlformats.org/drawingml/2006/main">
            <a:off x="6200215" y="4882003"/>
            <a:ext cx="418212"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5" name="Shape 12">
            <a:extLst xmlns:a="http://schemas.openxmlformats.org/drawingml/2006/main">
              <a:ext uri="{FF2B5EF4-FFF2-40B4-BE49-F238E27FC236}">
                <a16:creationId xmlns:a16="http://schemas.microsoft.com/office/drawing/2014/main" id="{89FA8BCB-BDA5-421B-A5FF-7AA62B7273E9}"/>
              </a:ext>
            </a:extLst>
          </p:cNvPr>
          <p:cNvSpPr>
            <a:spLocks xmlns:a="http://schemas.openxmlformats.org/drawingml/2006/main" noGrp="1"/>
          </p:cNvSpPr>
          <p:nvPr/>
        </p:nvSpPr>
        <p:spPr>
          <a:xfrm xmlns:a="http://schemas.openxmlformats.org/drawingml/2006/main">
            <a:off x="6618427" y="4882003"/>
            <a:ext cx="0" cy="824996"/>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6" name="Shape 13">
            <a:extLst xmlns:a="http://schemas.openxmlformats.org/drawingml/2006/main">
              <a:ext uri="{FF2B5EF4-FFF2-40B4-BE49-F238E27FC236}">
                <a16:creationId xmlns:a16="http://schemas.microsoft.com/office/drawing/2014/main" id="{E5C1B57B-5CF2-4320-876A-5D014150AC84}"/>
              </a:ext>
            </a:extLst>
          </p:cNvPr>
          <p:cNvSpPr>
            <a:spLocks xmlns:a="http://schemas.openxmlformats.org/drawingml/2006/main" noGrp="1"/>
          </p:cNvSpPr>
          <p:nvPr/>
        </p:nvSpPr>
        <p:spPr>
          <a:xfrm xmlns:a="http://schemas.openxmlformats.org/drawingml/2006/main">
            <a:off x="6618427" y="5706999"/>
            <a:ext cx="321869"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17" name="Shape 14">
            <a:extLst xmlns:a="http://schemas.openxmlformats.org/drawingml/2006/main">
              <a:ext uri="{FF2B5EF4-FFF2-40B4-BE49-F238E27FC236}">
                <a16:creationId xmlns:a16="http://schemas.microsoft.com/office/drawing/2014/main" id="{167174FD-3708-42B7-B915-5900C3A65819}"/>
              </a:ext>
            </a:extLst>
          </p:cNvPr>
          <p:cNvSpPr>
            <a:spLocks xmlns:a="http://schemas.openxmlformats.org/drawingml/2006/main" noGrp="1"/>
          </p:cNvSpPr>
          <p:nvPr/>
        </p:nvSpPr>
        <p:spPr>
          <a:xfrm xmlns:a="http://schemas.openxmlformats.org/drawingml/2006/main">
            <a:off x="3280979" y="2711798"/>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18" name="Text 15">
            <a:extLst xmlns:a="http://schemas.openxmlformats.org/drawingml/2006/main">
              <a:ext uri="{FF2B5EF4-FFF2-40B4-BE49-F238E27FC236}">
                <a16:creationId xmlns:a16="http://schemas.microsoft.com/office/drawing/2014/main" id="{E478D47C-599D-4E7F-8158-F827024ED6EF}"/>
              </a:ext>
            </a:extLst>
          </p:cNvPr>
          <p:cNvSpPr>
            <a:spLocks xmlns:a="http://schemas.openxmlformats.org/drawingml/2006/main" noGrp="1"/>
          </p:cNvSpPr>
          <p:nvPr/>
        </p:nvSpPr>
        <p:spPr>
          <a:xfrm xmlns:a="http://schemas.openxmlformats.org/drawingml/2006/main">
            <a:off x="3280979" y="2711798"/>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1</a:t>
            </a:r>
            <a:endParaRPr sz="850"/>
          </a:p>
        </p:txBody>
      </p:sp>
      <p:sp>
        <p:nvSpPr>
          <p:cNvPr id="19" name="Shape 16">
            <a:extLst xmlns:a="http://schemas.openxmlformats.org/drawingml/2006/main">
              <a:ext uri="{FF2B5EF4-FFF2-40B4-BE49-F238E27FC236}">
                <a16:creationId xmlns:a16="http://schemas.microsoft.com/office/drawing/2014/main" id="{264065CD-03C8-47D1-A416-21017996C25A}"/>
              </a:ext>
            </a:extLst>
          </p:cNvPr>
          <p:cNvSpPr>
            <a:spLocks xmlns:a="http://schemas.openxmlformats.org/drawingml/2006/main" noGrp="1"/>
          </p:cNvSpPr>
          <p:nvPr/>
        </p:nvSpPr>
        <p:spPr>
          <a:xfrm xmlns:a="http://schemas.openxmlformats.org/drawingml/2006/main">
            <a:off x="6940296" y="1371600"/>
            <a:ext cx="4654296" cy="1113282"/>
          </a:xfrm>
          <a:prstGeom xmlns:a="http://schemas.openxmlformats.org/drawingml/2006/main" prst="roundRect">
            <a:avLst>
              <a:gd name="adj" fmla="val 4928"/>
            </a:avLst>
          </a:prstGeom>
          <a:solidFill xmlns:a="http://schemas.openxmlformats.org/drawingml/2006/main">
            <a:srgbClr val="F4F6FB"/>
          </a:solidFill>
          <a:ln xmlns:a="http://schemas.openxmlformats.org/drawingml/2006/main" w="12700">
            <a:solidFill>
              <a:srgbClr val="D8DEEC"/>
            </a:solidFill>
            <a:prstDash val="solid"/>
          </a:ln>
        </p:spPr>
      </p:sp>
      <p:sp>
        <p:nvSpPr>
          <p:cNvPr id="20" name="Shape 17">
            <a:extLst xmlns:a="http://schemas.openxmlformats.org/drawingml/2006/main">
              <a:ext uri="{FF2B5EF4-FFF2-40B4-BE49-F238E27FC236}">
                <a16:creationId xmlns:a16="http://schemas.microsoft.com/office/drawing/2014/main" id="{0B376CA0-93C9-4AEE-81A6-2575DC80F9F1}"/>
              </a:ext>
            </a:extLst>
          </p:cNvPr>
          <p:cNvSpPr>
            <a:spLocks xmlns:a="http://schemas.openxmlformats.org/drawingml/2006/main" noGrp="1"/>
          </p:cNvSpPr>
          <p:nvPr/>
        </p:nvSpPr>
        <p:spPr>
          <a:xfrm xmlns:a="http://schemas.openxmlformats.org/drawingml/2006/main">
            <a:off x="7050024" y="1481328"/>
            <a:ext cx="237744" cy="237744"/>
          </a:xfrm>
          <a:prstGeom xmlns:a="http://schemas.openxmlformats.org/drawingml/2006/main" prst="ellipse">
            <a:avLst/>
          </a:prstGeom>
          <a:solidFill xmlns:a="http://schemas.openxmlformats.org/drawingml/2006/main">
            <a:srgbClr val="1E2761"/>
          </a:solidFill>
        </p:spPr>
      </p:sp>
      <p:sp>
        <p:nvSpPr>
          <p:cNvPr id="21" name="Text 18">
            <a:extLst xmlns:a="http://schemas.openxmlformats.org/drawingml/2006/main">
              <a:ext uri="{FF2B5EF4-FFF2-40B4-BE49-F238E27FC236}">
                <a16:creationId xmlns:a16="http://schemas.microsoft.com/office/drawing/2014/main" id="{0AB08446-89D7-4CB8-A3BC-B871B3F902FF}"/>
              </a:ext>
            </a:extLst>
          </p:cNvPr>
          <p:cNvSpPr>
            <a:spLocks xmlns:a="http://schemas.openxmlformats.org/drawingml/2006/main" noGrp="1"/>
          </p:cNvSpPr>
          <p:nvPr/>
        </p:nvSpPr>
        <p:spPr>
          <a:xfrm xmlns:a="http://schemas.openxmlformats.org/drawingml/2006/main">
            <a:off x="7050024" y="1481328"/>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1</a:t>
            </a:r>
            <a:endParaRPr sz="800"/>
          </a:p>
        </p:txBody>
      </p:sp>
      <p:sp>
        <p:nvSpPr>
          <p:cNvPr id="22" name="Text 19">
            <a:extLst xmlns:a="http://schemas.openxmlformats.org/drawingml/2006/main">
              <a:ext uri="{FF2B5EF4-FFF2-40B4-BE49-F238E27FC236}">
                <a16:creationId xmlns:a16="http://schemas.microsoft.com/office/drawing/2014/main" id="{0A0CAFE8-4181-4A90-9306-5923BE241BF6}"/>
              </a:ext>
            </a:extLst>
          </p:cNvPr>
          <p:cNvSpPr>
            <a:spLocks xmlns:a="http://schemas.openxmlformats.org/drawingml/2006/main" noGrp="1"/>
          </p:cNvSpPr>
          <p:nvPr/>
        </p:nvSpPr>
        <p:spPr>
          <a:xfrm xmlns:a="http://schemas.openxmlformats.org/drawingml/2006/main">
            <a:off x="7379208" y="1444752"/>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E2761"/>
                </a:solidFill>
                <a:latin typeface="Calibri"/>
                <a:ea typeface="Calibri"/>
                <a:cs typeface="Calibri"/>
              </a:rPr>
              <a:t>Record details</a:t>
            </a:r>
            <a:endParaRPr sz="1150"/>
          </a:p>
        </p:txBody>
      </p:sp>
      <p:sp>
        <p:nvSpPr>
          <p:cNvPr id="23" name="Text 20">
            <a:extLst xmlns:a="http://schemas.openxmlformats.org/drawingml/2006/main">
              <a:ext uri="{FF2B5EF4-FFF2-40B4-BE49-F238E27FC236}">
                <a16:creationId xmlns:a16="http://schemas.microsoft.com/office/drawing/2014/main" id="{D0533E0C-4AF7-4EBC-9BD3-BD2B0A82FBDE}"/>
              </a:ext>
            </a:extLst>
          </p:cNvPr>
          <p:cNvSpPr>
            <a:spLocks xmlns:a="http://schemas.openxmlformats.org/drawingml/2006/main" noGrp="1"/>
          </p:cNvSpPr>
          <p:nvPr/>
        </p:nvSpPr>
        <p:spPr>
          <a:xfrm xmlns:a="http://schemas.openxmlformats.org/drawingml/2006/main">
            <a:off x="7068312" y="1755648"/>
            <a:ext cx="4398264" cy="65608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00"/>
              </a:lnSpc>
              <a:buNone/>
            </a:pPr>
            <a:r>
              <a:rPr sz="1000">
                <a:solidFill>
                  <a:srgbClr val="4B4458"/>
                </a:solidFill>
                <a:latin typeface="Calibri"/>
                <a:ea typeface="Calibri"/>
                <a:cs typeface="Calibri"/>
              </a:rPr>
              <a:t>Category, source type, status, effective date and updated-by information establish who owns the rule and when it applies.</a:t>
            </a:r>
            <a:endParaRPr sz="1000"/>
          </a:p>
        </p:txBody>
      </p:sp>
      <p:sp>
        <p:nvSpPr>
          <p:cNvPr id="24" name="Shape 21">
            <a:extLst xmlns:a="http://schemas.openxmlformats.org/drawingml/2006/main">
              <a:ext uri="{FF2B5EF4-FFF2-40B4-BE49-F238E27FC236}">
                <a16:creationId xmlns:a16="http://schemas.microsoft.com/office/drawing/2014/main" id="{63586F2F-1292-4478-ABE0-AEDF337F6D3F}"/>
              </a:ext>
            </a:extLst>
          </p:cNvPr>
          <p:cNvSpPr>
            <a:spLocks xmlns:a="http://schemas.openxmlformats.org/drawingml/2006/main" noGrp="1"/>
          </p:cNvSpPr>
          <p:nvPr/>
        </p:nvSpPr>
        <p:spPr>
          <a:xfrm xmlns:a="http://schemas.openxmlformats.org/drawingml/2006/main">
            <a:off x="6082384" y="3373854"/>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25" name="Text 22">
            <a:extLst xmlns:a="http://schemas.openxmlformats.org/drawingml/2006/main">
              <a:ext uri="{FF2B5EF4-FFF2-40B4-BE49-F238E27FC236}">
                <a16:creationId xmlns:a16="http://schemas.microsoft.com/office/drawing/2014/main" id="{3DAF433D-EE7E-4FFE-9213-11FE04256FE2}"/>
              </a:ext>
            </a:extLst>
          </p:cNvPr>
          <p:cNvSpPr>
            <a:spLocks xmlns:a="http://schemas.openxmlformats.org/drawingml/2006/main" noGrp="1"/>
          </p:cNvSpPr>
          <p:nvPr/>
        </p:nvSpPr>
        <p:spPr>
          <a:xfrm xmlns:a="http://schemas.openxmlformats.org/drawingml/2006/main">
            <a:off x="6082384" y="3373854"/>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2</a:t>
            </a:r>
            <a:endParaRPr sz="850"/>
          </a:p>
        </p:txBody>
      </p:sp>
      <p:sp>
        <p:nvSpPr>
          <p:cNvPr id="26" name="Shape 23">
            <a:extLst xmlns:a="http://schemas.openxmlformats.org/drawingml/2006/main">
              <a:ext uri="{FF2B5EF4-FFF2-40B4-BE49-F238E27FC236}">
                <a16:creationId xmlns:a16="http://schemas.microsoft.com/office/drawing/2014/main" id="{D0E14374-C6B2-43ED-AF3D-B62EB640EFD0}"/>
              </a:ext>
            </a:extLst>
          </p:cNvPr>
          <p:cNvSpPr>
            <a:spLocks xmlns:a="http://schemas.openxmlformats.org/drawingml/2006/main" noGrp="1"/>
          </p:cNvSpPr>
          <p:nvPr/>
        </p:nvSpPr>
        <p:spPr>
          <a:xfrm xmlns:a="http://schemas.openxmlformats.org/drawingml/2006/main">
            <a:off x="6940296" y="2631186"/>
            <a:ext cx="4654296" cy="1113282"/>
          </a:xfrm>
          <a:prstGeom xmlns:a="http://schemas.openxmlformats.org/drawingml/2006/main" prst="roundRect">
            <a:avLst>
              <a:gd name="adj" fmla="val 4928"/>
            </a:avLst>
          </a:prstGeom>
          <a:solidFill xmlns:a="http://schemas.openxmlformats.org/drawingml/2006/main">
            <a:srgbClr val="F4F6FB"/>
          </a:solidFill>
          <a:ln xmlns:a="http://schemas.openxmlformats.org/drawingml/2006/main" w="12700">
            <a:solidFill>
              <a:srgbClr val="D8DEEC"/>
            </a:solidFill>
            <a:prstDash val="solid"/>
          </a:ln>
        </p:spPr>
      </p:sp>
      <p:sp>
        <p:nvSpPr>
          <p:cNvPr id="27" name="Shape 24">
            <a:extLst xmlns:a="http://schemas.openxmlformats.org/drawingml/2006/main">
              <a:ext uri="{FF2B5EF4-FFF2-40B4-BE49-F238E27FC236}">
                <a16:creationId xmlns:a16="http://schemas.microsoft.com/office/drawing/2014/main" id="{7D7B2159-4583-4A8D-81CA-CF76A86739C3}"/>
              </a:ext>
            </a:extLst>
          </p:cNvPr>
          <p:cNvSpPr>
            <a:spLocks xmlns:a="http://schemas.openxmlformats.org/drawingml/2006/main" noGrp="1"/>
          </p:cNvSpPr>
          <p:nvPr/>
        </p:nvSpPr>
        <p:spPr>
          <a:xfrm xmlns:a="http://schemas.openxmlformats.org/drawingml/2006/main">
            <a:off x="7050024" y="2740914"/>
            <a:ext cx="237744" cy="237744"/>
          </a:xfrm>
          <a:prstGeom xmlns:a="http://schemas.openxmlformats.org/drawingml/2006/main" prst="ellipse">
            <a:avLst/>
          </a:prstGeom>
          <a:solidFill xmlns:a="http://schemas.openxmlformats.org/drawingml/2006/main">
            <a:srgbClr val="1E2761"/>
          </a:solidFill>
        </p:spPr>
      </p:sp>
      <p:sp>
        <p:nvSpPr>
          <p:cNvPr id="28" name="Text 25">
            <a:extLst xmlns:a="http://schemas.openxmlformats.org/drawingml/2006/main">
              <a:ext uri="{FF2B5EF4-FFF2-40B4-BE49-F238E27FC236}">
                <a16:creationId xmlns:a16="http://schemas.microsoft.com/office/drawing/2014/main" id="{47E3369F-B1EA-476D-8B53-D824EE51C4EA}"/>
              </a:ext>
            </a:extLst>
          </p:cNvPr>
          <p:cNvSpPr>
            <a:spLocks xmlns:a="http://schemas.openxmlformats.org/drawingml/2006/main" noGrp="1"/>
          </p:cNvSpPr>
          <p:nvPr/>
        </p:nvSpPr>
        <p:spPr>
          <a:xfrm xmlns:a="http://schemas.openxmlformats.org/drawingml/2006/main">
            <a:off x="7050024" y="2740914"/>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2</a:t>
            </a:r>
            <a:endParaRPr sz="800"/>
          </a:p>
        </p:txBody>
      </p:sp>
      <p:sp>
        <p:nvSpPr>
          <p:cNvPr id="29" name="Text 26">
            <a:extLst xmlns:a="http://schemas.openxmlformats.org/drawingml/2006/main">
              <a:ext uri="{FF2B5EF4-FFF2-40B4-BE49-F238E27FC236}">
                <a16:creationId xmlns:a16="http://schemas.microsoft.com/office/drawing/2014/main" id="{2283E67D-88F4-4CC4-BBD5-92C37A23A561}"/>
              </a:ext>
            </a:extLst>
          </p:cNvPr>
          <p:cNvSpPr>
            <a:spLocks xmlns:a="http://schemas.openxmlformats.org/drawingml/2006/main" noGrp="1"/>
          </p:cNvSpPr>
          <p:nvPr/>
        </p:nvSpPr>
        <p:spPr>
          <a:xfrm xmlns:a="http://schemas.openxmlformats.org/drawingml/2006/main">
            <a:off x="7379208" y="2704338"/>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E2761"/>
                </a:solidFill>
                <a:latin typeface="Calibri"/>
                <a:ea typeface="Calibri"/>
                <a:cs typeface="Calibri"/>
              </a:rPr>
              <a:t>Expression and mapped fields</a:t>
            </a:r>
            <a:endParaRPr sz="1150"/>
          </a:p>
        </p:txBody>
      </p:sp>
      <p:sp>
        <p:nvSpPr>
          <p:cNvPr id="30" name="Text 27">
            <a:extLst xmlns:a="http://schemas.openxmlformats.org/drawingml/2006/main">
              <a:ext uri="{FF2B5EF4-FFF2-40B4-BE49-F238E27FC236}">
                <a16:creationId xmlns:a16="http://schemas.microsoft.com/office/drawing/2014/main" id="{51E348DF-4023-4310-9E72-ADE82C252A52}"/>
              </a:ext>
            </a:extLst>
          </p:cNvPr>
          <p:cNvSpPr>
            <a:spLocks xmlns:a="http://schemas.openxmlformats.org/drawingml/2006/main" noGrp="1"/>
          </p:cNvSpPr>
          <p:nvPr/>
        </p:nvSpPr>
        <p:spPr>
          <a:xfrm xmlns:a="http://schemas.openxmlformats.org/drawingml/2006/main">
            <a:off x="7068312" y="3015234"/>
            <a:ext cx="4398264" cy="65608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00"/>
              </a:lnSpc>
              <a:buNone/>
            </a:pPr>
            <a:r>
              <a:rPr sz="1000">
                <a:solidFill>
                  <a:srgbClr val="4B4458"/>
                </a:solidFill>
                <a:latin typeface="Calibri"/>
                <a:ea typeface="Calibri"/>
                <a:cs typeface="Calibri"/>
              </a:rPr>
              <a:t>Review these together. The expression shows the math; mapped fields show where the real values must come from.</a:t>
            </a:r>
            <a:endParaRPr sz="1000"/>
          </a:p>
        </p:txBody>
      </p:sp>
      <p:sp>
        <p:nvSpPr>
          <p:cNvPr id="31" name="Shape 28">
            <a:extLst xmlns:a="http://schemas.openxmlformats.org/drawingml/2006/main">
              <a:ext uri="{FF2B5EF4-FFF2-40B4-BE49-F238E27FC236}">
                <a16:creationId xmlns:a16="http://schemas.microsoft.com/office/drawing/2014/main" id="{649E806B-E929-4F7B-93F6-1EA04D98B356}"/>
              </a:ext>
            </a:extLst>
          </p:cNvPr>
          <p:cNvSpPr>
            <a:spLocks xmlns:a="http://schemas.openxmlformats.org/drawingml/2006/main" noGrp="1"/>
          </p:cNvSpPr>
          <p:nvPr/>
        </p:nvSpPr>
        <p:spPr>
          <a:xfrm xmlns:a="http://schemas.openxmlformats.org/drawingml/2006/main">
            <a:off x="6082384" y="4035910"/>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32" name="Text 29">
            <a:extLst xmlns:a="http://schemas.openxmlformats.org/drawingml/2006/main">
              <a:ext uri="{FF2B5EF4-FFF2-40B4-BE49-F238E27FC236}">
                <a16:creationId xmlns:a16="http://schemas.microsoft.com/office/drawing/2014/main" id="{BD0FEEDE-201D-4A98-9FBE-CAD3B61DAE6D}"/>
              </a:ext>
            </a:extLst>
          </p:cNvPr>
          <p:cNvSpPr>
            <a:spLocks xmlns:a="http://schemas.openxmlformats.org/drawingml/2006/main" noGrp="1"/>
          </p:cNvSpPr>
          <p:nvPr/>
        </p:nvSpPr>
        <p:spPr>
          <a:xfrm xmlns:a="http://schemas.openxmlformats.org/drawingml/2006/main">
            <a:off x="6082384" y="4035910"/>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3</a:t>
            </a:r>
            <a:endParaRPr sz="850"/>
          </a:p>
        </p:txBody>
      </p:sp>
      <p:sp>
        <p:nvSpPr>
          <p:cNvPr id="33" name="Shape 30">
            <a:extLst xmlns:a="http://schemas.openxmlformats.org/drawingml/2006/main">
              <a:ext uri="{FF2B5EF4-FFF2-40B4-BE49-F238E27FC236}">
                <a16:creationId xmlns:a16="http://schemas.microsoft.com/office/drawing/2014/main" id="{474C7351-2AAB-47F9-9026-872DCD5F0227}"/>
              </a:ext>
            </a:extLst>
          </p:cNvPr>
          <p:cNvSpPr>
            <a:spLocks xmlns:a="http://schemas.openxmlformats.org/drawingml/2006/main" noGrp="1"/>
          </p:cNvSpPr>
          <p:nvPr/>
        </p:nvSpPr>
        <p:spPr>
          <a:xfrm xmlns:a="http://schemas.openxmlformats.org/drawingml/2006/main">
            <a:off x="6940296" y="3890772"/>
            <a:ext cx="4654296" cy="1113282"/>
          </a:xfrm>
          <a:prstGeom xmlns:a="http://schemas.openxmlformats.org/drawingml/2006/main" prst="roundRect">
            <a:avLst>
              <a:gd name="adj" fmla="val 4928"/>
            </a:avLst>
          </a:prstGeom>
          <a:solidFill xmlns:a="http://schemas.openxmlformats.org/drawingml/2006/main">
            <a:srgbClr val="F4F6FB"/>
          </a:solidFill>
          <a:ln xmlns:a="http://schemas.openxmlformats.org/drawingml/2006/main" w="12700">
            <a:solidFill>
              <a:srgbClr val="D8DEEC"/>
            </a:solidFill>
            <a:prstDash val="solid"/>
          </a:ln>
        </p:spPr>
      </p:sp>
      <p:sp>
        <p:nvSpPr>
          <p:cNvPr id="34" name="Shape 31">
            <a:extLst xmlns:a="http://schemas.openxmlformats.org/drawingml/2006/main">
              <a:ext uri="{FF2B5EF4-FFF2-40B4-BE49-F238E27FC236}">
                <a16:creationId xmlns:a16="http://schemas.microsoft.com/office/drawing/2014/main" id="{76A087CA-3781-40C2-92B4-DF757BF9CB39}"/>
              </a:ext>
            </a:extLst>
          </p:cNvPr>
          <p:cNvSpPr>
            <a:spLocks xmlns:a="http://schemas.openxmlformats.org/drawingml/2006/main" noGrp="1"/>
          </p:cNvSpPr>
          <p:nvPr/>
        </p:nvSpPr>
        <p:spPr>
          <a:xfrm xmlns:a="http://schemas.openxmlformats.org/drawingml/2006/main">
            <a:off x="7050024" y="4000500"/>
            <a:ext cx="237744" cy="237744"/>
          </a:xfrm>
          <a:prstGeom xmlns:a="http://schemas.openxmlformats.org/drawingml/2006/main" prst="ellipse">
            <a:avLst/>
          </a:prstGeom>
          <a:solidFill xmlns:a="http://schemas.openxmlformats.org/drawingml/2006/main">
            <a:srgbClr val="1E2761"/>
          </a:solidFill>
        </p:spPr>
      </p:sp>
      <p:sp>
        <p:nvSpPr>
          <p:cNvPr id="35" name="Text 32">
            <a:extLst xmlns:a="http://schemas.openxmlformats.org/drawingml/2006/main">
              <a:ext uri="{FF2B5EF4-FFF2-40B4-BE49-F238E27FC236}">
                <a16:creationId xmlns:a16="http://schemas.microsoft.com/office/drawing/2014/main" id="{F2722E4E-F591-498F-9E38-A28583B31B74}"/>
              </a:ext>
            </a:extLst>
          </p:cNvPr>
          <p:cNvSpPr>
            <a:spLocks xmlns:a="http://schemas.openxmlformats.org/drawingml/2006/main" noGrp="1"/>
          </p:cNvSpPr>
          <p:nvPr/>
        </p:nvSpPr>
        <p:spPr>
          <a:xfrm xmlns:a="http://schemas.openxmlformats.org/drawingml/2006/main">
            <a:off x="7050024" y="4000500"/>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3</a:t>
            </a:r>
            <a:endParaRPr sz="800"/>
          </a:p>
        </p:txBody>
      </p:sp>
      <p:sp>
        <p:nvSpPr>
          <p:cNvPr id="36" name="Text 33">
            <a:extLst xmlns:a="http://schemas.openxmlformats.org/drawingml/2006/main">
              <a:ext uri="{FF2B5EF4-FFF2-40B4-BE49-F238E27FC236}">
                <a16:creationId xmlns:a16="http://schemas.microsoft.com/office/drawing/2014/main" id="{E41B80C6-BF68-47A2-9D64-9F5471C12015}"/>
              </a:ext>
            </a:extLst>
          </p:cNvPr>
          <p:cNvSpPr>
            <a:spLocks xmlns:a="http://schemas.openxmlformats.org/drawingml/2006/main" noGrp="1"/>
          </p:cNvSpPr>
          <p:nvPr/>
        </p:nvSpPr>
        <p:spPr>
          <a:xfrm xmlns:a="http://schemas.openxmlformats.org/drawingml/2006/main">
            <a:off x="7379208" y="3963924"/>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E2761"/>
                </a:solidFill>
                <a:latin typeface="Calibri"/>
                <a:ea typeface="Calibri"/>
                <a:cs typeface="Calibri"/>
              </a:rPr>
              <a:t>Standard test result</a:t>
            </a:r>
            <a:endParaRPr sz="1150"/>
          </a:p>
        </p:txBody>
      </p:sp>
      <p:sp>
        <p:nvSpPr>
          <p:cNvPr id="37" name="Text 34">
            <a:extLst xmlns:a="http://schemas.openxmlformats.org/drawingml/2006/main">
              <a:ext uri="{FF2B5EF4-FFF2-40B4-BE49-F238E27FC236}">
                <a16:creationId xmlns:a16="http://schemas.microsoft.com/office/drawing/2014/main" id="{3082199A-868C-4DE4-9CF8-D7F83EE99A60}"/>
              </a:ext>
            </a:extLst>
          </p:cNvPr>
          <p:cNvSpPr>
            <a:spLocks xmlns:a="http://schemas.openxmlformats.org/drawingml/2006/main" noGrp="1"/>
          </p:cNvSpPr>
          <p:nvPr/>
        </p:nvSpPr>
        <p:spPr>
          <a:xfrm xmlns:a="http://schemas.openxmlformats.org/drawingml/2006/main">
            <a:off x="7068312" y="4274820"/>
            <a:ext cx="4398264" cy="65608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00"/>
              </a:lnSpc>
              <a:buNone/>
            </a:pPr>
            <a:r>
              <a:rPr sz="1000">
                <a:solidFill>
                  <a:srgbClr val="4B4458"/>
                </a:solidFill>
                <a:latin typeface="Calibri"/>
                <a:ea typeface="Calibri"/>
                <a:cs typeface="Calibri"/>
              </a:rPr>
              <a:t>A quick confidence check retained with the record. Transaction results still depend on actual employee and payroll data.</a:t>
            </a:r>
            <a:endParaRPr sz="1000"/>
          </a:p>
        </p:txBody>
      </p:sp>
      <p:sp>
        <p:nvSpPr>
          <p:cNvPr id="38" name="Shape 35">
            <a:extLst xmlns:a="http://schemas.openxmlformats.org/drawingml/2006/main">
              <a:ext uri="{FF2B5EF4-FFF2-40B4-BE49-F238E27FC236}">
                <a16:creationId xmlns:a16="http://schemas.microsoft.com/office/drawing/2014/main" id="{066E8990-A254-4199-951E-92E663836111}"/>
              </a:ext>
            </a:extLst>
          </p:cNvPr>
          <p:cNvSpPr>
            <a:spLocks xmlns:a="http://schemas.openxmlformats.org/drawingml/2006/main" noGrp="1"/>
          </p:cNvSpPr>
          <p:nvPr/>
        </p:nvSpPr>
        <p:spPr>
          <a:xfrm xmlns:a="http://schemas.openxmlformats.org/drawingml/2006/main">
            <a:off x="6072199" y="4753987"/>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39" name="Text 36">
            <a:extLst xmlns:a="http://schemas.openxmlformats.org/drawingml/2006/main">
              <a:ext uri="{FF2B5EF4-FFF2-40B4-BE49-F238E27FC236}">
                <a16:creationId xmlns:a16="http://schemas.microsoft.com/office/drawing/2014/main" id="{26CC00A6-65BB-4375-9143-2CC86319E841}"/>
              </a:ext>
            </a:extLst>
          </p:cNvPr>
          <p:cNvSpPr>
            <a:spLocks xmlns:a="http://schemas.openxmlformats.org/drawingml/2006/main" noGrp="1"/>
          </p:cNvSpPr>
          <p:nvPr/>
        </p:nvSpPr>
        <p:spPr>
          <a:xfrm xmlns:a="http://schemas.openxmlformats.org/drawingml/2006/main">
            <a:off x="6072199" y="4753987"/>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4</a:t>
            </a:r>
            <a:endParaRPr sz="850"/>
          </a:p>
        </p:txBody>
      </p:sp>
      <p:sp>
        <p:nvSpPr>
          <p:cNvPr id="40" name="Shape 37">
            <a:extLst xmlns:a="http://schemas.openxmlformats.org/drawingml/2006/main">
              <a:ext uri="{FF2B5EF4-FFF2-40B4-BE49-F238E27FC236}">
                <a16:creationId xmlns:a16="http://schemas.microsoft.com/office/drawing/2014/main" id="{863E726F-28A9-464D-BB83-CD2331A12ABC}"/>
              </a:ext>
            </a:extLst>
          </p:cNvPr>
          <p:cNvSpPr>
            <a:spLocks xmlns:a="http://schemas.openxmlformats.org/drawingml/2006/main" noGrp="1"/>
          </p:cNvSpPr>
          <p:nvPr/>
        </p:nvSpPr>
        <p:spPr>
          <a:xfrm xmlns:a="http://schemas.openxmlformats.org/drawingml/2006/main">
            <a:off x="6940296" y="5150358"/>
            <a:ext cx="4654296" cy="1113282"/>
          </a:xfrm>
          <a:prstGeom xmlns:a="http://schemas.openxmlformats.org/drawingml/2006/main" prst="roundRect">
            <a:avLst>
              <a:gd name="adj" fmla="val 4928"/>
            </a:avLst>
          </a:prstGeom>
          <a:solidFill xmlns:a="http://schemas.openxmlformats.org/drawingml/2006/main">
            <a:srgbClr val="F4F6FB"/>
          </a:solidFill>
          <a:ln xmlns:a="http://schemas.openxmlformats.org/drawingml/2006/main" w="12700">
            <a:solidFill>
              <a:srgbClr val="D8DEEC"/>
            </a:solidFill>
            <a:prstDash val="solid"/>
          </a:ln>
        </p:spPr>
      </p:sp>
      <p:sp>
        <p:nvSpPr>
          <p:cNvPr id="41" name="Shape 38">
            <a:extLst xmlns:a="http://schemas.openxmlformats.org/drawingml/2006/main">
              <a:ext uri="{FF2B5EF4-FFF2-40B4-BE49-F238E27FC236}">
                <a16:creationId xmlns:a16="http://schemas.microsoft.com/office/drawing/2014/main" id="{1C6CC620-1B26-4F1C-BA38-38F56B473167}"/>
              </a:ext>
            </a:extLst>
          </p:cNvPr>
          <p:cNvSpPr>
            <a:spLocks xmlns:a="http://schemas.openxmlformats.org/drawingml/2006/main" noGrp="1"/>
          </p:cNvSpPr>
          <p:nvPr/>
        </p:nvSpPr>
        <p:spPr>
          <a:xfrm xmlns:a="http://schemas.openxmlformats.org/drawingml/2006/main">
            <a:off x="7050024" y="5260086"/>
            <a:ext cx="237744" cy="237744"/>
          </a:xfrm>
          <a:prstGeom xmlns:a="http://schemas.openxmlformats.org/drawingml/2006/main" prst="ellipse">
            <a:avLst/>
          </a:prstGeom>
          <a:solidFill xmlns:a="http://schemas.openxmlformats.org/drawingml/2006/main">
            <a:srgbClr val="1E2761"/>
          </a:solidFill>
        </p:spPr>
      </p:sp>
      <p:sp>
        <p:nvSpPr>
          <p:cNvPr id="42" name="Text 39">
            <a:extLst xmlns:a="http://schemas.openxmlformats.org/drawingml/2006/main">
              <a:ext uri="{FF2B5EF4-FFF2-40B4-BE49-F238E27FC236}">
                <a16:creationId xmlns:a16="http://schemas.microsoft.com/office/drawing/2014/main" id="{03D83C8B-F358-4E12-B362-ED5F6ED42B26}"/>
              </a:ext>
            </a:extLst>
          </p:cNvPr>
          <p:cNvSpPr>
            <a:spLocks xmlns:a="http://schemas.openxmlformats.org/drawingml/2006/main" noGrp="1"/>
          </p:cNvSpPr>
          <p:nvPr/>
        </p:nvSpPr>
        <p:spPr>
          <a:xfrm xmlns:a="http://schemas.openxmlformats.org/drawingml/2006/main">
            <a:off x="7050024" y="5260086"/>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4</a:t>
            </a:r>
            <a:endParaRPr sz="800"/>
          </a:p>
        </p:txBody>
      </p:sp>
      <p:sp>
        <p:nvSpPr>
          <p:cNvPr id="43" name="Text 40">
            <a:extLst xmlns:a="http://schemas.openxmlformats.org/drawingml/2006/main">
              <a:ext uri="{FF2B5EF4-FFF2-40B4-BE49-F238E27FC236}">
                <a16:creationId xmlns:a16="http://schemas.microsoft.com/office/drawing/2014/main" id="{B699B04D-18A8-47C7-97F9-3D0B560EEB0B}"/>
              </a:ext>
            </a:extLst>
          </p:cNvPr>
          <p:cNvSpPr>
            <a:spLocks xmlns:a="http://schemas.openxmlformats.org/drawingml/2006/main" noGrp="1"/>
          </p:cNvSpPr>
          <p:nvPr/>
        </p:nvSpPr>
        <p:spPr>
          <a:xfrm xmlns:a="http://schemas.openxmlformats.org/drawingml/2006/main">
            <a:off x="7379208" y="5223510"/>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E2761"/>
                </a:solidFill>
                <a:latin typeface="Calibri"/>
                <a:ea typeface="Calibri"/>
                <a:cs typeface="Calibri"/>
              </a:rPr>
              <a:t>Row controls</a:t>
            </a:r>
            <a:endParaRPr sz="1150"/>
          </a:p>
        </p:txBody>
      </p:sp>
      <p:sp>
        <p:nvSpPr>
          <p:cNvPr id="44" name="Text 41">
            <a:extLst xmlns:a="http://schemas.openxmlformats.org/drawingml/2006/main">
              <a:ext uri="{FF2B5EF4-FFF2-40B4-BE49-F238E27FC236}">
                <a16:creationId xmlns:a16="http://schemas.microsoft.com/office/drawing/2014/main" id="{17AFAB0F-B335-41DA-987B-8CC6C3AAA4B8}"/>
              </a:ext>
            </a:extLst>
          </p:cNvPr>
          <p:cNvSpPr>
            <a:spLocks xmlns:a="http://schemas.openxmlformats.org/drawingml/2006/main" noGrp="1"/>
          </p:cNvSpPr>
          <p:nvPr/>
        </p:nvSpPr>
        <p:spPr>
          <a:xfrm xmlns:a="http://schemas.openxmlformats.org/drawingml/2006/main">
            <a:off x="7068312" y="5534406"/>
            <a:ext cx="4398264" cy="65608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00"/>
              </a:lnSpc>
              <a:buNone/>
            </a:pPr>
            <a:r>
              <a:rPr sz="1000">
                <a:solidFill>
                  <a:srgbClr val="4B4458"/>
                </a:solidFill>
                <a:latin typeface="Calibri"/>
                <a:ea typeface="Calibri"/>
                <a:cs typeface="Calibri"/>
              </a:rPr>
              <a:t>Built-in formulas are maintained in Settings. Company-defined formulas can be edited; assigned records must be unassigned before deletion.</a:t>
            </a:r>
            <a:endParaRPr sz="1000"/>
          </a:p>
        </p:txBody>
      </p:sp>
    </p:spTree>
    <p:extLst>
      <p:ext uri="{BB962C8B-B14F-4D97-AF65-F5344CB8AC3E}">
        <p14:creationId xmlns:p14="http://schemas.microsoft.com/office/powerpoint/2010/main" val="145580321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E08267E-D376-496D-A153-119B47CEA13A}"/>
              </a:ext>
            </a:extLst>
          </p:cNvPr>
          <p:cNvSpPr>
            <a:spLocks xmlns:a="http://schemas.openxmlformats.org/drawingml/2006/main" noGrp="1"/>
          </p:cNvSpPr>
          <p:nvPr/>
        </p:nvSpPr>
        <p:spPr>
          <a:xfrm xmlns:a="http://schemas.openxmlformats.org/drawingml/2006/main">
            <a:off x="566928" y="329184"/>
            <a:ext cx="11027664"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IMPORTANT DISTINCTION</a:t>
            </a:r>
            <a:endParaRPr sz="1000"/>
          </a:p>
        </p:txBody>
      </p:sp>
      <p:sp>
        <p:nvSpPr>
          <p:cNvPr id="3" name="Text 1">
            <a:extLst xmlns:a="http://schemas.openxmlformats.org/drawingml/2006/main">
              <a:ext uri="{FF2B5EF4-FFF2-40B4-BE49-F238E27FC236}">
                <a16:creationId xmlns:a16="http://schemas.microsoft.com/office/drawing/2014/main" id="{E6CA8E33-ECB8-42F9-8E7E-9107C6A4AAD7}"/>
              </a:ext>
            </a:extLst>
          </p:cNvPr>
          <p:cNvSpPr>
            <a:spLocks xmlns:a="http://schemas.openxmlformats.org/drawingml/2006/main" noGrp="1"/>
          </p:cNvSpPr>
          <p:nvPr/>
        </p:nvSpPr>
        <p:spPr>
          <a:xfrm xmlns:a="http://schemas.openxmlformats.org/drawingml/2006/main">
            <a:off x="566928" y="548640"/>
            <a:ext cx="110276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Saving a formula does not put money on a payslip</a:t>
            </a:r>
            <a:endParaRPr sz="3000"/>
          </a:p>
        </p:txBody>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9bef2155966641fe"/>
          <a:srcRect xmlns:a="http://schemas.openxmlformats.org/drawingml/2006/main" l="0" t="10643" r="0" b="10643"/>
          <a:stretch xmlns:a="http://schemas.openxmlformats.org/drawingml/2006/main">
            <a:fillRect l="0" t="0" r="0" b="0"/>
          </a:stretch>
        </p:blipFill>
        <p:spPr>
          <a:xfrm xmlns:a="http://schemas.openxmlformats.org/drawingml/2006/main">
            <a:off x="612648" y="1371600"/>
            <a:ext cx="7315200" cy="4572000"/>
          </a:xfrm>
          <a:prstGeom xmlns:a="http://schemas.openxmlformats.org/drawingml/2006/main" prst="rect">
            <a:avLst/>
          </a:prstGeom>
          <a:effectLst xmlns:a="http://schemas.openxmlformats.org/drawingml/2006/main">
            <a:outerShdw blurRad="127000" dist="25400" dir="5400000" algn="bl" rotWithShape="0">
              <a:srgbClr val="8892B0">
                <a:alpha val="28000"/>
              </a:srgbClr>
            </a:outerShdw>
          </a:effectLst>
        </p:spPr>
      </p:pic>
      <p:sp>
        <p:nvSpPr>
          <p:cNvPr id="5" name="Text 2">
            <a:extLst xmlns:a="http://schemas.openxmlformats.org/drawingml/2006/main">
              <a:ext uri="{FF2B5EF4-FFF2-40B4-BE49-F238E27FC236}">
                <a16:creationId xmlns:a16="http://schemas.microsoft.com/office/drawing/2014/main" id="{91376156-197D-4FDB-8BA2-D9CCAD4EF313}"/>
              </a:ext>
            </a:extLst>
          </p:cNvPr>
          <p:cNvSpPr>
            <a:spLocks xmlns:a="http://schemas.openxmlformats.org/drawingml/2006/main" noGrp="1"/>
          </p:cNvSpPr>
          <p:nvPr/>
        </p:nvSpPr>
        <p:spPr>
          <a:xfrm xmlns:a="http://schemas.openxmlformats.org/drawingml/2006/main">
            <a:off x="566928" y="5971032"/>
            <a:ext cx="74066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950" i="1">
                <a:solidFill>
                  <a:srgbClr val="5A6280"/>
                </a:solidFill>
                <a:latin typeface="Calibri"/>
                <a:ea typeface="Calibri"/>
                <a:cs typeface="Calibri"/>
              </a:rPr>
              <a:t>CUS-900 in the governed register</a:t>
            </a:r>
            <a:endParaRPr sz="950"/>
          </a:p>
        </p:txBody>
      </p:sp>
      <p:sp>
        <p:nvSpPr>
          <p:cNvPr id="6" name="Text 3">
            <a:extLst xmlns:a="http://schemas.openxmlformats.org/drawingml/2006/main">
              <a:ext uri="{FF2B5EF4-FFF2-40B4-BE49-F238E27FC236}">
                <a16:creationId xmlns:a16="http://schemas.microsoft.com/office/drawing/2014/main" id="{000BF7AC-1E56-4BEE-8AD4-1067C28393C5}"/>
              </a:ext>
            </a:extLst>
          </p:cNvPr>
          <p:cNvSpPr>
            <a:spLocks xmlns:a="http://schemas.openxmlformats.org/drawingml/2006/main" noGrp="1"/>
          </p:cNvSpPr>
          <p:nvPr/>
        </p:nvSpPr>
        <p:spPr>
          <a:xfrm xmlns:a="http://schemas.openxmlformats.org/drawingml/2006/main">
            <a:off x="8385048" y="1371600"/>
            <a:ext cx="32095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After save</a:t>
            </a:r>
            <a:endParaRPr sz="1000"/>
          </a:p>
        </p:txBody>
      </p:sp>
      <p:sp>
        <p:nvSpPr>
          <p:cNvPr id="7" name="Text 4">
            <a:extLst xmlns:a="http://schemas.openxmlformats.org/drawingml/2006/main">
              <a:ext uri="{FF2B5EF4-FFF2-40B4-BE49-F238E27FC236}">
                <a16:creationId xmlns:a16="http://schemas.microsoft.com/office/drawing/2014/main" id="{13A70160-CB17-4234-9859-BFD69554D6D8}"/>
              </a:ext>
            </a:extLst>
          </p:cNvPr>
          <p:cNvSpPr>
            <a:spLocks xmlns:a="http://schemas.openxmlformats.org/drawingml/2006/main" noGrp="1"/>
          </p:cNvSpPr>
          <p:nvPr/>
        </p:nvSpPr>
        <p:spPr>
          <a:xfrm xmlns:a="http://schemas.openxmlformats.org/drawingml/2006/main">
            <a:off x="8385048" y="1609344"/>
            <a:ext cx="320954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50">
                <a:solidFill>
                  <a:srgbClr val="2B3350"/>
                </a:solidFill>
                <a:latin typeface="Calibri"/>
                <a:ea typeface="Calibri"/>
                <a:cs typeface="Calibri"/>
              </a:rPr>
              <a:t>CUS-900 is active, searchable, tested, dated and available in the assignment list.</a:t>
            </a:r>
            <a:endParaRPr sz="1250"/>
          </a:p>
        </p:txBody>
      </p:sp>
      <p:sp>
        <p:nvSpPr>
          <p:cNvPr id="8" name="Text 5">
            <a:extLst xmlns:a="http://schemas.openxmlformats.org/drawingml/2006/main">
              <a:ext uri="{FF2B5EF4-FFF2-40B4-BE49-F238E27FC236}">
                <a16:creationId xmlns:a16="http://schemas.microsoft.com/office/drawing/2014/main" id="{842898CE-D70A-4566-A209-F310D15A5602}"/>
              </a:ext>
            </a:extLst>
          </p:cNvPr>
          <p:cNvSpPr>
            <a:spLocks xmlns:a="http://schemas.openxmlformats.org/drawingml/2006/main" noGrp="1"/>
          </p:cNvSpPr>
          <p:nvPr/>
        </p:nvSpPr>
        <p:spPr>
          <a:xfrm xmlns:a="http://schemas.openxmlformats.org/drawingml/2006/main">
            <a:off x="8385048" y="2286000"/>
            <a:ext cx="32095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Before execution</a:t>
            </a:r>
            <a:endParaRPr sz="1000"/>
          </a:p>
        </p:txBody>
      </p:sp>
      <p:sp>
        <p:nvSpPr>
          <p:cNvPr id="9" name="Text 6">
            <a:extLst xmlns:a="http://schemas.openxmlformats.org/drawingml/2006/main">
              <a:ext uri="{FF2B5EF4-FFF2-40B4-BE49-F238E27FC236}">
                <a16:creationId xmlns:a16="http://schemas.microsoft.com/office/drawing/2014/main" id="{420167F7-B44D-4392-8466-F5EBF0D422F9}"/>
              </a:ext>
            </a:extLst>
          </p:cNvPr>
          <p:cNvSpPr>
            <a:spLocks xmlns:a="http://schemas.openxmlformats.org/drawingml/2006/main" noGrp="1"/>
          </p:cNvSpPr>
          <p:nvPr/>
        </p:nvSpPr>
        <p:spPr>
          <a:xfrm xmlns:a="http://schemas.openxmlformats.org/drawingml/2006/main">
            <a:off x="8385048" y="2523744"/>
            <a:ext cx="320954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50">
                <a:solidFill>
                  <a:srgbClr val="2B3350"/>
                </a:solidFill>
                <a:latin typeface="Calibri"/>
                <a:ea typeface="Calibri"/>
                <a:cs typeface="Calibri"/>
              </a:rPr>
              <a:t>A consumer still has to supply allowance_units and allowance_unit_rate at the correct business event.</a:t>
            </a:r>
            <a:endParaRPr sz="1250"/>
          </a:p>
        </p:txBody>
      </p:sp>
      <p:sp>
        <p:nvSpPr>
          <p:cNvPr id="10" name="Text 7">
            <a:extLst xmlns:a="http://schemas.openxmlformats.org/drawingml/2006/main">
              <a:ext uri="{FF2B5EF4-FFF2-40B4-BE49-F238E27FC236}">
                <a16:creationId xmlns:a16="http://schemas.microsoft.com/office/drawing/2014/main" id="{271F3BD1-E072-43C0-B785-16DBDD4FF20C}"/>
              </a:ext>
            </a:extLst>
          </p:cNvPr>
          <p:cNvSpPr>
            <a:spLocks xmlns:a="http://schemas.openxmlformats.org/drawingml/2006/main" noGrp="1"/>
          </p:cNvSpPr>
          <p:nvPr/>
        </p:nvSpPr>
        <p:spPr>
          <a:xfrm xmlns:a="http://schemas.openxmlformats.org/drawingml/2006/main">
            <a:off x="8385048" y="3200400"/>
            <a:ext cx="32095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Current integration boundary</a:t>
            </a:r>
            <a:endParaRPr sz="1000"/>
          </a:p>
        </p:txBody>
      </p:sp>
      <p:sp>
        <p:nvSpPr>
          <p:cNvPr id="11" name="Text 8">
            <a:extLst xmlns:a="http://schemas.openxmlformats.org/drawingml/2006/main">
              <a:ext uri="{FF2B5EF4-FFF2-40B4-BE49-F238E27FC236}">
                <a16:creationId xmlns:a16="http://schemas.microsoft.com/office/drawing/2014/main" id="{654190DA-D98D-496A-BB25-86E19FC0EBBF}"/>
              </a:ext>
            </a:extLst>
          </p:cNvPr>
          <p:cNvSpPr>
            <a:spLocks xmlns:a="http://schemas.openxmlformats.org/drawingml/2006/main" noGrp="1"/>
          </p:cNvSpPr>
          <p:nvPr/>
        </p:nvSpPr>
        <p:spPr>
          <a:xfrm xmlns:a="http://schemas.openxmlformats.org/drawingml/2006/main">
            <a:off x="8385048" y="3438144"/>
            <a:ext cx="320954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50">
                <a:solidFill>
                  <a:srgbClr val="2B3350"/>
                </a:solidFill>
                <a:latin typeface="Calibri"/>
                <a:ea typeface="Calibri"/>
                <a:cs typeface="Calibri"/>
              </a:rPr>
              <a:t>The prototype stores assignments for governance; the payroll pipeline must explicitly resolve and invoke the code.</a:t>
            </a:r>
            <a:endParaRPr sz="1250"/>
          </a:p>
        </p:txBody>
      </p:sp>
      <p:sp>
        <p:nvSpPr>
          <p:cNvPr id="12" name="Shape 9">
            <a:extLst xmlns:a="http://schemas.openxmlformats.org/drawingml/2006/main">
              <a:ext uri="{FF2B5EF4-FFF2-40B4-BE49-F238E27FC236}">
                <a16:creationId xmlns:a16="http://schemas.microsoft.com/office/drawing/2014/main" id="{AC8C7F5F-5C17-41A6-8FB8-0D27D95B168E}"/>
              </a:ext>
            </a:extLst>
          </p:cNvPr>
          <p:cNvSpPr>
            <a:spLocks xmlns:a="http://schemas.openxmlformats.org/drawingml/2006/main" noGrp="1"/>
          </p:cNvSpPr>
          <p:nvPr/>
        </p:nvSpPr>
        <p:spPr>
          <a:xfrm xmlns:a="http://schemas.openxmlformats.org/drawingml/2006/main">
            <a:off x="8385048" y="6053328"/>
            <a:ext cx="3209544" cy="384048"/>
          </a:xfrm>
          <a:prstGeom xmlns:a="http://schemas.openxmlformats.org/drawingml/2006/main" prst="roundRect">
            <a:avLst>
              <a:gd name="adj" fmla="val 47619"/>
            </a:avLst>
          </a:prstGeom>
          <a:solidFill xmlns:a="http://schemas.openxmlformats.org/drawingml/2006/main">
            <a:srgbClr val="F4F6FB"/>
          </a:solidFill>
          <a:ln xmlns:a="http://schemas.openxmlformats.org/drawingml/2006/main" w="12700">
            <a:solidFill>
              <a:srgbClr val="D8DEEC"/>
            </a:solidFill>
            <a:prstDash val="solid"/>
          </a:ln>
        </p:spPr>
      </p:sp>
      <p:sp>
        <p:nvSpPr>
          <p:cNvPr id="13" name="Text 10">
            <a:extLst xmlns:a="http://schemas.openxmlformats.org/drawingml/2006/main">
              <a:ext uri="{FF2B5EF4-FFF2-40B4-BE49-F238E27FC236}">
                <a16:creationId xmlns:a16="http://schemas.microsoft.com/office/drawing/2014/main" id="{FD913092-AB05-4580-86C2-DE40B8992761}"/>
              </a:ext>
            </a:extLst>
          </p:cNvPr>
          <p:cNvSpPr>
            <a:spLocks xmlns:a="http://schemas.openxmlformats.org/drawingml/2006/main" noGrp="1"/>
          </p:cNvSpPr>
          <p:nvPr/>
        </p:nvSpPr>
        <p:spPr>
          <a:xfrm xmlns:a="http://schemas.openxmlformats.org/drawingml/2006/main">
            <a:off x="8531352" y="6053328"/>
            <a:ext cx="293522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1E2761"/>
                </a:solidFill>
                <a:latin typeface="Calibri"/>
                <a:ea typeface="Calibri"/>
                <a:cs typeface="Calibri"/>
              </a:rPr>
              <a:t>Source · live prototype behavior and payrollEngine.js review</a:t>
            </a:r>
            <a:endParaRPr sz="1000"/>
          </a:p>
        </p:txBody>
      </p:sp>
    </p:spTree>
    <p:extLst>
      <p:ext uri="{BB962C8B-B14F-4D97-AF65-F5344CB8AC3E}">
        <p14:creationId xmlns:p14="http://schemas.microsoft.com/office/powerpoint/2010/main" val="116283505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0AEDC71-87C5-44FB-A9E9-288186FB22B6}"/>
              </a:ext>
            </a:extLst>
          </p:cNvPr>
          <p:cNvSpPr>
            <a:spLocks xmlns:a="http://schemas.openxmlformats.org/drawingml/2006/main" noGrp="1"/>
          </p:cNvSpPr>
          <p:nvPr/>
        </p:nvSpPr>
        <p:spPr>
          <a:xfrm xmlns:a="http://schemas.openxmlformats.org/drawingml/2006/main">
            <a:off x="566928" y="329184"/>
            <a:ext cx="11027664"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CLIENT ASSIGNMENT · DEMO</a:t>
            </a:r>
            <a:endParaRPr sz="1000"/>
          </a:p>
        </p:txBody>
      </p:sp>
      <p:sp>
        <p:nvSpPr>
          <p:cNvPr id="3" name="Text 1">
            <a:extLst xmlns:a="http://schemas.openxmlformats.org/drawingml/2006/main">
              <a:ext uri="{FF2B5EF4-FFF2-40B4-BE49-F238E27FC236}">
                <a16:creationId xmlns:a16="http://schemas.microsoft.com/office/drawing/2014/main" id="{1026413B-57E8-48D1-87E9-CCECCBFF93A0}"/>
              </a:ext>
            </a:extLst>
          </p:cNvPr>
          <p:cNvSpPr>
            <a:spLocks xmlns:a="http://schemas.openxmlformats.org/drawingml/2006/main" noGrp="1"/>
          </p:cNvSpPr>
          <p:nvPr/>
        </p:nvSpPr>
        <p:spPr>
          <a:xfrm xmlns:a="http://schemas.openxmlformats.org/drawingml/2006/main">
            <a:off x="566928" y="548640"/>
            <a:ext cx="110276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Connect CUS-900 to the client's earnings setup</a:t>
            </a:r>
            <a:endParaRPr sz="3000"/>
          </a:p>
        </p:txBody>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6a185c7850c24538"/>
          <a:srcRect xmlns:a="http://schemas.openxmlformats.org/drawingml/2006/main" l="0" t="6157" r="0" b="6157"/>
          <a:stretch xmlns:a="http://schemas.openxmlformats.org/drawingml/2006/main">
            <a:fillRect l="0" t="0" r="0" b="0"/>
          </a:stretch>
        </p:blipFill>
        <p:spPr>
          <a:xfrm xmlns:a="http://schemas.openxmlformats.org/drawingml/2006/main">
            <a:off x="566928" y="1371600"/>
            <a:ext cx="7153344" cy="4980404"/>
          </a:xfrm>
          <a:prstGeom xmlns:a="http://schemas.openxmlformats.org/drawingml/2006/main" prst="rect">
            <a:avLst/>
          </a:prstGeom>
          <a:effectLst xmlns:a="http://schemas.openxmlformats.org/drawingml/2006/main">
            <a:outerShdw blurRad="127000" dist="25400" dir="5400000" algn="bl" rotWithShape="0">
              <a:srgbClr val="8892B0">
                <a:alpha val="28000"/>
              </a:srgbClr>
            </a:outerShdw>
          </a:effectLst>
        </p:spPr>
      </p:pic>
      <p:sp>
        <p:nvSpPr>
          <p:cNvPr id="6" name="Text 3">
            <a:extLst xmlns:a="http://schemas.openxmlformats.org/drawingml/2006/main">
              <a:ext uri="{FF2B5EF4-FFF2-40B4-BE49-F238E27FC236}">
                <a16:creationId xmlns:a16="http://schemas.microsoft.com/office/drawing/2014/main" id="{4824DE90-83A4-43E8-A216-73136A391247}"/>
              </a:ext>
            </a:extLst>
          </p:cNvPr>
          <p:cNvSpPr>
            <a:spLocks xmlns:a="http://schemas.openxmlformats.org/drawingml/2006/main" noGrp="1"/>
          </p:cNvSpPr>
          <p:nvPr/>
        </p:nvSpPr>
        <p:spPr>
          <a:xfrm xmlns:a="http://schemas.openxmlformats.org/drawingml/2006/main">
            <a:off x="8025072" y="1371600"/>
            <a:ext cx="36000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1 · Choose the purpose</a:t>
            </a:r>
            <a:endParaRPr sz="1000"/>
          </a:p>
        </p:txBody>
      </p:sp>
      <p:sp>
        <p:nvSpPr>
          <p:cNvPr id="7" name="Text 4">
            <a:extLst xmlns:a="http://schemas.openxmlformats.org/drawingml/2006/main">
              <a:ext uri="{FF2B5EF4-FFF2-40B4-BE49-F238E27FC236}">
                <a16:creationId xmlns:a16="http://schemas.microsoft.com/office/drawing/2014/main" id="{CB367F2E-57DD-4B4C-B1B1-EFE6B3B07568}"/>
              </a:ext>
            </a:extLst>
          </p:cNvPr>
          <p:cNvSpPr>
            <a:spLocks xmlns:a="http://schemas.openxmlformats.org/drawingml/2006/main" noGrp="1"/>
          </p:cNvSpPr>
          <p:nvPr/>
        </p:nvSpPr>
        <p:spPr>
          <a:xfrm xmlns:a="http://schemas.openxmlformats.org/drawingml/2006/main">
            <a:off x="8025072" y="1609344"/>
            <a:ext cx="36000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50">
                <a:solidFill>
                  <a:srgbClr val="2B3350"/>
                </a:solidFill>
                <a:latin typeface="Calibri"/>
                <a:ea typeface="Calibri"/>
                <a:cs typeface="Calibri"/>
              </a:rPr>
              <a:t>Earnings computation and Earnings and Allowance Codes.</a:t>
            </a:r>
            <a:endParaRPr sz="1250"/>
          </a:p>
        </p:txBody>
      </p:sp>
      <p:sp>
        <p:nvSpPr>
          <p:cNvPr id="8" name="Text 5">
            <a:extLst xmlns:a="http://schemas.openxmlformats.org/drawingml/2006/main">
              <a:ext uri="{FF2B5EF4-FFF2-40B4-BE49-F238E27FC236}">
                <a16:creationId xmlns:a16="http://schemas.microsoft.com/office/drawing/2014/main" id="{EDAF311C-BAB4-4121-A469-3206239D4003}"/>
              </a:ext>
            </a:extLst>
          </p:cNvPr>
          <p:cNvSpPr>
            <a:spLocks xmlns:a="http://schemas.openxmlformats.org/drawingml/2006/main" noGrp="1"/>
          </p:cNvSpPr>
          <p:nvPr/>
        </p:nvSpPr>
        <p:spPr>
          <a:xfrm xmlns:a="http://schemas.openxmlformats.org/drawingml/2006/main">
            <a:off x="8025072" y="2286000"/>
            <a:ext cx="36000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2 · Choose the scope</a:t>
            </a:r>
            <a:endParaRPr sz="1000"/>
          </a:p>
        </p:txBody>
      </p:sp>
      <p:sp>
        <p:nvSpPr>
          <p:cNvPr id="9" name="Text 6">
            <a:extLst xmlns:a="http://schemas.openxmlformats.org/drawingml/2006/main">
              <a:ext uri="{FF2B5EF4-FFF2-40B4-BE49-F238E27FC236}">
                <a16:creationId xmlns:a16="http://schemas.microsoft.com/office/drawing/2014/main" id="{AA6EEDEA-3CB1-421C-A120-75174E1E3120}"/>
              </a:ext>
            </a:extLst>
          </p:cNvPr>
          <p:cNvSpPr>
            <a:spLocks xmlns:a="http://schemas.openxmlformats.org/drawingml/2006/main" noGrp="1"/>
          </p:cNvSpPr>
          <p:nvPr/>
        </p:nvSpPr>
        <p:spPr>
          <a:xfrm xmlns:a="http://schemas.openxmlformats.org/drawingml/2006/main">
            <a:off x="8025072" y="2523744"/>
            <a:ext cx="36000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50">
                <a:solidFill>
                  <a:srgbClr val="2B3350"/>
                </a:solidFill>
                <a:latin typeface="Calibri"/>
                <a:ea typeface="Calibri"/>
                <a:cs typeface="Calibri"/>
              </a:rPr>
              <a:t>CUS-900 · All Employees · Every payroll.</a:t>
            </a:r>
            <a:endParaRPr sz="1250"/>
          </a:p>
        </p:txBody>
      </p:sp>
      <p:sp>
        <p:nvSpPr>
          <p:cNvPr id="10" name="Text 7">
            <a:extLst xmlns:a="http://schemas.openxmlformats.org/drawingml/2006/main">
              <a:ext uri="{FF2B5EF4-FFF2-40B4-BE49-F238E27FC236}">
                <a16:creationId xmlns:a16="http://schemas.microsoft.com/office/drawing/2014/main" id="{3CC0FCAD-6442-430E-91FC-0D2F6464ECE4}"/>
              </a:ext>
            </a:extLst>
          </p:cNvPr>
          <p:cNvSpPr>
            <a:spLocks xmlns:a="http://schemas.openxmlformats.org/drawingml/2006/main" noGrp="1"/>
          </p:cNvSpPr>
          <p:nvPr/>
        </p:nvSpPr>
        <p:spPr>
          <a:xfrm xmlns:a="http://schemas.openxmlformats.org/drawingml/2006/main">
            <a:off x="8025072" y="3200400"/>
            <a:ext cx="36000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3 · Switch it on</a:t>
            </a:r>
            <a:endParaRPr sz="1000"/>
          </a:p>
        </p:txBody>
      </p:sp>
      <p:sp>
        <p:nvSpPr>
          <p:cNvPr id="11" name="Text 8">
            <a:extLst xmlns:a="http://schemas.openxmlformats.org/drawingml/2006/main">
              <a:ext uri="{FF2B5EF4-FFF2-40B4-BE49-F238E27FC236}">
                <a16:creationId xmlns:a16="http://schemas.microsoft.com/office/drawing/2014/main" id="{AB4A8523-ACEE-4458-968D-11A81CD36E77}"/>
              </a:ext>
            </a:extLst>
          </p:cNvPr>
          <p:cNvSpPr>
            <a:spLocks xmlns:a="http://schemas.openxmlformats.org/drawingml/2006/main" noGrp="1"/>
          </p:cNvSpPr>
          <p:nvPr/>
        </p:nvSpPr>
        <p:spPr>
          <a:xfrm xmlns:a="http://schemas.openxmlformats.org/drawingml/2006/main">
            <a:off x="8025072" y="3438144"/>
            <a:ext cx="36000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50">
                <a:solidFill>
                  <a:srgbClr val="2B3350"/>
                </a:solidFill>
                <a:latin typeface="Calibri"/>
                <a:ea typeface="Calibri"/>
                <a:cs typeface="Calibri"/>
              </a:rPr>
              <a:t>Set Active, review the row and save.</a:t>
            </a:r>
            <a:endParaRPr sz="1250"/>
          </a:p>
        </p:txBody>
      </p:sp>
      <p:sp>
        <p:nvSpPr>
          <p:cNvPr id="12" name="Shape 9">
            <a:extLst xmlns:a="http://schemas.openxmlformats.org/drawingml/2006/main">
              <a:ext uri="{FF2B5EF4-FFF2-40B4-BE49-F238E27FC236}">
                <a16:creationId xmlns:a16="http://schemas.microsoft.com/office/drawing/2014/main" id="{FF71AEC9-AF0F-4027-8C87-02B8D8FC01FD}"/>
              </a:ext>
            </a:extLst>
          </p:cNvPr>
          <p:cNvSpPr>
            <a:spLocks xmlns:a="http://schemas.openxmlformats.org/drawingml/2006/main" noGrp="1"/>
          </p:cNvSpPr>
          <p:nvPr/>
        </p:nvSpPr>
        <p:spPr>
          <a:xfrm xmlns:a="http://schemas.openxmlformats.org/drawingml/2006/main">
            <a:off x="8025072" y="6053328"/>
            <a:ext cx="3600000" cy="384048"/>
          </a:xfrm>
          <a:prstGeom xmlns:a="http://schemas.openxmlformats.org/drawingml/2006/main" prst="roundRect">
            <a:avLst>
              <a:gd name="adj" fmla="val 47619"/>
            </a:avLst>
          </a:prstGeom>
          <a:solidFill xmlns:a="http://schemas.openxmlformats.org/drawingml/2006/main">
            <a:srgbClr val="F4F6FB"/>
          </a:solidFill>
          <a:ln xmlns:a="http://schemas.openxmlformats.org/drawingml/2006/main" w="12700">
            <a:solidFill>
              <a:srgbClr val="D8DEEC"/>
            </a:solidFill>
            <a:prstDash val="solid"/>
          </a:ln>
        </p:spPr>
      </p:sp>
      <p:sp>
        <p:nvSpPr>
          <p:cNvPr id="13" name="Text 10">
            <a:extLst xmlns:a="http://schemas.openxmlformats.org/drawingml/2006/main">
              <a:ext uri="{FF2B5EF4-FFF2-40B4-BE49-F238E27FC236}">
                <a16:creationId xmlns:a16="http://schemas.microsoft.com/office/drawing/2014/main" id="{18623FC5-B641-4ACF-B0BD-2A81B8931DBC}"/>
              </a:ext>
            </a:extLst>
          </p:cNvPr>
          <p:cNvSpPr>
            <a:spLocks xmlns:a="http://schemas.openxmlformats.org/drawingml/2006/main" noGrp="1"/>
          </p:cNvSpPr>
          <p:nvPr/>
        </p:nvSpPr>
        <p:spPr>
          <a:xfrm xmlns:a="http://schemas.openxmlformats.org/drawingml/2006/main">
            <a:off x="8175072" y="6053328"/>
            <a:ext cx="3300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1E2761"/>
                </a:solidFill>
                <a:latin typeface="Calibri"/>
                <a:ea typeface="Calibri"/>
                <a:cs typeface="Calibri"/>
              </a:rPr>
              <a:t>Animated walkthrough — plays automatically in Slide Show</a:t>
            </a:r>
            <a:endParaRPr sz="1000"/>
          </a:p>
        </p:txBody>
      </p:sp>
    </p:spTree>
    <p:extLst>
      <p:ext uri="{BB962C8B-B14F-4D97-AF65-F5344CB8AC3E}">
        <p14:creationId xmlns:p14="http://schemas.microsoft.com/office/powerpoint/2010/main" val="622808299"/>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D173F9F-DD72-4FA9-91F1-145768A33F14}"/>
              </a:ext>
            </a:extLst>
          </p:cNvPr>
          <p:cNvSpPr>
            <a:spLocks xmlns:a="http://schemas.openxmlformats.org/drawingml/2006/main" noGrp="1"/>
          </p:cNvSpPr>
          <p:nvPr/>
        </p:nvSpPr>
        <p:spPr>
          <a:xfrm xmlns:a="http://schemas.openxmlformats.org/drawingml/2006/main">
            <a:off x="566928" y="329184"/>
            <a:ext cx="11027664"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CLIENT ASSIGNMENTS</a:t>
            </a:r>
            <a:endParaRPr sz="1000"/>
          </a:p>
        </p:txBody>
      </p:sp>
      <p:sp>
        <p:nvSpPr>
          <p:cNvPr id="3" name="Text 1">
            <a:extLst xmlns:a="http://schemas.openxmlformats.org/drawingml/2006/main">
              <a:ext uri="{FF2B5EF4-FFF2-40B4-BE49-F238E27FC236}">
                <a16:creationId xmlns:a16="http://schemas.microsoft.com/office/drawing/2014/main" id="{2E27EEEE-C79C-4717-A165-309EC4BEB699}"/>
              </a:ext>
            </a:extLst>
          </p:cNvPr>
          <p:cNvSpPr>
            <a:spLocks xmlns:a="http://schemas.openxmlformats.org/drawingml/2006/main" noGrp="1"/>
          </p:cNvSpPr>
          <p:nvPr/>
        </p:nvSpPr>
        <p:spPr>
          <a:xfrm xmlns:a="http://schemas.openxmlformats.org/drawingml/2006/main">
            <a:off x="566928" y="548640"/>
            <a:ext cx="110276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The assignment tells ATLAS where the formula belongs</a:t>
            </a:r>
            <a:endParaRPr sz="3000"/>
          </a:p>
        </p:txBody>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6cc9d60bc2104d20"/>
          <a:srcRect xmlns:a="http://schemas.openxmlformats.org/drawingml/2006/main" l="0" t="6157" r="0" b="6157"/>
          <a:stretch xmlns:a="http://schemas.openxmlformats.org/drawingml/2006/main">
            <a:fillRect l="0" t="0" r="0" b="0"/>
          </a:stretch>
        </p:blipFill>
        <p:spPr>
          <a:xfrm xmlns:a="http://schemas.openxmlformats.org/drawingml/2006/main">
            <a:off x="566928" y="1371600"/>
            <a:ext cx="7153344" cy="4980404"/>
          </a:xfrm>
          <a:prstGeom xmlns:a="http://schemas.openxmlformats.org/drawingml/2006/main" prst="rect">
            <a:avLst/>
          </a:prstGeom>
          <a:effectLst xmlns:a="http://schemas.openxmlformats.org/drawingml/2006/main">
            <a:outerShdw blurRad="127000" dist="25400" dir="5400000" algn="bl" rotWithShape="0">
              <a:srgbClr val="8892B0">
                <a:alpha val="28000"/>
              </a:srgbClr>
            </a:outerShdw>
          </a:effectLst>
        </p:spPr>
      </p:pic>
      <p:sp>
        <p:nvSpPr>
          <p:cNvPr id="6" name="Text 3">
            <a:extLst xmlns:a="http://schemas.openxmlformats.org/drawingml/2006/main">
              <a:ext uri="{FF2B5EF4-FFF2-40B4-BE49-F238E27FC236}">
                <a16:creationId xmlns:a16="http://schemas.microsoft.com/office/drawing/2014/main" id="{6331751F-76AA-40B7-957A-784B224B8C0A}"/>
              </a:ext>
            </a:extLst>
          </p:cNvPr>
          <p:cNvSpPr>
            <a:spLocks xmlns:a="http://schemas.openxmlformats.org/drawingml/2006/main" noGrp="1"/>
          </p:cNvSpPr>
          <p:nvPr/>
        </p:nvSpPr>
        <p:spPr>
          <a:xfrm xmlns:a="http://schemas.openxmlformats.org/drawingml/2006/main">
            <a:off x="8025072" y="1371600"/>
            <a:ext cx="36000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Business use</a:t>
            </a:r>
            <a:endParaRPr sz="1000"/>
          </a:p>
        </p:txBody>
      </p:sp>
      <p:sp>
        <p:nvSpPr>
          <p:cNvPr id="7" name="Text 4">
            <a:extLst xmlns:a="http://schemas.openxmlformats.org/drawingml/2006/main">
              <a:ext uri="{FF2B5EF4-FFF2-40B4-BE49-F238E27FC236}">
                <a16:creationId xmlns:a16="http://schemas.microsoft.com/office/drawing/2014/main" id="{444B8733-21A8-4D29-B63E-09AF16F906A1}"/>
              </a:ext>
            </a:extLst>
          </p:cNvPr>
          <p:cNvSpPr>
            <a:spLocks xmlns:a="http://schemas.openxmlformats.org/drawingml/2006/main" noGrp="1"/>
          </p:cNvSpPr>
          <p:nvPr/>
        </p:nvSpPr>
        <p:spPr>
          <a:xfrm xmlns:a="http://schemas.openxmlformats.org/drawingml/2006/main">
            <a:off x="8025072" y="1609344"/>
            <a:ext cx="36000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50">
                <a:solidFill>
                  <a:srgbClr val="2B3350"/>
                </a:solidFill>
                <a:latin typeface="Calibri"/>
                <a:ea typeface="Calibri"/>
                <a:cs typeface="Calibri"/>
              </a:rPr>
              <a:t>Assignment type and reference table explain the payroll context.</a:t>
            </a:r>
            <a:endParaRPr sz="1250"/>
          </a:p>
        </p:txBody>
      </p:sp>
      <p:sp>
        <p:nvSpPr>
          <p:cNvPr id="8" name="Text 5">
            <a:extLst xmlns:a="http://schemas.openxmlformats.org/drawingml/2006/main">
              <a:ext uri="{FF2B5EF4-FFF2-40B4-BE49-F238E27FC236}">
                <a16:creationId xmlns:a16="http://schemas.microsoft.com/office/drawing/2014/main" id="{7487CDDE-9ABC-4BDE-B0B3-8886BF0C16A3}"/>
              </a:ext>
            </a:extLst>
          </p:cNvPr>
          <p:cNvSpPr>
            <a:spLocks xmlns:a="http://schemas.openxmlformats.org/drawingml/2006/main" noGrp="1"/>
          </p:cNvSpPr>
          <p:nvPr/>
        </p:nvSpPr>
        <p:spPr>
          <a:xfrm xmlns:a="http://schemas.openxmlformats.org/drawingml/2006/main">
            <a:off x="8025072" y="2286000"/>
            <a:ext cx="36000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Scope</a:t>
            </a:r>
            <a:endParaRPr sz="1000"/>
          </a:p>
        </p:txBody>
      </p:sp>
      <p:sp>
        <p:nvSpPr>
          <p:cNvPr id="9" name="Text 6">
            <a:extLst xmlns:a="http://schemas.openxmlformats.org/drawingml/2006/main">
              <a:ext uri="{FF2B5EF4-FFF2-40B4-BE49-F238E27FC236}">
                <a16:creationId xmlns:a16="http://schemas.microsoft.com/office/drawing/2014/main" id="{3C48D7D9-6C30-4823-A3C7-31FA5294E36A}"/>
              </a:ext>
            </a:extLst>
          </p:cNvPr>
          <p:cNvSpPr>
            <a:spLocks xmlns:a="http://schemas.openxmlformats.org/drawingml/2006/main" noGrp="1"/>
          </p:cNvSpPr>
          <p:nvPr/>
        </p:nvSpPr>
        <p:spPr>
          <a:xfrm xmlns:a="http://schemas.openxmlformats.org/drawingml/2006/main">
            <a:off x="8025072" y="2523744"/>
            <a:ext cx="36000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50">
                <a:solidFill>
                  <a:srgbClr val="2B3350"/>
                </a:solidFill>
                <a:latin typeface="Calibri"/>
                <a:ea typeface="Calibri"/>
                <a:cs typeface="Calibri"/>
              </a:rPr>
              <a:t>Employee group and frequency say when the rule may be considered.</a:t>
            </a:r>
            <a:endParaRPr sz="1250"/>
          </a:p>
        </p:txBody>
      </p:sp>
      <p:sp>
        <p:nvSpPr>
          <p:cNvPr id="10" name="Text 7">
            <a:extLst xmlns:a="http://schemas.openxmlformats.org/drawingml/2006/main">
              <a:ext uri="{FF2B5EF4-FFF2-40B4-BE49-F238E27FC236}">
                <a16:creationId xmlns:a16="http://schemas.microsoft.com/office/drawing/2014/main" id="{FCE7FCA3-B9D1-42CE-A36E-7C93E7D951C3}"/>
              </a:ext>
            </a:extLst>
          </p:cNvPr>
          <p:cNvSpPr>
            <a:spLocks xmlns:a="http://schemas.openxmlformats.org/drawingml/2006/main" noGrp="1"/>
          </p:cNvSpPr>
          <p:nvPr/>
        </p:nvSpPr>
        <p:spPr>
          <a:xfrm xmlns:a="http://schemas.openxmlformats.org/drawingml/2006/main">
            <a:off x="8025072" y="3200400"/>
            <a:ext cx="36000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Basis</a:t>
            </a:r>
            <a:endParaRPr sz="1000"/>
          </a:p>
        </p:txBody>
      </p:sp>
      <p:sp>
        <p:nvSpPr>
          <p:cNvPr id="11" name="Text 8">
            <a:extLst xmlns:a="http://schemas.openxmlformats.org/drawingml/2006/main">
              <a:ext uri="{FF2B5EF4-FFF2-40B4-BE49-F238E27FC236}">
                <a16:creationId xmlns:a16="http://schemas.microsoft.com/office/drawing/2014/main" id="{D6085C04-588A-4C63-89FA-FEA1940EA1CD}"/>
              </a:ext>
            </a:extLst>
          </p:cNvPr>
          <p:cNvSpPr>
            <a:spLocks xmlns:a="http://schemas.openxmlformats.org/drawingml/2006/main" noGrp="1"/>
          </p:cNvSpPr>
          <p:nvPr/>
        </p:nvSpPr>
        <p:spPr>
          <a:xfrm xmlns:a="http://schemas.openxmlformats.org/drawingml/2006/main">
            <a:off x="8025072" y="3438144"/>
            <a:ext cx="36000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50">
                <a:solidFill>
                  <a:srgbClr val="2B3350"/>
                </a:solidFill>
                <a:latin typeface="Calibri"/>
                <a:ea typeface="Calibri"/>
                <a:cs typeface="Calibri"/>
              </a:rPr>
              <a:t>The computation code is the stable link between setup and the consuming module.</a:t>
            </a:r>
            <a:endParaRPr sz="1250"/>
          </a:p>
        </p:txBody>
      </p:sp>
      <p:sp>
        <p:nvSpPr>
          <p:cNvPr id="12" name="Shape 9">
            <a:extLst xmlns:a="http://schemas.openxmlformats.org/drawingml/2006/main">
              <a:ext uri="{FF2B5EF4-FFF2-40B4-BE49-F238E27FC236}">
                <a16:creationId xmlns:a16="http://schemas.microsoft.com/office/drawing/2014/main" id="{DB5B7531-1620-4430-A049-1469D7A6E72F}"/>
              </a:ext>
            </a:extLst>
          </p:cNvPr>
          <p:cNvSpPr>
            <a:spLocks xmlns:a="http://schemas.openxmlformats.org/drawingml/2006/main" noGrp="1"/>
          </p:cNvSpPr>
          <p:nvPr/>
        </p:nvSpPr>
        <p:spPr>
          <a:xfrm xmlns:a="http://schemas.openxmlformats.org/drawingml/2006/main">
            <a:off x="8025072" y="6053328"/>
            <a:ext cx="3600000" cy="384048"/>
          </a:xfrm>
          <a:prstGeom xmlns:a="http://schemas.openxmlformats.org/drawingml/2006/main" prst="roundRect">
            <a:avLst>
              <a:gd name="adj" fmla="val 47619"/>
            </a:avLst>
          </a:prstGeom>
          <a:solidFill xmlns:a="http://schemas.openxmlformats.org/drawingml/2006/main">
            <a:srgbClr val="F4F6FB"/>
          </a:solidFill>
          <a:ln xmlns:a="http://schemas.openxmlformats.org/drawingml/2006/main" w="12700">
            <a:solidFill>
              <a:srgbClr val="D8DEEC"/>
            </a:solidFill>
            <a:prstDash val="solid"/>
          </a:ln>
        </p:spPr>
      </p:sp>
      <p:sp>
        <p:nvSpPr>
          <p:cNvPr id="13" name="Text 10">
            <a:extLst xmlns:a="http://schemas.openxmlformats.org/drawingml/2006/main">
              <a:ext uri="{FF2B5EF4-FFF2-40B4-BE49-F238E27FC236}">
                <a16:creationId xmlns:a16="http://schemas.microsoft.com/office/drawing/2014/main" id="{E13FF497-283E-4766-81F0-0ADF03385E47}"/>
              </a:ext>
            </a:extLst>
          </p:cNvPr>
          <p:cNvSpPr>
            <a:spLocks xmlns:a="http://schemas.openxmlformats.org/drawingml/2006/main" noGrp="1"/>
          </p:cNvSpPr>
          <p:nvPr/>
        </p:nvSpPr>
        <p:spPr>
          <a:xfrm xmlns:a="http://schemas.openxmlformats.org/drawingml/2006/main">
            <a:off x="8175072" y="6053328"/>
            <a:ext cx="3300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1E2761"/>
                </a:solidFill>
                <a:latin typeface="Calibri"/>
                <a:ea typeface="Calibri"/>
                <a:cs typeface="Calibri"/>
              </a:rPr>
              <a:t>Source · live ATLAS Computational Basis → Client assignments</a:t>
            </a:r>
            <a:endParaRPr sz="1000"/>
          </a:p>
        </p:txBody>
      </p:sp>
    </p:spTree>
    <p:extLst>
      <p:ext uri="{BB962C8B-B14F-4D97-AF65-F5344CB8AC3E}">
        <p14:creationId xmlns:p14="http://schemas.microsoft.com/office/powerpoint/2010/main" val="1286668151"/>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C5FA027-720F-45D7-B32B-F8D082C8397B}"/>
              </a:ext>
            </a:extLst>
          </p:cNvPr>
          <p:cNvSpPr>
            <a:spLocks xmlns:a="http://schemas.openxmlformats.org/drawingml/2006/main" noGrp="1"/>
          </p:cNvSpPr>
          <p:nvPr/>
        </p:nvSpPr>
        <p:spPr>
          <a:xfrm xmlns:a="http://schemas.openxmlformats.org/drawingml/2006/main">
            <a:off x="566928" y="329184"/>
            <a:ext cx="11027664"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CLIENT ASSIGNMENT REGISTER · FIELD GUIDE 1 OF 2</a:t>
            </a:r>
            <a:endParaRPr sz="1000"/>
          </a:p>
        </p:txBody>
      </p:sp>
      <p:sp>
        <p:nvSpPr>
          <p:cNvPr id="3" name="Text 1">
            <a:extLst xmlns:a="http://schemas.openxmlformats.org/drawingml/2006/main">
              <a:ext uri="{FF2B5EF4-FFF2-40B4-BE49-F238E27FC236}">
                <a16:creationId xmlns:a16="http://schemas.microsoft.com/office/drawing/2014/main" id="{C2F6F3CA-C45B-4A88-A48F-D33B11B5AC50}"/>
              </a:ext>
            </a:extLst>
          </p:cNvPr>
          <p:cNvSpPr>
            <a:spLocks xmlns:a="http://schemas.openxmlformats.org/drawingml/2006/main" noGrp="1"/>
          </p:cNvSpPr>
          <p:nvPr/>
        </p:nvSpPr>
        <p:spPr>
          <a:xfrm xmlns:a="http://schemas.openxmlformats.org/drawingml/2006/main">
            <a:off x="566928" y="548640"/>
            <a:ext cx="110276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Purpose, source and computation</a:t>
            </a:r>
            <a:endParaRPr sz="3000"/>
          </a:p>
        </p:txBody>
      </p:sp>
      <p:pic>
        <p:nvPicPr>
          <p:cNvPr id="39" name="Image 0"/>
          <p:cNvPicPr>
            <a:picLocks xmlns:a="http://schemas.openxmlformats.org/drawingml/2006/main" noChangeAspect="1"/>
          </p:cNvPicPr>
          <p:nvPr/>
        </p:nvPicPr>
        <p:blipFill>
          <a:blip xmlns:r="http://schemas.openxmlformats.org/officeDocument/2006/relationships" xmlns:a="http://schemas.openxmlformats.org/drawingml/2006/main" r:embed="Rc2245bbfb2134694"/>
          <a:srcRect xmlns:a="http://schemas.openxmlformats.org/drawingml/2006/main" l="26187" t="0" r="26187" b="0"/>
          <a:stretch xmlns:a="http://schemas.openxmlformats.org/drawingml/2006/main">
            <a:fillRect l="0" t="0" r="0" b="0"/>
          </a:stretch>
        </p:blipFill>
        <p:spPr>
          <a:xfrm xmlns:a="http://schemas.openxmlformats.org/drawingml/2006/main">
            <a:off x="566928" y="1569175"/>
            <a:ext cx="5806440" cy="4496890"/>
          </a:xfrm>
          <a:prstGeom xmlns:a="http://schemas.openxmlformats.org/drawingml/2006/main" prst="rect">
            <a:avLst/>
          </a:prstGeom>
          <a:effectLst xmlns:a="http://schemas.openxmlformats.org/drawingml/2006/main">
            <a:outerShdw blurRad="127000" dist="25400" dir="5400000" algn="bl" rotWithShape="0">
              <a:srgbClr val="8892B0">
                <a:alpha val="28000"/>
              </a:srgbClr>
            </a:outerShdw>
          </a:effectLst>
        </p:spPr>
      </p:pic>
      <p:sp>
        <p:nvSpPr>
          <p:cNvPr id="5" name="Shape 2">
            <a:extLst xmlns:a="http://schemas.openxmlformats.org/drawingml/2006/main">
              <a:ext uri="{FF2B5EF4-FFF2-40B4-BE49-F238E27FC236}">
                <a16:creationId xmlns:a16="http://schemas.microsoft.com/office/drawing/2014/main" id="{1247F0D0-F32D-4271-B10B-53BC3EF962BE}"/>
              </a:ext>
            </a:extLst>
          </p:cNvPr>
          <p:cNvSpPr>
            <a:spLocks xmlns:a="http://schemas.openxmlformats.org/drawingml/2006/main" noGrp="1"/>
          </p:cNvSpPr>
          <p:nvPr/>
        </p:nvSpPr>
        <p:spPr>
          <a:xfrm xmlns:a="http://schemas.openxmlformats.org/drawingml/2006/main">
            <a:off x="6210400" y="2012244"/>
            <a:ext cx="309272"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6" name="Shape 3">
            <a:extLst xmlns:a="http://schemas.openxmlformats.org/drawingml/2006/main">
              <a:ext uri="{FF2B5EF4-FFF2-40B4-BE49-F238E27FC236}">
                <a16:creationId xmlns:a16="http://schemas.microsoft.com/office/drawing/2014/main" id="{9008DA20-C343-4222-A858-169D87F98670}"/>
              </a:ext>
            </a:extLst>
          </p:cNvPr>
          <p:cNvSpPr>
            <a:spLocks xmlns:a="http://schemas.openxmlformats.org/drawingml/2006/main" noGrp="1"/>
          </p:cNvSpPr>
          <p:nvPr/>
        </p:nvSpPr>
        <p:spPr>
          <a:xfrm xmlns:a="http://schemas.openxmlformats.org/drawingml/2006/main">
            <a:off x="6519672" y="2012244"/>
            <a:ext cx="0" cy="470352"/>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7" name="Shape 4">
            <a:extLst xmlns:a="http://schemas.openxmlformats.org/drawingml/2006/main">
              <a:ext uri="{FF2B5EF4-FFF2-40B4-BE49-F238E27FC236}">
                <a16:creationId xmlns:a16="http://schemas.microsoft.com/office/drawing/2014/main" id="{97FAD897-B3C6-440B-B5B6-287C43BCCE37}"/>
              </a:ext>
            </a:extLst>
          </p:cNvPr>
          <p:cNvSpPr>
            <a:spLocks xmlns:a="http://schemas.openxmlformats.org/drawingml/2006/main" noGrp="1"/>
          </p:cNvSpPr>
          <p:nvPr/>
        </p:nvSpPr>
        <p:spPr>
          <a:xfrm xmlns:a="http://schemas.openxmlformats.org/drawingml/2006/main">
            <a:off x="6519672" y="2482596"/>
            <a:ext cx="420624"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8" name="Shape 5">
            <a:extLst xmlns:a="http://schemas.openxmlformats.org/drawingml/2006/main">
              <a:ext uri="{FF2B5EF4-FFF2-40B4-BE49-F238E27FC236}">
                <a16:creationId xmlns:a16="http://schemas.microsoft.com/office/drawing/2014/main" id="{E27B540D-7B6C-4BDB-96B6-E6B5D73D35AB}"/>
              </a:ext>
            </a:extLst>
          </p:cNvPr>
          <p:cNvSpPr>
            <a:spLocks xmlns:a="http://schemas.openxmlformats.org/drawingml/2006/main" noGrp="1"/>
          </p:cNvSpPr>
          <p:nvPr/>
        </p:nvSpPr>
        <p:spPr>
          <a:xfrm xmlns:a="http://schemas.openxmlformats.org/drawingml/2006/main">
            <a:off x="3419181" y="1651471"/>
            <a:ext cx="0" cy="2563383"/>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9" name="Shape 6">
            <a:extLst xmlns:a="http://schemas.openxmlformats.org/drawingml/2006/main">
              <a:ext uri="{FF2B5EF4-FFF2-40B4-BE49-F238E27FC236}">
                <a16:creationId xmlns:a16="http://schemas.microsoft.com/office/drawing/2014/main" id="{54695894-82ED-453E-8336-75A7327512E5}"/>
              </a:ext>
            </a:extLst>
          </p:cNvPr>
          <p:cNvSpPr>
            <a:spLocks xmlns:a="http://schemas.openxmlformats.org/drawingml/2006/main" noGrp="1"/>
          </p:cNvSpPr>
          <p:nvPr/>
        </p:nvSpPr>
        <p:spPr>
          <a:xfrm xmlns:a="http://schemas.openxmlformats.org/drawingml/2006/main">
            <a:off x="3419181" y="1651471"/>
            <a:ext cx="3133410"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0" name="Shape 7">
            <a:extLst xmlns:a="http://schemas.openxmlformats.org/drawingml/2006/main">
              <a:ext uri="{FF2B5EF4-FFF2-40B4-BE49-F238E27FC236}">
                <a16:creationId xmlns:a16="http://schemas.microsoft.com/office/drawing/2014/main" id="{F18E085B-6B5E-472B-82CF-E992B1F04267}"/>
              </a:ext>
            </a:extLst>
          </p:cNvPr>
          <p:cNvSpPr>
            <a:spLocks xmlns:a="http://schemas.openxmlformats.org/drawingml/2006/main" noGrp="1"/>
          </p:cNvSpPr>
          <p:nvPr/>
        </p:nvSpPr>
        <p:spPr>
          <a:xfrm xmlns:a="http://schemas.openxmlformats.org/drawingml/2006/main">
            <a:off x="6552590" y="1651471"/>
            <a:ext cx="0" cy="2166149"/>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1" name="Shape 8">
            <a:extLst xmlns:a="http://schemas.openxmlformats.org/drawingml/2006/main">
              <a:ext uri="{FF2B5EF4-FFF2-40B4-BE49-F238E27FC236}">
                <a16:creationId xmlns:a16="http://schemas.microsoft.com/office/drawing/2014/main" id="{2B49EDFD-8C7E-4356-AA8F-5231246EF776}"/>
              </a:ext>
            </a:extLst>
          </p:cNvPr>
          <p:cNvSpPr>
            <a:spLocks xmlns:a="http://schemas.openxmlformats.org/drawingml/2006/main" noGrp="1"/>
          </p:cNvSpPr>
          <p:nvPr/>
        </p:nvSpPr>
        <p:spPr>
          <a:xfrm xmlns:a="http://schemas.openxmlformats.org/drawingml/2006/main">
            <a:off x="6552590" y="3817620"/>
            <a:ext cx="387706"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12" name="Shape 9">
            <a:extLst xmlns:a="http://schemas.openxmlformats.org/drawingml/2006/main">
              <a:ext uri="{FF2B5EF4-FFF2-40B4-BE49-F238E27FC236}">
                <a16:creationId xmlns:a16="http://schemas.microsoft.com/office/drawing/2014/main" id="{D63F4AB3-463A-418F-9461-5585D8C3F7E6}"/>
              </a:ext>
            </a:extLst>
          </p:cNvPr>
          <p:cNvSpPr>
            <a:spLocks xmlns:a="http://schemas.openxmlformats.org/drawingml/2006/main" noGrp="1"/>
          </p:cNvSpPr>
          <p:nvPr/>
        </p:nvSpPr>
        <p:spPr>
          <a:xfrm xmlns:a="http://schemas.openxmlformats.org/drawingml/2006/main">
            <a:off x="6210400" y="4214854"/>
            <a:ext cx="375108"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3" name="Shape 10">
            <a:extLst xmlns:a="http://schemas.openxmlformats.org/drawingml/2006/main">
              <a:ext uri="{FF2B5EF4-FFF2-40B4-BE49-F238E27FC236}">
                <a16:creationId xmlns:a16="http://schemas.microsoft.com/office/drawing/2014/main" id="{AC7EBCFF-6793-4AB8-AC28-E0384D175306}"/>
              </a:ext>
            </a:extLst>
          </p:cNvPr>
          <p:cNvSpPr>
            <a:spLocks xmlns:a="http://schemas.openxmlformats.org/drawingml/2006/main" noGrp="1"/>
          </p:cNvSpPr>
          <p:nvPr/>
        </p:nvSpPr>
        <p:spPr>
          <a:xfrm xmlns:a="http://schemas.openxmlformats.org/drawingml/2006/main">
            <a:off x="6585509" y="4214854"/>
            <a:ext cx="0" cy="93779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4" name="Shape 11">
            <a:extLst xmlns:a="http://schemas.openxmlformats.org/drawingml/2006/main">
              <a:ext uri="{FF2B5EF4-FFF2-40B4-BE49-F238E27FC236}">
                <a16:creationId xmlns:a16="http://schemas.microsoft.com/office/drawing/2014/main" id="{34AF2D68-79A8-4B3C-860E-6363CF938DF3}"/>
              </a:ext>
            </a:extLst>
          </p:cNvPr>
          <p:cNvSpPr>
            <a:spLocks xmlns:a="http://schemas.openxmlformats.org/drawingml/2006/main" noGrp="1"/>
          </p:cNvSpPr>
          <p:nvPr/>
        </p:nvSpPr>
        <p:spPr>
          <a:xfrm xmlns:a="http://schemas.openxmlformats.org/drawingml/2006/main">
            <a:off x="6585509" y="5152644"/>
            <a:ext cx="354787"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15" name="Shape 12">
            <a:extLst xmlns:a="http://schemas.openxmlformats.org/drawingml/2006/main">
              <a:ext uri="{FF2B5EF4-FFF2-40B4-BE49-F238E27FC236}">
                <a16:creationId xmlns:a16="http://schemas.microsoft.com/office/drawing/2014/main" id="{82C1373C-1E91-4165-9BFE-ED9512AF1277}"/>
              </a:ext>
            </a:extLst>
          </p:cNvPr>
          <p:cNvSpPr>
            <a:spLocks xmlns:a="http://schemas.openxmlformats.org/drawingml/2006/main" noGrp="1"/>
          </p:cNvSpPr>
          <p:nvPr/>
        </p:nvSpPr>
        <p:spPr>
          <a:xfrm xmlns:a="http://schemas.openxmlformats.org/drawingml/2006/main">
            <a:off x="6082384" y="1884228"/>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16" name="Text 13">
            <a:extLst xmlns:a="http://schemas.openxmlformats.org/drawingml/2006/main">
              <a:ext uri="{FF2B5EF4-FFF2-40B4-BE49-F238E27FC236}">
                <a16:creationId xmlns:a16="http://schemas.microsoft.com/office/drawing/2014/main" id="{98D0F393-1340-4D08-B379-39246FEDC829}"/>
              </a:ext>
            </a:extLst>
          </p:cNvPr>
          <p:cNvSpPr>
            <a:spLocks xmlns:a="http://schemas.openxmlformats.org/drawingml/2006/main" noGrp="1"/>
          </p:cNvSpPr>
          <p:nvPr/>
        </p:nvSpPr>
        <p:spPr>
          <a:xfrm xmlns:a="http://schemas.openxmlformats.org/drawingml/2006/main">
            <a:off x="6082384" y="1884228"/>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1</a:t>
            </a:r>
            <a:endParaRPr sz="850"/>
          </a:p>
        </p:txBody>
      </p:sp>
      <p:sp>
        <p:nvSpPr>
          <p:cNvPr id="17" name="Shape 14">
            <a:extLst xmlns:a="http://schemas.openxmlformats.org/drawingml/2006/main">
              <a:ext uri="{FF2B5EF4-FFF2-40B4-BE49-F238E27FC236}">
                <a16:creationId xmlns:a16="http://schemas.microsoft.com/office/drawing/2014/main" id="{4417D7EB-1884-40D3-A93A-AA7ED3D6875D}"/>
              </a:ext>
            </a:extLst>
          </p:cNvPr>
          <p:cNvSpPr>
            <a:spLocks xmlns:a="http://schemas.openxmlformats.org/drawingml/2006/main" noGrp="1"/>
          </p:cNvSpPr>
          <p:nvPr/>
        </p:nvSpPr>
        <p:spPr>
          <a:xfrm xmlns:a="http://schemas.openxmlformats.org/drawingml/2006/main">
            <a:off x="6940296" y="1888236"/>
            <a:ext cx="4654296" cy="1188720"/>
          </a:xfrm>
          <a:prstGeom xmlns:a="http://schemas.openxmlformats.org/drawingml/2006/main" prst="roundRect">
            <a:avLst>
              <a:gd name="adj" fmla="val 4615"/>
            </a:avLst>
          </a:prstGeom>
          <a:solidFill xmlns:a="http://schemas.openxmlformats.org/drawingml/2006/main">
            <a:srgbClr val="F4F6FB"/>
          </a:solidFill>
          <a:ln xmlns:a="http://schemas.openxmlformats.org/drawingml/2006/main" w="12700">
            <a:solidFill>
              <a:srgbClr val="D8DEEC"/>
            </a:solidFill>
            <a:prstDash val="solid"/>
          </a:ln>
        </p:spPr>
      </p:sp>
      <p:sp>
        <p:nvSpPr>
          <p:cNvPr id="18" name="Shape 15">
            <a:extLst xmlns:a="http://schemas.openxmlformats.org/drawingml/2006/main">
              <a:ext uri="{FF2B5EF4-FFF2-40B4-BE49-F238E27FC236}">
                <a16:creationId xmlns:a16="http://schemas.microsoft.com/office/drawing/2014/main" id="{41AEC244-C060-4130-8A44-2F5A7ED1F406}"/>
              </a:ext>
            </a:extLst>
          </p:cNvPr>
          <p:cNvSpPr>
            <a:spLocks xmlns:a="http://schemas.openxmlformats.org/drawingml/2006/main" noGrp="1"/>
          </p:cNvSpPr>
          <p:nvPr/>
        </p:nvSpPr>
        <p:spPr>
          <a:xfrm xmlns:a="http://schemas.openxmlformats.org/drawingml/2006/main">
            <a:off x="7050024" y="1997964"/>
            <a:ext cx="237744" cy="237744"/>
          </a:xfrm>
          <a:prstGeom xmlns:a="http://schemas.openxmlformats.org/drawingml/2006/main" prst="ellipse">
            <a:avLst/>
          </a:prstGeom>
          <a:solidFill xmlns:a="http://schemas.openxmlformats.org/drawingml/2006/main">
            <a:srgbClr val="1E2761"/>
          </a:solidFill>
        </p:spPr>
      </p:sp>
      <p:sp>
        <p:nvSpPr>
          <p:cNvPr id="19" name="Text 16">
            <a:extLst xmlns:a="http://schemas.openxmlformats.org/drawingml/2006/main">
              <a:ext uri="{FF2B5EF4-FFF2-40B4-BE49-F238E27FC236}">
                <a16:creationId xmlns:a16="http://schemas.microsoft.com/office/drawing/2014/main" id="{AF2FC567-FAFD-468B-B62E-7BE15AE11003}"/>
              </a:ext>
            </a:extLst>
          </p:cNvPr>
          <p:cNvSpPr>
            <a:spLocks xmlns:a="http://schemas.openxmlformats.org/drawingml/2006/main" noGrp="1"/>
          </p:cNvSpPr>
          <p:nvPr/>
        </p:nvSpPr>
        <p:spPr>
          <a:xfrm xmlns:a="http://schemas.openxmlformats.org/drawingml/2006/main">
            <a:off x="7050024" y="1997964"/>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1</a:t>
            </a:r>
            <a:endParaRPr sz="800"/>
          </a:p>
        </p:txBody>
      </p:sp>
      <p:sp>
        <p:nvSpPr>
          <p:cNvPr id="20" name="Text 17">
            <a:extLst xmlns:a="http://schemas.openxmlformats.org/drawingml/2006/main">
              <a:ext uri="{FF2B5EF4-FFF2-40B4-BE49-F238E27FC236}">
                <a16:creationId xmlns:a16="http://schemas.microsoft.com/office/drawing/2014/main" id="{44FFCB54-D17A-4DBA-9F7B-6E785CBD5485}"/>
              </a:ext>
            </a:extLst>
          </p:cNvPr>
          <p:cNvSpPr>
            <a:spLocks xmlns:a="http://schemas.openxmlformats.org/drawingml/2006/main" noGrp="1"/>
          </p:cNvSpPr>
          <p:nvPr/>
        </p:nvSpPr>
        <p:spPr>
          <a:xfrm xmlns:a="http://schemas.openxmlformats.org/drawingml/2006/main">
            <a:off x="7379208" y="1961388"/>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E2761"/>
                </a:solidFill>
                <a:latin typeface="Calibri"/>
                <a:ea typeface="Calibri"/>
                <a:cs typeface="Calibri"/>
              </a:rPr>
              <a:t>Assignment type</a:t>
            </a:r>
            <a:endParaRPr sz="1200"/>
          </a:p>
        </p:txBody>
      </p:sp>
      <p:sp>
        <p:nvSpPr>
          <p:cNvPr id="21" name="Text 18">
            <a:extLst xmlns:a="http://schemas.openxmlformats.org/drawingml/2006/main">
              <a:ext uri="{FF2B5EF4-FFF2-40B4-BE49-F238E27FC236}">
                <a16:creationId xmlns:a16="http://schemas.microsoft.com/office/drawing/2014/main" id="{5179AF21-B57A-43E2-92FF-A9A4F52EFE90}"/>
              </a:ext>
            </a:extLst>
          </p:cNvPr>
          <p:cNvSpPr>
            <a:spLocks xmlns:a="http://schemas.openxmlformats.org/drawingml/2006/main" noGrp="1"/>
          </p:cNvSpPr>
          <p:nvPr/>
        </p:nvSpPr>
        <p:spPr>
          <a:xfrm xmlns:a="http://schemas.openxmlformats.org/drawingml/2006/main">
            <a:off x="7068312" y="2272284"/>
            <a:ext cx="439826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50"/>
              </a:lnSpc>
              <a:buNone/>
            </a:pPr>
            <a:r>
              <a:rPr sz="1050">
                <a:solidFill>
                  <a:srgbClr val="4B4458"/>
                </a:solidFill>
                <a:latin typeface="Calibri"/>
                <a:ea typeface="Calibri"/>
                <a:cs typeface="Calibri"/>
              </a:rPr>
              <a:t>Names the business job: government deduction, tax, bonus, earnings, take-home protection or retirement benefit.</a:t>
            </a:r>
            <a:endParaRPr sz="1050"/>
          </a:p>
        </p:txBody>
      </p:sp>
      <p:sp>
        <p:nvSpPr>
          <p:cNvPr id="22" name="Shape 19">
            <a:extLst xmlns:a="http://schemas.openxmlformats.org/drawingml/2006/main">
              <a:ext uri="{FF2B5EF4-FFF2-40B4-BE49-F238E27FC236}">
                <a16:creationId xmlns:a16="http://schemas.microsoft.com/office/drawing/2014/main" id="{107D800D-A61F-42C8-A1C3-8D1D2B9A4AAD}"/>
              </a:ext>
            </a:extLst>
          </p:cNvPr>
          <p:cNvSpPr>
            <a:spLocks xmlns:a="http://schemas.openxmlformats.org/drawingml/2006/main" noGrp="1"/>
          </p:cNvSpPr>
          <p:nvPr/>
        </p:nvSpPr>
        <p:spPr>
          <a:xfrm xmlns:a="http://schemas.openxmlformats.org/drawingml/2006/main">
            <a:off x="3291165" y="4086838"/>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23" name="Text 20">
            <a:extLst xmlns:a="http://schemas.openxmlformats.org/drawingml/2006/main">
              <a:ext uri="{FF2B5EF4-FFF2-40B4-BE49-F238E27FC236}">
                <a16:creationId xmlns:a16="http://schemas.microsoft.com/office/drawing/2014/main" id="{BAA087E8-69EB-463A-B23A-EDCB9600165A}"/>
              </a:ext>
            </a:extLst>
          </p:cNvPr>
          <p:cNvSpPr>
            <a:spLocks xmlns:a="http://schemas.openxmlformats.org/drawingml/2006/main" noGrp="1"/>
          </p:cNvSpPr>
          <p:nvPr/>
        </p:nvSpPr>
        <p:spPr>
          <a:xfrm xmlns:a="http://schemas.openxmlformats.org/drawingml/2006/main">
            <a:off x="3291165" y="4086838"/>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2</a:t>
            </a:r>
            <a:endParaRPr sz="850"/>
          </a:p>
        </p:txBody>
      </p:sp>
      <p:sp>
        <p:nvSpPr>
          <p:cNvPr id="24" name="Shape 21">
            <a:extLst xmlns:a="http://schemas.openxmlformats.org/drawingml/2006/main">
              <a:ext uri="{FF2B5EF4-FFF2-40B4-BE49-F238E27FC236}">
                <a16:creationId xmlns:a16="http://schemas.microsoft.com/office/drawing/2014/main" id="{060D1F14-6410-4624-A547-D2972D1A9B40}"/>
              </a:ext>
            </a:extLst>
          </p:cNvPr>
          <p:cNvSpPr>
            <a:spLocks xmlns:a="http://schemas.openxmlformats.org/drawingml/2006/main" noGrp="1"/>
          </p:cNvSpPr>
          <p:nvPr/>
        </p:nvSpPr>
        <p:spPr>
          <a:xfrm xmlns:a="http://schemas.openxmlformats.org/drawingml/2006/main">
            <a:off x="6940296" y="3223260"/>
            <a:ext cx="4654296" cy="1188720"/>
          </a:xfrm>
          <a:prstGeom xmlns:a="http://schemas.openxmlformats.org/drawingml/2006/main" prst="roundRect">
            <a:avLst>
              <a:gd name="adj" fmla="val 4615"/>
            </a:avLst>
          </a:prstGeom>
          <a:solidFill xmlns:a="http://schemas.openxmlformats.org/drawingml/2006/main">
            <a:srgbClr val="F4F6FB"/>
          </a:solidFill>
          <a:ln xmlns:a="http://schemas.openxmlformats.org/drawingml/2006/main" w="12700">
            <a:solidFill>
              <a:srgbClr val="D8DEEC"/>
            </a:solidFill>
            <a:prstDash val="solid"/>
          </a:ln>
        </p:spPr>
      </p:sp>
      <p:sp>
        <p:nvSpPr>
          <p:cNvPr id="25" name="Shape 22">
            <a:extLst xmlns:a="http://schemas.openxmlformats.org/drawingml/2006/main">
              <a:ext uri="{FF2B5EF4-FFF2-40B4-BE49-F238E27FC236}">
                <a16:creationId xmlns:a16="http://schemas.microsoft.com/office/drawing/2014/main" id="{A1BEF1E9-4162-4FB2-BA26-A220971FFB02}"/>
              </a:ext>
            </a:extLst>
          </p:cNvPr>
          <p:cNvSpPr>
            <a:spLocks xmlns:a="http://schemas.openxmlformats.org/drawingml/2006/main" noGrp="1"/>
          </p:cNvSpPr>
          <p:nvPr/>
        </p:nvSpPr>
        <p:spPr>
          <a:xfrm xmlns:a="http://schemas.openxmlformats.org/drawingml/2006/main">
            <a:off x="7050024" y="3332988"/>
            <a:ext cx="237744" cy="237744"/>
          </a:xfrm>
          <a:prstGeom xmlns:a="http://schemas.openxmlformats.org/drawingml/2006/main" prst="ellipse">
            <a:avLst/>
          </a:prstGeom>
          <a:solidFill xmlns:a="http://schemas.openxmlformats.org/drawingml/2006/main">
            <a:srgbClr val="1E2761"/>
          </a:solidFill>
        </p:spPr>
      </p:sp>
      <p:sp>
        <p:nvSpPr>
          <p:cNvPr id="26" name="Text 23">
            <a:extLst xmlns:a="http://schemas.openxmlformats.org/drawingml/2006/main">
              <a:ext uri="{FF2B5EF4-FFF2-40B4-BE49-F238E27FC236}">
                <a16:creationId xmlns:a16="http://schemas.microsoft.com/office/drawing/2014/main" id="{1B0B6C01-9575-425D-8A42-816248AF8CFE}"/>
              </a:ext>
            </a:extLst>
          </p:cNvPr>
          <p:cNvSpPr>
            <a:spLocks xmlns:a="http://schemas.openxmlformats.org/drawingml/2006/main" noGrp="1"/>
          </p:cNvSpPr>
          <p:nvPr/>
        </p:nvSpPr>
        <p:spPr>
          <a:xfrm xmlns:a="http://schemas.openxmlformats.org/drawingml/2006/main">
            <a:off x="7050024" y="3332988"/>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2</a:t>
            </a:r>
            <a:endParaRPr sz="800"/>
          </a:p>
        </p:txBody>
      </p:sp>
      <p:sp>
        <p:nvSpPr>
          <p:cNvPr id="27" name="Text 24">
            <a:extLst xmlns:a="http://schemas.openxmlformats.org/drawingml/2006/main">
              <a:ext uri="{FF2B5EF4-FFF2-40B4-BE49-F238E27FC236}">
                <a16:creationId xmlns:a16="http://schemas.microsoft.com/office/drawing/2014/main" id="{5FD39E6C-5894-460A-8322-D6B7C2DB0CE6}"/>
              </a:ext>
            </a:extLst>
          </p:cNvPr>
          <p:cNvSpPr>
            <a:spLocks xmlns:a="http://schemas.openxmlformats.org/drawingml/2006/main" noGrp="1"/>
          </p:cNvSpPr>
          <p:nvPr/>
        </p:nvSpPr>
        <p:spPr>
          <a:xfrm xmlns:a="http://schemas.openxmlformats.org/drawingml/2006/main">
            <a:off x="7379208" y="3296412"/>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E2761"/>
                </a:solidFill>
                <a:latin typeface="Calibri"/>
                <a:ea typeface="Calibri"/>
                <a:cs typeface="Calibri"/>
              </a:rPr>
              <a:t>Reference table</a:t>
            </a:r>
            <a:endParaRPr sz="1200"/>
          </a:p>
        </p:txBody>
      </p:sp>
      <p:sp>
        <p:nvSpPr>
          <p:cNvPr id="28" name="Text 25">
            <a:extLst xmlns:a="http://schemas.openxmlformats.org/drawingml/2006/main">
              <a:ext uri="{FF2B5EF4-FFF2-40B4-BE49-F238E27FC236}">
                <a16:creationId xmlns:a16="http://schemas.microsoft.com/office/drawing/2014/main" id="{D05A78FE-2097-4DBC-9359-4028661D443A}"/>
              </a:ext>
            </a:extLst>
          </p:cNvPr>
          <p:cNvSpPr>
            <a:spLocks xmlns:a="http://schemas.openxmlformats.org/drawingml/2006/main" noGrp="1"/>
          </p:cNvSpPr>
          <p:nvPr/>
        </p:nvSpPr>
        <p:spPr>
          <a:xfrm xmlns:a="http://schemas.openxmlformats.org/drawingml/2006/main">
            <a:off x="7068312" y="3607308"/>
            <a:ext cx="439826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50"/>
              </a:lnSpc>
              <a:buNone/>
            </a:pPr>
            <a:r>
              <a:rPr sz="1050">
                <a:solidFill>
                  <a:srgbClr val="4B4458"/>
                </a:solidFill>
                <a:latin typeface="Calibri"/>
                <a:ea typeface="Calibri"/>
                <a:cs typeface="Calibri"/>
              </a:rPr>
              <a:t>The enabled company table or code list that gives the assignment its business context.</a:t>
            </a:r>
            <a:endParaRPr sz="1050"/>
          </a:p>
        </p:txBody>
      </p:sp>
      <p:sp>
        <p:nvSpPr>
          <p:cNvPr id="29" name="Shape 26">
            <a:extLst xmlns:a="http://schemas.openxmlformats.org/drawingml/2006/main">
              <a:ext uri="{FF2B5EF4-FFF2-40B4-BE49-F238E27FC236}">
                <a16:creationId xmlns:a16="http://schemas.microsoft.com/office/drawing/2014/main" id="{9E679486-243F-4BEC-AC47-ECF474FDA81D}"/>
              </a:ext>
            </a:extLst>
          </p:cNvPr>
          <p:cNvSpPr>
            <a:spLocks xmlns:a="http://schemas.openxmlformats.org/drawingml/2006/main" noGrp="1"/>
          </p:cNvSpPr>
          <p:nvPr/>
        </p:nvSpPr>
        <p:spPr>
          <a:xfrm xmlns:a="http://schemas.openxmlformats.org/drawingml/2006/main">
            <a:off x="6082384" y="4086838"/>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30" name="Text 27">
            <a:extLst xmlns:a="http://schemas.openxmlformats.org/drawingml/2006/main">
              <a:ext uri="{FF2B5EF4-FFF2-40B4-BE49-F238E27FC236}">
                <a16:creationId xmlns:a16="http://schemas.microsoft.com/office/drawing/2014/main" id="{558D4E9C-33AA-4F4D-87EB-D15F4F28FED6}"/>
              </a:ext>
            </a:extLst>
          </p:cNvPr>
          <p:cNvSpPr>
            <a:spLocks xmlns:a="http://schemas.openxmlformats.org/drawingml/2006/main" noGrp="1"/>
          </p:cNvSpPr>
          <p:nvPr/>
        </p:nvSpPr>
        <p:spPr>
          <a:xfrm xmlns:a="http://schemas.openxmlformats.org/drawingml/2006/main">
            <a:off x="6082384" y="4086838"/>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3</a:t>
            </a:r>
            <a:endParaRPr sz="850"/>
          </a:p>
        </p:txBody>
      </p:sp>
      <p:sp>
        <p:nvSpPr>
          <p:cNvPr id="31" name="Shape 28">
            <a:extLst xmlns:a="http://schemas.openxmlformats.org/drawingml/2006/main">
              <a:ext uri="{FF2B5EF4-FFF2-40B4-BE49-F238E27FC236}">
                <a16:creationId xmlns:a16="http://schemas.microsoft.com/office/drawing/2014/main" id="{5BFB3E2D-F611-4426-85AA-BC4283464C6B}"/>
              </a:ext>
            </a:extLst>
          </p:cNvPr>
          <p:cNvSpPr>
            <a:spLocks xmlns:a="http://schemas.openxmlformats.org/drawingml/2006/main" noGrp="1"/>
          </p:cNvSpPr>
          <p:nvPr/>
        </p:nvSpPr>
        <p:spPr>
          <a:xfrm xmlns:a="http://schemas.openxmlformats.org/drawingml/2006/main">
            <a:off x="6940296" y="4558284"/>
            <a:ext cx="4654296" cy="1188720"/>
          </a:xfrm>
          <a:prstGeom xmlns:a="http://schemas.openxmlformats.org/drawingml/2006/main" prst="roundRect">
            <a:avLst>
              <a:gd name="adj" fmla="val 4615"/>
            </a:avLst>
          </a:prstGeom>
          <a:solidFill xmlns:a="http://schemas.openxmlformats.org/drawingml/2006/main">
            <a:srgbClr val="F4F6FB"/>
          </a:solidFill>
          <a:ln xmlns:a="http://schemas.openxmlformats.org/drawingml/2006/main" w="12700">
            <a:solidFill>
              <a:srgbClr val="D8DEEC"/>
            </a:solidFill>
            <a:prstDash val="solid"/>
          </a:ln>
        </p:spPr>
      </p:sp>
      <p:sp>
        <p:nvSpPr>
          <p:cNvPr id="32" name="Shape 29">
            <a:extLst xmlns:a="http://schemas.openxmlformats.org/drawingml/2006/main">
              <a:ext uri="{FF2B5EF4-FFF2-40B4-BE49-F238E27FC236}">
                <a16:creationId xmlns:a16="http://schemas.microsoft.com/office/drawing/2014/main" id="{BAA09080-D0ED-4856-81CA-3EF0A0B1B79F}"/>
              </a:ext>
            </a:extLst>
          </p:cNvPr>
          <p:cNvSpPr>
            <a:spLocks xmlns:a="http://schemas.openxmlformats.org/drawingml/2006/main" noGrp="1"/>
          </p:cNvSpPr>
          <p:nvPr/>
        </p:nvSpPr>
        <p:spPr>
          <a:xfrm xmlns:a="http://schemas.openxmlformats.org/drawingml/2006/main">
            <a:off x="7050024" y="4668012"/>
            <a:ext cx="237744" cy="237744"/>
          </a:xfrm>
          <a:prstGeom xmlns:a="http://schemas.openxmlformats.org/drawingml/2006/main" prst="ellipse">
            <a:avLst/>
          </a:prstGeom>
          <a:solidFill xmlns:a="http://schemas.openxmlformats.org/drawingml/2006/main">
            <a:srgbClr val="1E2761"/>
          </a:solidFill>
        </p:spPr>
      </p:sp>
      <p:sp>
        <p:nvSpPr>
          <p:cNvPr id="33" name="Text 30">
            <a:extLst xmlns:a="http://schemas.openxmlformats.org/drawingml/2006/main">
              <a:ext uri="{FF2B5EF4-FFF2-40B4-BE49-F238E27FC236}">
                <a16:creationId xmlns:a16="http://schemas.microsoft.com/office/drawing/2014/main" id="{78C410F8-A670-492A-8526-0749B11BB087}"/>
              </a:ext>
            </a:extLst>
          </p:cNvPr>
          <p:cNvSpPr>
            <a:spLocks xmlns:a="http://schemas.openxmlformats.org/drawingml/2006/main" noGrp="1"/>
          </p:cNvSpPr>
          <p:nvPr/>
        </p:nvSpPr>
        <p:spPr>
          <a:xfrm xmlns:a="http://schemas.openxmlformats.org/drawingml/2006/main">
            <a:off x="7050024" y="4668012"/>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3</a:t>
            </a:r>
            <a:endParaRPr sz="800"/>
          </a:p>
        </p:txBody>
      </p:sp>
      <p:sp>
        <p:nvSpPr>
          <p:cNvPr id="34" name="Text 31">
            <a:extLst xmlns:a="http://schemas.openxmlformats.org/drawingml/2006/main">
              <a:ext uri="{FF2B5EF4-FFF2-40B4-BE49-F238E27FC236}">
                <a16:creationId xmlns:a16="http://schemas.microsoft.com/office/drawing/2014/main" id="{7C3F872E-E251-4E45-9B93-5D7DD135C0C9}"/>
              </a:ext>
            </a:extLst>
          </p:cNvPr>
          <p:cNvSpPr>
            <a:spLocks xmlns:a="http://schemas.openxmlformats.org/drawingml/2006/main" noGrp="1"/>
          </p:cNvSpPr>
          <p:nvPr/>
        </p:nvSpPr>
        <p:spPr>
          <a:xfrm xmlns:a="http://schemas.openxmlformats.org/drawingml/2006/main">
            <a:off x="7379208" y="4631436"/>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E2761"/>
                </a:solidFill>
                <a:latin typeface="Calibri"/>
                <a:ea typeface="Calibri"/>
                <a:cs typeface="Calibri"/>
              </a:rPr>
              <a:t>Basis of computation</a:t>
            </a:r>
            <a:endParaRPr sz="1200"/>
          </a:p>
        </p:txBody>
      </p:sp>
      <p:sp>
        <p:nvSpPr>
          <p:cNvPr id="35" name="Text 32">
            <a:extLst xmlns:a="http://schemas.openxmlformats.org/drawingml/2006/main">
              <a:ext uri="{FF2B5EF4-FFF2-40B4-BE49-F238E27FC236}">
                <a16:creationId xmlns:a16="http://schemas.microsoft.com/office/drawing/2014/main" id="{A661E673-E948-4B46-80C4-E99D35F98BB3}"/>
              </a:ext>
            </a:extLst>
          </p:cNvPr>
          <p:cNvSpPr>
            <a:spLocks xmlns:a="http://schemas.openxmlformats.org/drawingml/2006/main" noGrp="1"/>
          </p:cNvSpPr>
          <p:nvPr/>
        </p:nvSpPr>
        <p:spPr>
          <a:xfrm xmlns:a="http://schemas.openxmlformats.org/drawingml/2006/main">
            <a:off x="7068312" y="4942332"/>
            <a:ext cx="439826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50"/>
              </a:lnSpc>
              <a:buNone/>
            </a:pPr>
            <a:r>
              <a:rPr sz="1050">
                <a:solidFill>
                  <a:srgbClr val="4B4458"/>
                </a:solidFill>
                <a:latin typeface="Calibri"/>
                <a:ea typeface="Calibri"/>
                <a:cs typeface="Calibri"/>
              </a:rPr>
              <a:t>The active computation code and name ATLAS should use when this assignment is selected.</a:t>
            </a:r>
            <a:endParaRPr sz="1050"/>
          </a:p>
        </p:txBody>
      </p:sp>
    </p:spTree>
    <p:extLst>
      <p:ext uri="{BB962C8B-B14F-4D97-AF65-F5344CB8AC3E}">
        <p14:creationId xmlns:p14="http://schemas.microsoft.com/office/powerpoint/2010/main" val="1502916598"/>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A16445E-2EA9-440E-B36C-CA3F100B7405}"/>
              </a:ext>
            </a:extLst>
          </p:cNvPr>
          <p:cNvSpPr>
            <a:spLocks xmlns:a="http://schemas.openxmlformats.org/drawingml/2006/main" noGrp="1"/>
          </p:cNvSpPr>
          <p:nvPr/>
        </p:nvSpPr>
        <p:spPr>
          <a:xfrm xmlns:a="http://schemas.openxmlformats.org/drawingml/2006/main">
            <a:off x="566928" y="329184"/>
            <a:ext cx="11027664"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CLIENT ASSIGNMENT REGISTER · FIELD GUIDE 2 OF 2</a:t>
            </a:r>
            <a:endParaRPr sz="1000"/>
          </a:p>
        </p:txBody>
      </p:sp>
      <p:sp>
        <p:nvSpPr>
          <p:cNvPr id="3" name="Text 1">
            <a:extLst xmlns:a="http://schemas.openxmlformats.org/drawingml/2006/main">
              <a:ext uri="{FF2B5EF4-FFF2-40B4-BE49-F238E27FC236}">
                <a16:creationId xmlns:a16="http://schemas.microsoft.com/office/drawing/2014/main" id="{89356674-3038-4162-9A61-E705268CCAB2}"/>
              </a:ext>
            </a:extLst>
          </p:cNvPr>
          <p:cNvSpPr>
            <a:spLocks xmlns:a="http://schemas.openxmlformats.org/drawingml/2006/main" noGrp="1"/>
          </p:cNvSpPr>
          <p:nvPr/>
        </p:nvSpPr>
        <p:spPr>
          <a:xfrm xmlns:a="http://schemas.openxmlformats.org/drawingml/2006/main">
            <a:off x="566928" y="548640"/>
            <a:ext cx="110276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Scope, timing and maintenance</a:t>
            </a:r>
            <a:endParaRPr sz="3000"/>
          </a:p>
        </p:txBody>
      </p:sp>
      <p:pic>
        <p:nvPicPr>
          <p:cNvPr id="49" name="Image 0"/>
          <p:cNvPicPr>
            <a:picLocks xmlns:a="http://schemas.openxmlformats.org/drawingml/2006/main" noChangeAspect="1"/>
          </p:cNvPicPr>
          <p:nvPr/>
        </p:nvPicPr>
        <p:blipFill>
          <a:blip xmlns:r="http://schemas.openxmlformats.org/officeDocument/2006/relationships" xmlns:a="http://schemas.openxmlformats.org/drawingml/2006/main" r:embed="Rf8b6ae18df704f68"/>
          <a:srcRect xmlns:a="http://schemas.openxmlformats.org/drawingml/2006/main" l="6284" t="0" r="6284" b="0"/>
          <a:stretch xmlns:a="http://schemas.openxmlformats.org/drawingml/2006/main">
            <a:fillRect l="0" t="0" r="0" b="0"/>
          </a:stretch>
        </p:blipFill>
        <p:spPr>
          <a:xfrm xmlns:a="http://schemas.openxmlformats.org/drawingml/2006/main">
            <a:off x="566928" y="2592816"/>
            <a:ext cx="5806440" cy="2449608"/>
          </a:xfrm>
          <a:prstGeom xmlns:a="http://schemas.openxmlformats.org/drawingml/2006/main" prst="rect">
            <a:avLst/>
          </a:prstGeom>
          <a:effectLst xmlns:a="http://schemas.openxmlformats.org/drawingml/2006/main">
            <a:outerShdw blurRad="127000" dist="25400" dir="5400000" algn="bl" rotWithShape="0">
              <a:srgbClr val="8892B0">
                <a:alpha val="28000"/>
              </a:srgbClr>
            </a:outerShdw>
          </a:effectLst>
        </p:spPr>
      </p:pic>
      <p:sp>
        <p:nvSpPr>
          <p:cNvPr id="5" name="Shape 2">
            <a:extLst xmlns:a="http://schemas.openxmlformats.org/drawingml/2006/main">
              <a:ext uri="{FF2B5EF4-FFF2-40B4-BE49-F238E27FC236}">
                <a16:creationId xmlns:a16="http://schemas.microsoft.com/office/drawing/2014/main" id="{481BB246-AA5C-43AC-A7C9-C38D4D14A3ED}"/>
              </a:ext>
            </a:extLst>
          </p:cNvPr>
          <p:cNvSpPr>
            <a:spLocks xmlns:a="http://schemas.openxmlformats.org/drawingml/2006/main" noGrp="1"/>
          </p:cNvSpPr>
          <p:nvPr/>
        </p:nvSpPr>
        <p:spPr>
          <a:xfrm xmlns:a="http://schemas.openxmlformats.org/drawingml/2006/main">
            <a:off x="6210400" y="3387283"/>
            <a:ext cx="309272"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6" name="Shape 3">
            <a:extLst xmlns:a="http://schemas.openxmlformats.org/drawingml/2006/main">
              <a:ext uri="{FF2B5EF4-FFF2-40B4-BE49-F238E27FC236}">
                <a16:creationId xmlns:a16="http://schemas.microsoft.com/office/drawing/2014/main" id="{6FC6F969-6A32-4068-84E3-EF9EC1F28D17}"/>
              </a:ext>
            </a:extLst>
          </p:cNvPr>
          <p:cNvSpPr>
            <a:spLocks xmlns:a="http://schemas.openxmlformats.org/drawingml/2006/main" noGrp="1"/>
          </p:cNvSpPr>
          <p:nvPr/>
        </p:nvSpPr>
        <p:spPr>
          <a:xfrm xmlns:a="http://schemas.openxmlformats.org/drawingml/2006/main">
            <a:off x="6519672" y="1928241"/>
            <a:ext cx="0" cy="1459042"/>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7" name="Shape 4">
            <a:extLst xmlns:a="http://schemas.openxmlformats.org/drawingml/2006/main">
              <a:ext uri="{FF2B5EF4-FFF2-40B4-BE49-F238E27FC236}">
                <a16:creationId xmlns:a16="http://schemas.microsoft.com/office/drawing/2014/main" id="{760051AA-B8F2-4026-9B68-C0AAF42CBC2C}"/>
              </a:ext>
            </a:extLst>
          </p:cNvPr>
          <p:cNvSpPr>
            <a:spLocks xmlns:a="http://schemas.openxmlformats.org/drawingml/2006/main" noGrp="1"/>
          </p:cNvSpPr>
          <p:nvPr/>
        </p:nvSpPr>
        <p:spPr>
          <a:xfrm xmlns:a="http://schemas.openxmlformats.org/drawingml/2006/main">
            <a:off x="6519672" y="1928241"/>
            <a:ext cx="420624"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8" name="Shape 5">
            <a:extLst xmlns:a="http://schemas.openxmlformats.org/drawingml/2006/main">
              <a:ext uri="{FF2B5EF4-FFF2-40B4-BE49-F238E27FC236}">
                <a16:creationId xmlns:a16="http://schemas.microsoft.com/office/drawing/2014/main" id="{F2482AF8-5713-4259-B96D-BCA6367D236C}"/>
              </a:ext>
            </a:extLst>
          </p:cNvPr>
          <p:cNvSpPr>
            <a:spLocks xmlns:a="http://schemas.openxmlformats.org/drawingml/2006/main" noGrp="1"/>
          </p:cNvSpPr>
          <p:nvPr/>
        </p:nvSpPr>
        <p:spPr>
          <a:xfrm xmlns:a="http://schemas.openxmlformats.org/drawingml/2006/main">
            <a:off x="6210400" y="4028969"/>
            <a:ext cx="342190"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9" name="Shape 6">
            <a:extLst xmlns:a="http://schemas.openxmlformats.org/drawingml/2006/main">
              <a:ext uri="{FF2B5EF4-FFF2-40B4-BE49-F238E27FC236}">
                <a16:creationId xmlns:a16="http://schemas.microsoft.com/office/drawing/2014/main" id="{56C9CEC9-72CD-4F16-9251-C9B5AE8C3690}"/>
              </a:ext>
            </a:extLst>
          </p:cNvPr>
          <p:cNvSpPr>
            <a:spLocks xmlns:a="http://schemas.openxmlformats.org/drawingml/2006/main" noGrp="1"/>
          </p:cNvSpPr>
          <p:nvPr/>
        </p:nvSpPr>
        <p:spPr>
          <a:xfrm xmlns:a="http://schemas.openxmlformats.org/drawingml/2006/main">
            <a:off x="6552590" y="3187827"/>
            <a:ext cx="0" cy="841142"/>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0" name="Shape 7">
            <a:extLst xmlns:a="http://schemas.openxmlformats.org/drawingml/2006/main">
              <a:ext uri="{FF2B5EF4-FFF2-40B4-BE49-F238E27FC236}">
                <a16:creationId xmlns:a16="http://schemas.microsoft.com/office/drawing/2014/main" id="{5FAEB6F0-48EC-42AA-9068-EF08A6717F05}"/>
              </a:ext>
            </a:extLst>
          </p:cNvPr>
          <p:cNvSpPr>
            <a:spLocks xmlns:a="http://schemas.openxmlformats.org/drawingml/2006/main" noGrp="1"/>
          </p:cNvSpPr>
          <p:nvPr/>
        </p:nvSpPr>
        <p:spPr>
          <a:xfrm xmlns:a="http://schemas.openxmlformats.org/drawingml/2006/main">
            <a:off x="6552590" y="3187827"/>
            <a:ext cx="387706"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11" name="Shape 8">
            <a:extLst xmlns:a="http://schemas.openxmlformats.org/drawingml/2006/main">
              <a:ext uri="{FF2B5EF4-FFF2-40B4-BE49-F238E27FC236}">
                <a16:creationId xmlns:a16="http://schemas.microsoft.com/office/drawing/2014/main" id="{0C9BCE2D-0A77-4640-BB1C-A3C043CA462F}"/>
              </a:ext>
            </a:extLst>
          </p:cNvPr>
          <p:cNvSpPr>
            <a:spLocks xmlns:a="http://schemas.openxmlformats.org/drawingml/2006/main" noGrp="1"/>
          </p:cNvSpPr>
          <p:nvPr/>
        </p:nvSpPr>
        <p:spPr>
          <a:xfrm xmlns:a="http://schemas.openxmlformats.org/drawingml/2006/main">
            <a:off x="3408995" y="2675112"/>
            <a:ext cx="0" cy="2005727"/>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2" name="Shape 9">
            <a:extLst xmlns:a="http://schemas.openxmlformats.org/drawingml/2006/main">
              <a:ext uri="{FF2B5EF4-FFF2-40B4-BE49-F238E27FC236}">
                <a16:creationId xmlns:a16="http://schemas.microsoft.com/office/drawing/2014/main" id="{80439EEC-5297-4A64-B10A-22890119CB29}"/>
              </a:ext>
            </a:extLst>
          </p:cNvPr>
          <p:cNvSpPr>
            <a:spLocks xmlns:a="http://schemas.openxmlformats.org/drawingml/2006/main" noGrp="1"/>
          </p:cNvSpPr>
          <p:nvPr/>
        </p:nvSpPr>
        <p:spPr>
          <a:xfrm xmlns:a="http://schemas.openxmlformats.org/drawingml/2006/main">
            <a:off x="3408995" y="2675112"/>
            <a:ext cx="3176513"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3" name="Shape 10">
            <a:extLst xmlns:a="http://schemas.openxmlformats.org/drawingml/2006/main">
              <a:ext uri="{FF2B5EF4-FFF2-40B4-BE49-F238E27FC236}">
                <a16:creationId xmlns:a16="http://schemas.microsoft.com/office/drawing/2014/main" id="{706A12A8-1565-4F58-8A88-1842C81DD1D4}"/>
              </a:ext>
            </a:extLst>
          </p:cNvPr>
          <p:cNvSpPr>
            <a:spLocks xmlns:a="http://schemas.openxmlformats.org/drawingml/2006/main" noGrp="1"/>
          </p:cNvSpPr>
          <p:nvPr/>
        </p:nvSpPr>
        <p:spPr>
          <a:xfrm xmlns:a="http://schemas.openxmlformats.org/drawingml/2006/main">
            <a:off x="6585509" y="2675112"/>
            <a:ext cx="0" cy="1772301"/>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4" name="Shape 11">
            <a:extLst xmlns:a="http://schemas.openxmlformats.org/drawingml/2006/main">
              <a:ext uri="{FF2B5EF4-FFF2-40B4-BE49-F238E27FC236}">
                <a16:creationId xmlns:a16="http://schemas.microsoft.com/office/drawing/2014/main" id="{CA4CCFC0-3710-4DDD-9CF7-85EAF61AE105}"/>
              </a:ext>
            </a:extLst>
          </p:cNvPr>
          <p:cNvSpPr>
            <a:spLocks xmlns:a="http://schemas.openxmlformats.org/drawingml/2006/main" noGrp="1"/>
          </p:cNvSpPr>
          <p:nvPr/>
        </p:nvSpPr>
        <p:spPr>
          <a:xfrm xmlns:a="http://schemas.openxmlformats.org/drawingml/2006/main">
            <a:off x="6585509" y="4447413"/>
            <a:ext cx="354787"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15" name="Shape 12">
            <a:extLst xmlns:a="http://schemas.openxmlformats.org/drawingml/2006/main">
              <a:ext uri="{FF2B5EF4-FFF2-40B4-BE49-F238E27FC236}">
                <a16:creationId xmlns:a16="http://schemas.microsoft.com/office/drawing/2014/main" id="{AD55A83D-FA77-47BB-A5EA-0BBB3DF82F29}"/>
              </a:ext>
            </a:extLst>
          </p:cNvPr>
          <p:cNvSpPr>
            <a:spLocks xmlns:a="http://schemas.openxmlformats.org/drawingml/2006/main" noGrp="1"/>
          </p:cNvSpPr>
          <p:nvPr/>
        </p:nvSpPr>
        <p:spPr>
          <a:xfrm xmlns:a="http://schemas.openxmlformats.org/drawingml/2006/main">
            <a:off x="6210400" y="4680839"/>
            <a:ext cx="408027"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6" name="Shape 13">
            <a:extLst xmlns:a="http://schemas.openxmlformats.org/drawingml/2006/main">
              <a:ext uri="{FF2B5EF4-FFF2-40B4-BE49-F238E27FC236}">
                <a16:creationId xmlns:a16="http://schemas.microsoft.com/office/drawing/2014/main" id="{DD1D185F-FA51-4D47-B526-665D462AC340}"/>
              </a:ext>
            </a:extLst>
          </p:cNvPr>
          <p:cNvSpPr>
            <a:spLocks xmlns:a="http://schemas.openxmlformats.org/drawingml/2006/main" noGrp="1"/>
          </p:cNvSpPr>
          <p:nvPr/>
        </p:nvSpPr>
        <p:spPr>
          <a:xfrm xmlns:a="http://schemas.openxmlformats.org/drawingml/2006/main">
            <a:off x="6618427" y="4680839"/>
            <a:ext cx="0" cy="102616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7" name="Shape 14">
            <a:extLst xmlns:a="http://schemas.openxmlformats.org/drawingml/2006/main">
              <a:ext uri="{FF2B5EF4-FFF2-40B4-BE49-F238E27FC236}">
                <a16:creationId xmlns:a16="http://schemas.microsoft.com/office/drawing/2014/main" id="{902DF74D-57E1-436D-B03D-9A8154B98EF3}"/>
              </a:ext>
            </a:extLst>
          </p:cNvPr>
          <p:cNvSpPr>
            <a:spLocks xmlns:a="http://schemas.openxmlformats.org/drawingml/2006/main" noGrp="1"/>
          </p:cNvSpPr>
          <p:nvPr/>
        </p:nvSpPr>
        <p:spPr>
          <a:xfrm xmlns:a="http://schemas.openxmlformats.org/drawingml/2006/main">
            <a:off x="6618427" y="5706999"/>
            <a:ext cx="321869"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18" name="Shape 15">
            <a:extLst xmlns:a="http://schemas.openxmlformats.org/drawingml/2006/main">
              <a:ext uri="{FF2B5EF4-FFF2-40B4-BE49-F238E27FC236}">
                <a16:creationId xmlns:a16="http://schemas.microsoft.com/office/drawing/2014/main" id="{F7CA22F9-7FB4-4E9D-8396-F6556B34E60A}"/>
              </a:ext>
            </a:extLst>
          </p:cNvPr>
          <p:cNvSpPr>
            <a:spLocks xmlns:a="http://schemas.openxmlformats.org/drawingml/2006/main" noGrp="1"/>
          </p:cNvSpPr>
          <p:nvPr/>
        </p:nvSpPr>
        <p:spPr>
          <a:xfrm xmlns:a="http://schemas.openxmlformats.org/drawingml/2006/main">
            <a:off x="6082384" y="3259267"/>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19" name="Text 16">
            <a:extLst xmlns:a="http://schemas.openxmlformats.org/drawingml/2006/main">
              <a:ext uri="{FF2B5EF4-FFF2-40B4-BE49-F238E27FC236}">
                <a16:creationId xmlns:a16="http://schemas.microsoft.com/office/drawing/2014/main" id="{80CEEB88-9543-410C-A28E-70BDB6676842}"/>
              </a:ext>
            </a:extLst>
          </p:cNvPr>
          <p:cNvSpPr>
            <a:spLocks xmlns:a="http://schemas.openxmlformats.org/drawingml/2006/main" noGrp="1"/>
          </p:cNvSpPr>
          <p:nvPr/>
        </p:nvSpPr>
        <p:spPr>
          <a:xfrm xmlns:a="http://schemas.openxmlformats.org/drawingml/2006/main">
            <a:off x="6082384" y="3259267"/>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1</a:t>
            </a:r>
            <a:endParaRPr sz="850"/>
          </a:p>
        </p:txBody>
      </p:sp>
      <p:sp>
        <p:nvSpPr>
          <p:cNvPr id="20" name="Shape 17">
            <a:extLst xmlns:a="http://schemas.openxmlformats.org/drawingml/2006/main">
              <a:ext uri="{FF2B5EF4-FFF2-40B4-BE49-F238E27FC236}">
                <a16:creationId xmlns:a16="http://schemas.microsoft.com/office/drawing/2014/main" id="{E9A21E73-49AC-4B68-A13B-88690D04219F}"/>
              </a:ext>
            </a:extLst>
          </p:cNvPr>
          <p:cNvSpPr>
            <a:spLocks xmlns:a="http://schemas.openxmlformats.org/drawingml/2006/main" noGrp="1"/>
          </p:cNvSpPr>
          <p:nvPr/>
        </p:nvSpPr>
        <p:spPr>
          <a:xfrm xmlns:a="http://schemas.openxmlformats.org/drawingml/2006/main">
            <a:off x="6940296" y="1371600"/>
            <a:ext cx="4654296" cy="1113282"/>
          </a:xfrm>
          <a:prstGeom xmlns:a="http://schemas.openxmlformats.org/drawingml/2006/main" prst="roundRect">
            <a:avLst>
              <a:gd name="adj" fmla="val 4928"/>
            </a:avLst>
          </a:prstGeom>
          <a:solidFill xmlns:a="http://schemas.openxmlformats.org/drawingml/2006/main">
            <a:srgbClr val="F4F6FB"/>
          </a:solidFill>
          <a:ln xmlns:a="http://schemas.openxmlformats.org/drawingml/2006/main" w="12700">
            <a:solidFill>
              <a:srgbClr val="D8DEEC"/>
            </a:solidFill>
            <a:prstDash val="solid"/>
          </a:ln>
        </p:spPr>
      </p:sp>
      <p:sp>
        <p:nvSpPr>
          <p:cNvPr id="21" name="Shape 18">
            <a:extLst xmlns:a="http://schemas.openxmlformats.org/drawingml/2006/main">
              <a:ext uri="{FF2B5EF4-FFF2-40B4-BE49-F238E27FC236}">
                <a16:creationId xmlns:a16="http://schemas.microsoft.com/office/drawing/2014/main" id="{8DDCBDD5-D2C5-4976-A6B3-EA184B66265A}"/>
              </a:ext>
            </a:extLst>
          </p:cNvPr>
          <p:cNvSpPr>
            <a:spLocks xmlns:a="http://schemas.openxmlformats.org/drawingml/2006/main" noGrp="1"/>
          </p:cNvSpPr>
          <p:nvPr/>
        </p:nvSpPr>
        <p:spPr>
          <a:xfrm xmlns:a="http://schemas.openxmlformats.org/drawingml/2006/main">
            <a:off x="7050024" y="1481328"/>
            <a:ext cx="237744" cy="237744"/>
          </a:xfrm>
          <a:prstGeom xmlns:a="http://schemas.openxmlformats.org/drawingml/2006/main" prst="ellipse">
            <a:avLst/>
          </a:prstGeom>
          <a:solidFill xmlns:a="http://schemas.openxmlformats.org/drawingml/2006/main">
            <a:srgbClr val="1E2761"/>
          </a:solidFill>
        </p:spPr>
      </p:sp>
      <p:sp>
        <p:nvSpPr>
          <p:cNvPr id="22" name="Text 19">
            <a:extLst xmlns:a="http://schemas.openxmlformats.org/drawingml/2006/main">
              <a:ext uri="{FF2B5EF4-FFF2-40B4-BE49-F238E27FC236}">
                <a16:creationId xmlns:a16="http://schemas.microsoft.com/office/drawing/2014/main" id="{0FA30AC1-5F7C-42EE-988C-AD8AED400192}"/>
              </a:ext>
            </a:extLst>
          </p:cNvPr>
          <p:cNvSpPr>
            <a:spLocks xmlns:a="http://schemas.openxmlformats.org/drawingml/2006/main" noGrp="1"/>
          </p:cNvSpPr>
          <p:nvPr/>
        </p:nvSpPr>
        <p:spPr>
          <a:xfrm xmlns:a="http://schemas.openxmlformats.org/drawingml/2006/main">
            <a:off x="7050024" y="1481328"/>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1</a:t>
            </a:r>
            <a:endParaRPr sz="800"/>
          </a:p>
        </p:txBody>
      </p:sp>
      <p:sp>
        <p:nvSpPr>
          <p:cNvPr id="23" name="Text 20">
            <a:extLst xmlns:a="http://schemas.openxmlformats.org/drawingml/2006/main">
              <a:ext uri="{FF2B5EF4-FFF2-40B4-BE49-F238E27FC236}">
                <a16:creationId xmlns:a16="http://schemas.microsoft.com/office/drawing/2014/main" id="{F827CE72-4050-42F5-AA6B-83CF5CEBF9F2}"/>
              </a:ext>
            </a:extLst>
          </p:cNvPr>
          <p:cNvSpPr>
            <a:spLocks xmlns:a="http://schemas.openxmlformats.org/drawingml/2006/main" noGrp="1"/>
          </p:cNvSpPr>
          <p:nvPr/>
        </p:nvSpPr>
        <p:spPr>
          <a:xfrm xmlns:a="http://schemas.openxmlformats.org/drawingml/2006/main">
            <a:off x="7379208" y="1444752"/>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E2761"/>
                </a:solidFill>
                <a:latin typeface="Calibri"/>
                <a:ea typeface="Calibri"/>
                <a:cs typeface="Calibri"/>
              </a:rPr>
              <a:t>Employee group</a:t>
            </a:r>
            <a:endParaRPr sz="1150"/>
          </a:p>
        </p:txBody>
      </p:sp>
      <p:sp>
        <p:nvSpPr>
          <p:cNvPr id="24" name="Text 21">
            <a:extLst xmlns:a="http://schemas.openxmlformats.org/drawingml/2006/main">
              <a:ext uri="{FF2B5EF4-FFF2-40B4-BE49-F238E27FC236}">
                <a16:creationId xmlns:a16="http://schemas.microsoft.com/office/drawing/2014/main" id="{70EF2E89-6E06-4BBD-BA2A-C2D71B8A4B34}"/>
              </a:ext>
            </a:extLst>
          </p:cNvPr>
          <p:cNvSpPr>
            <a:spLocks xmlns:a="http://schemas.openxmlformats.org/drawingml/2006/main" noGrp="1"/>
          </p:cNvSpPr>
          <p:nvPr/>
        </p:nvSpPr>
        <p:spPr>
          <a:xfrm xmlns:a="http://schemas.openxmlformats.org/drawingml/2006/main">
            <a:off x="7068312" y="1755648"/>
            <a:ext cx="4398264" cy="65608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00"/>
              </a:lnSpc>
              <a:buNone/>
            </a:pPr>
            <a:r>
              <a:rPr sz="1000">
                <a:solidFill>
                  <a:srgbClr val="4B4458"/>
                </a:solidFill>
                <a:latin typeface="Calibri"/>
                <a:ea typeface="Calibri"/>
                <a:cs typeface="Calibri"/>
              </a:rPr>
              <a:t>Restricts the assignment to All Employees, Monthly, Rank and File, Managers or Retirement Eligible.</a:t>
            </a:r>
            <a:endParaRPr sz="1000"/>
          </a:p>
        </p:txBody>
      </p:sp>
      <p:sp>
        <p:nvSpPr>
          <p:cNvPr id="25" name="Shape 22">
            <a:extLst xmlns:a="http://schemas.openxmlformats.org/drawingml/2006/main">
              <a:ext uri="{FF2B5EF4-FFF2-40B4-BE49-F238E27FC236}">
                <a16:creationId xmlns:a16="http://schemas.microsoft.com/office/drawing/2014/main" id="{114A34F5-5757-4577-980C-290371CB274A}"/>
              </a:ext>
            </a:extLst>
          </p:cNvPr>
          <p:cNvSpPr>
            <a:spLocks xmlns:a="http://schemas.openxmlformats.org/drawingml/2006/main" noGrp="1"/>
          </p:cNvSpPr>
          <p:nvPr/>
        </p:nvSpPr>
        <p:spPr>
          <a:xfrm xmlns:a="http://schemas.openxmlformats.org/drawingml/2006/main">
            <a:off x="6082384" y="3900953"/>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26" name="Text 23">
            <a:extLst xmlns:a="http://schemas.openxmlformats.org/drawingml/2006/main">
              <a:ext uri="{FF2B5EF4-FFF2-40B4-BE49-F238E27FC236}">
                <a16:creationId xmlns:a16="http://schemas.microsoft.com/office/drawing/2014/main" id="{2DB9D123-397B-4574-A4F5-6598668975D5}"/>
              </a:ext>
            </a:extLst>
          </p:cNvPr>
          <p:cNvSpPr>
            <a:spLocks xmlns:a="http://schemas.openxmlformats.org/drawingml/2006/main" noGrp="1"/>
          </p:cNvSpPr>
          <p:nvPr/>
        </p:nvSpPr>
        <p:spPr>
          <a:xfrm xmlns:a="http://schemas.openxmlformats.org/drawingml/2006/main">
            <a:off x="6082384" y="3900953"/>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2</a:t>
            </a:r>
            <a:endParaRPr sz="850"/>
          </a:p>
        </p:txBody>
      </p:sp>
      <p:sp>
        <p:nvSpPr>
          <p:cNvPr id="27" name="Shape 24">
            <a:extLst xmlns:a="http://schemas.openxmlformats.org/drawingml/2006/main">
              <a:ext uri="{FF2B5EF4-FFF2-40B4-BE49-F238E27FC236}">
                <a16:creationId xmlns:a16="http://schemas.microsoft.com/office/drawing/2014/main" id="{806822C6-213C-4ED4-9D1C-686604505324}"/>
              </a:ext>
            </a:extLst>
          </p:cNvPr>
          <p:cNvSpPr>
            <a:spLocks xmlns:a="http://schemas.openxmlformats.org/drawingml/2006/main" noGrp="1"/>
          </p:cNvSpPr>
          <p:nvPr/>
        </p:nvSpPr>
        <p:spPr>
          <a:xfrm xmlns:a="http://schemas.openxmlformats.org/drawingml/2006/main">
            <a:off x="6940296" y="2631186"/>
            <a:ext cx="4654296" cy="1113282"/>
          </a:xfrm>
          <a:prstGeom xmlns:a="http://schemas.openxmlformats.org/drawingml/2006/main" prst="roundRect">
            <a:avLst>
              <a:gd name="adj" fmla="val 4928"/>
            </a:avLst>
          </a:prstGeom>
          <a:solidFill xmlns:a="http://schemas.openxmlformats.org/drawingml/2006/main">
            <a:srgbClr val="F4F6FB"/>
          </a:solidFill>
          <a:ln xmlns:a="http://schemas.openxmlformats.org/drawingml/2006/main" w="12700">
            <a:solidFill>
              <a:srgbClr val="D8DEEC"/>
            </a:solidFill>
            <a:prstDash val="solid"/>
          </a:ln>
        </p:spPr>
      </p:sp>
      <p:sp>
        <p:nvSpPr>
          <p:cNvPr id="28" name="Shape 25">
            <a:extLst xmlns:a="http://schemas.openxmlformats.org/drawingml/2006/main">
              <a:ext uri="{FF2B5EF4-FFF2-40B4-BE49-F238E27FC236}">
                <a16:creationId xmlns:a16="http://schemas.microsoft.com/office/drawing/2014/main" id="{BF465DF1-27AE-49BC-B2F6-A8C093C599ED}"/>
              </a:ext>
            </a:extLst>
          </p:cNvPr>
          <p:cNvSpPr>
            <a:spLocks xmlns:a="http://schemas.openxmlformats.org/drawingml/2006/main" noGrp="1"/>
          </p:cNvSpPr>
          <p:nvPr/>
        </p:nvSpPr>
        <p:spPr>
          <a:xfrm xmlns:a="http://schemas.openxmlformats.org/drawingml/2006/main">
            <a:off x="7050024" y="2740914"/>
            <a:ext cx="237744" cy="237744"/>
          </a:xfrm>
          <a:prstGeom xmlns:a="http://schemas.openxmlformats.org/drawingml/2006/main" prst="ellipse">
            <a:avLst/>
          </a:prstGeom>
          <a:solidFill xmlns:a="http://schemas.openxmlformats.org/drawingml/2006/main">
            <a:srgbClr val="1E2761"/>
          </a:solidFill>
        </p:spPr>
      </p:sp>
      <p:sp>
        <p:nvSpPr>
          <p:cNvPr id="29" name="Text 26">
            <a:extLst xmlns:a="http://schemas.openxmlformats.org/drawingml/2006/main">
              <a:ext uri="{FF2B5EF4-FFF2-40B4-BE49-F238E27FC236}">
                <a16:creationId xmlns:a16="http://schemas.microsoft.com/office/drawing/2014/main" id="{B2017C38-9E51-4B16-B439-67CE3E40666E}"/>
              </a:ext>
            </a:extLst>
          </p:cNvPr>
          <p:cNvSpPr>
            <a:spLocks xmlns:a="http://schemas.openxmlformats.org/drawingml/2006/main" noGrp="1"/>
          </p:cNvSpPr>
          <p:nvPr/>
        </p:nvSpPr>
        <p:spPr>
          <a:xfrm xmlns:a="http://schemas.openxmlformats.org/drawingml/2006/main">
            <a:off x="7050024" y="2740914"/>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2</a:t>
            </a:r>
            <a:endParaRPr sz="800"/>
          </a:p>
        </p:txBody>
      </p:sp>
      <p:sp>
        <p:nvSpPr>
          <p:cNvPr id="30" name="Text 27">
            <a:extLst xmlns:a="http://schemas.openxmlformats.org/drawingml/2006/main">
              <a:ext uri="{FF2B5EF4-FFF2-40B4-BE49-F238E27FC236}">
                <a16:creationId xmlns:a16="http://schemas.microsoft.com/office/drawing/2014/main" id="{E98005FD-2BF3-48A1-8841-A7E8B8C82421}"/>
              </a:ext>
            </a:extLst>
          </p:cNvPr>
          <p:cNvSpPr>
            <a:spLocks xmlns:a="http://schemas.openxmlformats.org/drawingml/2006/main" noGrp="1"/>
          </p:cNvSpPr>
          <p:nvPr/>
        </p:nvSpPr>
        <p:spPr>
          <a:xfrm xmlns:a="http://schemas.openxmlformats.org/drawingml/2006/main">
            <a:off x="7379208" y="2704338"/>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E2761"/>
                </a:solidFill>
                <a:latin typeface="Calibri"/>
                <a:ea typeface="Calibri"/>
                <a:cs typeface="Calibri"/>
              </a:rPr>
              <a:t>Frequency</a:t>
            </a:r>
            <a:endParaRPr sz="1150"/>
          </a:p>
        </p:txBody>
      </p:sp>
      <p:sp>
        <p:nvSpPr>
          <p:cNvPr id="31" name="Text 28">
            <a:extLst xmlns:a="http://schemas.openxmlformats.org/drawingml/2006/main">
              <a:ext uri="{FF2B5EF4-FFF2-40B4-BE49-F238E27FC236}">
                <a16:creationId xmlns:a16="http://schemas.microsoft.com/office/drawing/2014/main" id="{EDAF4AB0-BEF3-4268-A3F5-7E183DB39EF6}"/>
              </a:ext>
            </a:extLst>
          </p:cNvPr>
          <p:cNvSpPr>
            <a:spLocks xmlns:a="http://schemas.openxmlformats.org/drawingml/2006/main" noGrp="1"/>
          </p:cNvSpPr>
          <p:nvPr/>
        </p:nvSpPr>
        <p:spPr>
          <a:xfrm xmlns:a="http://schemas.openxmlformats.org/drawingml/2006/main">
            <a:off x="7068312" y="3015234"/>
            <a:ext cx="4398264" cy="65608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00"/>
              </a:lnSpc>
              <a:buNone/>
            </a:pPr>
            <a:r>
              <a:rPr sz="1000">
                <a:solidFill>
                  <a:srgbClr val="4B4458"/>
                </a:solidFill>
                <a:latin typeface="Calibri"/>
                <a:ea typeface="Calibri"/>
                <a:cs typeface="Calibri"/>
              </a:rPr>
              <a:t>Defines the event: every payroll, monthly, quarterly, annually or on retirement.</a:t>
            </a:r>
            <a:endParaRPr sz="1000"/>
          </a:p>
        </p:txBody>
      </p:sp>
      <p:sp>
        <p:nvSpPr>
          <p:cNvPr id="32" name="Shape 29">
            <a:extLst xmlns:a="http://schemas.openxmlformats.org/drawingml/2006/main">
              <a:ext uri="{FF2B5EF4-FFF2-40B4-BE49-F238E27FC236}">
                <a16:creationId xmlns:a16="http://schemas.microsoft.com/office/drawing/2014/main" id="{70177E8C-5451-4492-8EC6-000316E37EF9}"/>
              </a:ext>
            </a:extLst>
          </p:cNvPr>
          <p:cNvSpPr>
            <a:spLocks xmlns:a="http://schemas.openxmlformats.org/drawingml/2006/main" noGrp="1"/>
          </p:cNvSpPr>
          <p:nvPr/>
        </p:nvSpPr>
        <p:spPr>
          <a:xfrm xmlns:a="http://schemas.openxmlformats.org/drawingml/2006/main">
            <a:off x="3280979" y="4552823"/>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33" name="Text 30">
            <a:extLst xmlns:a="http://schemas.openxmlformats.org/drawingml/2006/main">
              <a:ext uri="{FF2B5EF4-FFF2-40B4-BE49-F238E27FC236}">
                <a16:creationId xmlns:a16="http://schemas.microsoft.com/office/drawing/2014/main" id="{69E2D6B3-C575-46B8-A55C-4A8DE8A8909A}"/>
              </a:ext>
            </a:extLst>
          </p:cNvPr>
          <p:cNvSpPr>
            <a:spLocks xmlns:a="http://schemas.openxmlformats.org/drawingml/2006/main" noGrp="1"/>
          </p:cNvSpPr>
          <p:nvPr/>
        </p:nvSpPr>
        <p:spPr>
          <a:xfrm xmlns:a="http://schemas.openxmlformats.org/drawingml/2006/main">
            <a:off x="3280979" y="4552823"/>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3</a:t>
            </a:r>
            <a:endParaRPr sz="850"/>
          </a:p>
        </p:txBody>
      </p:sp>
      <p:sp>
        <p:nvSpPr>
          <p:cNvPr id="34" name="Shape 31">
            <a:extLst xmlns:a="http://schemas.openxmlformats.org/drawingml/2006/main">
              <a:ext uri="{FF2B5EF4-FFF2-40B4-BE49-F238E27FC236}">
                <a16:creationId xmlns:a16="http://schemas.microsoft.com/office/drawing/2014/main" id="{C252072A-B76A-465E-85EB-58BE64B928D1}"/>
              </a:ext>
            </a:extLst>
          </p:cNvPr>
          <p:cNvSpPr>
            <a:spLocks xmlns:a="http://schemas.openxmlformats.org/drawingml/2006/main" noGrp="1"/>
          </p:cNvSpPr>
          <p:nvPr/>
        </p:nvSpPr>
        <p:spPr>
          <a:xfrm xmlns:a="http://schemas.openxmlformats.org/drawingml/2006/main">
            <a:off x="6940296" y="3890772"/>
            <a:ext cx="4654296" cy="1113282"/>
          </a:xfrm>
          <a:prstGeom xmlns:a="http://schemas.openxmlformats.org/drawingml/2006/main" prst="roundRect">
            <a:avLst>
              <a:gd name="adj" fmla="val 4928"/>
            </a:avLst>
          </a:prstGeom>
          <a:solidFill xmlns:a="http://schemas.openxmlformats.org/drawingml/2006/main">
            <a:srgbClr val="F4F6FB"/>
          </a:solidFill>
          <a:ln xmlns:a="http://schemas.openxmlformats.org/drawingml/2006/main" w="12700">
            <a:solidFill>
              <a:srgbClr val="D8DEEC"/>
            </a:solidFill>
            <a:prstDash val="solid"/>
          </a:ln>
        </p:spPr>
      </p:sp>
      <p:sp>
        <p:nvSpPr>
          <p:cNvPr id="35" name="Shape 32">
            <a:extLst xmlns:a="http://schemas.openxmlformats.org/drawingml/2006/main">
              <a:ext uri="{FF2B5EF4-FFF2-40B4-BE49-F238E27FC236}">
                <a16:creationId xmlns:a16="http://schemas.microsoft.com/office/drawing/2014/main" id="{225E1F51-08C6-4910-A873-B1867EC510D2}"/>
              </a:ext>
            </a:extLst>
          </p:cNvPr>
          <p:cNvSpPr>
            <a:spLocks xmlns:a="http://schemas.openxmlformats.org/drawingml/2006/main" noGrp="1"/>
          </p:cNvSpPr>
          <p:nvPr/>
        </p:nvSpPr>
        <p:spPr>
          <a:xfrm xmlns:a="http://schemas.openxmlformats.org/drawingml/2006/main">
            <a:off x="7050024" y="4000500"/>
            <a:ext cx="237744" cy="237744"/>
          </a:xfrm>
          <a:prstGeom xmlns:a="http://schemas.openxmlformats.org/drawingml/2006/main" prst="ellipse">
            <a:avLst/>
          </a:prstGeom>
          <a:solidFill xmlns:a="http://schemas.openxmlformats.org/drawingml/2006/main">
            <a:srgbClr val="1E2761"/>
          </a:solidFill>
        </p:spPr>
      </p:sp>
      <p:sp>
        <p:nvSpPr>
          <p:cNvPr id="36" name="Text 33">
            <a:extLst xmlns:a="http://schemas.openxmlformats.org/drawingml/2006/main">
              <a:ext uri="{FF2B5EF4-FFF2-40B4-BE49-F238E27FC236}">
                <a16:creationId xmlns:a16="http://schemas.microsoft.com/office/drawing/2014/main" id="{F4ED975C-ED06-46D8-88D5-2CD6ED4128AB}"/>
              </a:ext>
            </a:extLst>
          </p:cNvPr>
          <p:cNvSpPr>
            <a:spLocks xmlns:a="http://schemas.openxmlformats.org/drawingml/2006/main" noGrp="1"/>
          </p:cNvSpPr>
          <p:nvPr/>
        </p:nvSpPr>
        <p:spPr>
          <a:xfrm xmlns:a="http://schemas.openxmlformats.org/drawingml/2006/main">
            <a:off x="7050024" y="4000500"/>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3</a:t>
            </a:r>
            <a:endParaRPr sz="800"/>
          </a:p>
        </p:txBody>
      </p:sp>
      <p:sp>
        <p:nvSpPr>
          <p:cNvPr id="37" name="Text 34">
            <a:extLst xmlns:a="http://schemas.openxmlformats.org/drawingml/2006/main">
              <a:ext uri="{FF2B5EF4-FFF2-40B4-BE49-F238E27FC236}">
                <a16:creationId xmlns:a16="http://schemas.microsoft.com/office/drawing/2014/main" id="{6FDA7ADA-FE00-4A3A-9C27-60AEF420141D}"/>
              </a:ext>
            </a:extLst>
          </p:cNvPr>
          <p:cNvSpPr>
            <a:spLocks xmlns:a="http://schemas.openxmlformats.org/drawingml/2006/main" noGrp="1"/>
          </p:cNvSpPr>
          <p:nvPr/>
        </p:nvSpPr>
        <p:spPr>
          <a:xfrm xmlns:a="http://schemas.openxmlformats.org/drawingml/2006/main">
            <a:off x="7379208" y="3963924"/>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E2761"/>
                </a:solidFill>
                <a:latin typeface="Calibri"/>
                <a:ea typeface="Calibri"/>
                <a:cs typeface="Calibri"/>
              </a:rPr>
              <a:t>Status</a:t>
            </a:r>
            <a:endParaRPr sz="1150"/>
          </a:p>
        </p:txBody>
      </p:sp>
      <p:sp>
        <p:nvSpPr>
          <p:cNvPr id="38" name="Text 35">
            <a:extLst xmlns:a="http://schemas.openxmlformats.org/drawingml/2006/main">
              <a:ext uri="{FF2B5EF4-FFF2-40B4-BE49-F238E27FC236}">
                <a16:creationId xmlns:a16="http://schemas.microsoft.com/office/drawing/2014/main" id="{80AAE739-845D-4DBA-8B4A-3002D0BAA421}"/>
              </a:ext>
            </a:extLst>
          </p:cNvPr>
          <p:cNvSpPr>
            <a:spLocks xmlns:a="http://schemas.openxmlformats.org/drawingml/2006/main" noGrp="1"/>
          </p:cNvSpPr>
          <p:nvPr/>
        </p:nvSpPr>
        <p:spPr>
          <a:xfrm xmlns:a="http://schemas.openxmlformats.org/drawingml/2006/main">
            <a:off x="7068312" y="4274820"/>
            <a:ext cx="4398264" cy="65608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00"/>
              </a:lnSpc>
              <a:buNone/>
            </a:pPr>
            <a:r>
              <a:rPr sz="1000">
                <a:solidFill>
                  <a:srgbClr val="4B4458"/>
                </a:solidFill>
                <a:latin typeface="Calibri"/>
                <a:ea typeface="Calibri"/>
                <a:cs typeface="Calibri"/>
              </a:rPr>
              <a:t>Active makes the assignment eligible for matching. Inactive retains the setup without using it for new transactions.</a:t>
            </a:r>
            <a:endParaRPr sz="1000"/>
          </a:p>
        </p:txBody>
      </p:sp>
      <p:sp>
        <p:nvSpPr>
          <p:cNvPr id="39" name="Shape 36">
            <a:extLst xmlns:a="http://schemas.openxmlformats.org/drawingml/2006/main">
              <a:ext uri="{FF2B5EF4-FFF2-40B4-BE49-F238E27FC236}">
                <a16:creationId xmlns:a16="http://schemas.microsoft.com/office/drawing/2014/main" id="{FF0A230F-0C34-4F57-B844-BACE05AD081A}"/>
              </a:ext>
            </a:extLst>
          </p:cNvPr>
          <p:cNvSpPr>
            <a:spLocks xmlns:a="http://schemas.openxmlformats.org/drawingml/2006/main" noGrp="1"/>
          </p:cNvSpPr>
          <p:nvPr/>
        </p:nvSpPr>
        <p:spPr>
          <a:xfrm xmlns:a="http://schemas.openxmlformats.org/drawingml/2006/main">
            <a:off x="6082384" y="4552823"/>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40" name="Text 37">
            <a:extLst xmlns:a="http://schemas.openxmlformats.org/drawingml/2006/main">
              <a:ext uri="{FF2B5EF4-FFF2-40B4-BE49-F238E27FC236}">
                <a16:creationId xmlns:a16="http://schemas.microsoft.com/office/drawing/2014/main" id="{63DA3D37-F568-4AA6-9942-83F19F9C6BA3}"/>
              </a:ext>
            </a:extLst>
          </p:cNvPr>
          <p:cNvSpPr>
            <a:spLocks xmlns:a="http://schemas.openxmlformats.org/drawingml/2006/main" noGrp="1"/>
          </p:cNvSpPr>
          <p:nvPr/>
        </p:nvSpPr>
        <p:spPr>
          <a:xfrm xmlns:a="http://schemas.openxmlformats.org/drawingml/2006/main">
            <a:off x="6082384" y="4552823"/>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4</a:t>
            </a:r>
            <a:endParaRPr sz="850"/>
          </a:p>
        </p:txBody>
      </p:sp>
      <p:sp>
        <p:nvSpPr>
          <p:cNvPr id="41" name="Shape 38">
            <a:extLst xmlns:a="http://schemas.openxmlformats.org/drawingml/2006/main">
              <a:ext uri="{FF2B5EF4-FFF2-40B4-BE49-F238E27FC236}">
                <a16:creationId xmlns:a16="http://schemas.microsoft.com/office/drawing/2014/main" id="{69D1C9D6-4BE5-4B78-99B3-152D4F2A0C58}"/>
              </a:ext>
            </a:extLst>
          </p:cNvPr>
          <p:cNvSpPr>
            <a:spLocks xmlns:a="http://schemas.openxmlformats.org/drawingml/2006/main" noGrp="1"/>
          </p:cNvSpPr>
          <p:nvPr/>
        </p:nvSpPr>
        <p:spPr>
          <a:xfrm xmlns:a="http://schemas.openxmlformats.org/drawingml/2006/main">
            <a:off x="6940296" y="5150358"/>
            <a:ext cx="4654296" cy="1113282"/>
          </a:xfrm>
          <a:prstGeom xmlns:a="http://schemas.openxmlformats.org/drawingml/2006/main" prst="roundRect">
            <a:avLst>
              <a:gd name="adj" fmla="val 4928"/>
            </a:avLst>
          </a:prstGeom>
          <a:solidFill xmlns:a="http://schemas.openxmlformats.org/drawingml/2006/main">
            <a:srgbClr val="F4F6FB"/>
          </a:solidFill>
          <a:ln xmlns:a="http://schemas.openxmlformats.org/drawingml/2006/main" w="12700">
            <a:solidFill>
              <a:srgbClr val="D8DEEC"/>
            </a:solidFill>
            <a:prstDash val="solid"/>
          </a:ln>
        </p:spPr>
      </p:sp>
      <p:sp>
        <p:nvSpPr>
          <p:cNvPr id="42" name="Shape 39">
            <a:extLst xmlns:a="http://schemas.openxmlformats.org/drawingml/2006/main">
              <a:ext uri="{FF2B5EF4-FFF2-40B4-BE49-F238E27FC236}">
                <a16:creationId xmlns:a16="http://schemas.microsoft.com/office/drawing/2014/main" id="{2EBBF0B4-D8AC-4ECD-B26A-4FA60A1DA491}"/>
              </a:ext>
            </a:extLst>
          </p:cNvPr>
          <p:cNvSpPr>
            <a:spLocks xmlns:a="http://schemas.openxmlformats.org/drawingml/2006/main" noGrp="1"/>
          </p:cNvSpPr>
          <p:nvPr/>
        </p:nvSpPr>
        <p:spPr>
          <a:xfrm xmlns:a="http://schemas.openxmlformats.org/drawingml/2006/main">
            <a:off x="7050024" y="5260086"/>
            <a:ext cx="237744" cy="237744"/>
          </a:xfrm>
          <a:prstGeom xmlns:a="http://schemas.openxmlformats.org/drawingml/2006/main" prst="ellipse">
            <a:avLst/>
          </a:prstGeom>
          <a:solidFill xmlns:a="http://schemas.openxmlformats.org/drawingml/2006/main">
            <a:srgbClr val="1E2761"/>
          </a:solidFill>
        </p:spPr>
      </p:sp>
      <p:sp>
        <p:nvSpPr>
          <p:cNvPr id="43" name="Text 40">
            <a:extLst xmlns:a="http://schemas.openxmlformats.org/drawingml/2006/main">
              <a:ext uri="{FF2B5EF4-FFF2-40B4-BE49-F238E27FC236}">
                <a16:creationId xmlns:a16="http://schemas.microsoft.com/office/drawing/2014/main" id="{3B37EDA4-8404-4C6F-BF4B-1E6A699B209F}"/>
              </a:ext>
            </a:extLst>
          </p:cNvPr>
          <p:cNvSpPr>
            <a:spLocks xmlns:a="http://schemas.openxmlformats.org/drawingml/2006/main" noGrp="1"/>
          </p:cNvSpPr>
          <p:nvPr/>
        </p:nvSpPr>
        <p:spPr>
          <a:xfrm xmlns:a="http://schemas.openxmlformats.org/drawingml/2006/main">
            <a:off x="7050024" y="5260086"/>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4</a:t>
            </a:r>
            <a:endParaRPr sz="800"/>
          </a:p>
        </p:txBody>
      </p:sp>
      <p:sp>
        <p:nvSpPr>
          <p:cNvPr id="44" name="Text 41">
            <a:extLst xmlns:a="http://schemas.openxmlformats.org/drawingml/2006/main">
              <a:ext uri="{FF2B5EF4-FFF2-40B4-BE49-F238E27FC236}">
                <a16:creationId xmlns:a16="http://schemas.microsoft.com/office/drawing/2014/main" id="{3EC3DE37-9CB6-4B3C-9D9B-CAD9FB794BDC}"/>
              </a:ext>
            </a:extLst>
          </p:cNvPr>
          <p:cNvSpPr>
            <a:spLocks xmlns:a="http://schemas.openxmlformats.org/drawingml/2006/main" noGrp="1"/>
          </p:cNvSpPr>
          <p:nvPr/>
        </p:nvSpPr>
        <p:spPr>
          <a:xfrm xmlns:a="http://schemas.openxmlformats.org/drawingml/2006/main">
            <a:off x="7379208" y="5223510"/>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E2761"/>
                </a:solidFill>
                <a:latin typeface="Calibri"/>
                <a:ea typeface="Calibri"/>
                <a:cs typeface="Calibri"/>
              </a:rPr>
              <a:t>Action</a:t>
            </a:r>
            <a:endParaRPr sz="1150"/>
          </a:p>
        </p:txBody>
      </p:sp>
      <p:sp>
        <p:nvSpPr>
          <p:cNvPr id="45" name="Text 42">
            <a:extLst xmlns:a="http://schemas.openxmlformats.org/drawingml/2006/main">
              <a:ext uri="{FF2B5EF4-FFF2-40B4-BE49-F238E27FC236}">
                <a16:creationId xmlns:a16="http://schemas.microsoft.com/office/drawing/2014/main" id="{D25DA348-E073-4D53-9AA0-42975FF18DD9}"/>
              </a:ext>
            </a:extLst>
          </p:cNvPr>
          <p:cNvSpPr>
            <a:spLocks xmlns:a="http://schemas.openxmlformats.org/drawingml/2006/main" noGrp="1"/>
          </p:cNvSpPr>
          <p:nvPr/>
        </p:nvSpPr>
        <p:spPr>
          <a:xfrm xmlns:a="http://schemas.openxmlformats.org/drawingml/2006/main">
            <a:off x="7068312" y="5534406"/>
            <a:ext cx="4398264" cy="65608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00"/>
              </a:lnSpc>
              <a:buNone/>
            </a:pPr>
            <a:r>
              <a:rPr sz="1000">
                <a:solidFill>
                  <a:srgbClr val="4B4458"/>
                </a:solidFill>
                <a:latin typeface="Calibri"/>
                <a:ea typeface="Calibri"/>
                <a:cs typeface="Calibri"/>
              </a:rPr>
              <a:t>Edit opens the same fields for maintenance. A change that would overlap another active assignment should be rejected.</a:t>
            </a:r>
            <a:endParaRPr sz="1000"/>
          </a:p>
        </p:txBody>
      </p:sp>
    </p:spTree>
    <p:extLst>
      <p:ext uri="{BB962C8B-B14F-4D97-AF65-F5344CB8AC3E}">
        <p14:creationId xmlns:p14="http://schemas.microsoft.com/office/powerpoint/2010/main" val="1228531199"/>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992F9B1-4D84-4937-8738-26E510EEDB84}"/>
              </a:ext>
            </a:extLst>
          </p:cNvPr>
          <p:cNvSpPr>
            <a:spLocks xmlns:a="http://schemas.openxmlformats.org/drawingml/2006/main" noGrp="1"/>
          </p:cNvSpPr>
          <p:nvPr/>
        </p:nvSpPr>
        <p:spPr>
          <a:xfrm xmlns:a="http://schemas.openxmlformats.org/drawingml/2006/main">
            <a:off x="566928" y="329184"/>
            <a:ext cx="11027664"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ADD ASSIGNMENT · FIELD GUIDE 1 OF 2</a:t>
            </a:r>
            <a:endParaRPr sz="1000"/>
          </a:p>
        </p:txBody>
      </p:sp>
      <p:sp>
        <p:nvSpPr>
          <p:cNvPr id="3" name="Text 1">
            <a:extLst xmlns:a="http://schemas.openxmlformats.org/drawingml/2006/main">
              <a:ext uri="{FF2B5EF4-FFF2-40B4-BE49-F238E27FC236}">
                <a16:creationId xmlns:a16="http://schemas.microsoft.com/office/drawing/2014/main" id="{D265BAC3-7DB1-4DCF-8AFC-5106BFB611EB}"/>
              </a:ext>
            </a:extLst>
          </p:cNvPr>
          <p:cNvSpPr>
            <a:spLocks xmlns:a="http://schemas.openxmlformats.org/drawingml/2006/main" noGrp="1"/>
          </p:cNvSpPr>
          <p:nvPr/>
        </p:nvSpPr>
        <p:spPr>
          <a:xfrm xmlns:a="http://schemas.openxmlformats.org/drawingml/2006/main">
            <a:off x="566928" y="548640"/>
            <a:ext cx="110276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Choose the business context first</a:t>
            </a:r>
            <a:endParaRPr sz="3000"/>
          </a:p>
        </p:txBody>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13dbbc3293484f4d"/>
          <a:srcRect xmlns:a="http://schemas.openxmlformats.org/drawingml/2006/main" l="0" t="16710" r="0" b="16710"/>
          <a:stretch xmlns:a="http://schemas.openxmlformats.org/drawingml/2006/main">
            <a:fillRect l="0" t="0" r="0" b="0"/>
          </a:stretch>
        </p:blipFill>
        <p:spPr>
          <a:xfrm xmlns:a="http://schemas.openxmlformats.org/drawingml/2006/main">
            <a:off x="566928" y="3104636"/>
            <a:ext cx="5806440" cy="1425967"/>
          </a:xfrm>
          <a:prstGeom xmlns:a="http://schemas.openxmlformats.org/drawingml/2006/main" prst="rect">
            <a:avLst/>
          </a:prstGeom>
          <a:effectLst xmlns:a="http://schemas.openxmlformats.org/drawingml/2006/main">
            <a:outerShdw blurRad="127000" dist="25400" dir="5400000" algn="bl" rotWithShape="0">
              <a:srgbClr val="8892B0">
                <a:alpha val="28000"/>
              </a:srgbClr>
            </a:outerShdw>
          </a:effectLst>
        </p:spPr>
      </p:pic>
      <p:sp>
        <p:nvSpPr>
          <p:cNvPr id="5" name="Shape 2">
            <a:extLst xmlns:a="http://schemas.openxmlformats.org/drawingml/2006/main">
              <a:ext uri="{FF2B5EF4-FFF2-40B4-BE49-F238E27FC236}">
                <a16:creationId xmlns:a16="http://schemas.microsoft.com/office/drawing/2014/main" id="{2B7266A1-CAA5-449C-8197-826D30301DD2}"/>
              </a:ext>
            </a:extLst>
          </p:cNvPr>
          <p:cNvSpPr>
            <a:spLocks xmlns:a="http://schemas.openxmlformats.org/drawingml/2006/main" noGrp="1"/>
          </p:cNvSpPr>
          <p:nvPr/>
        </p:nvSpPr>
        <p:spPr>
          <a:xfrm xmlns:a="http://schemas.openxmlformats.org/drawingml/2006/main">
            <a:off x="3408995" y="3186932"/>
            <a:ext cx="0" cy="350587"/>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6" name="Shape 3">
            <a:extLst xmlns:a="http://schemas.openxmlformats.org/drawingml/2006/main">
              <a:ext uri="{FF2B5EF4-FFF2-40B4-BE49-F238E27FC236}">
                <a16:creationId xmlns:a16="http://schemas.microsoft.com/office/drawing/2014/main" id="{E560405A-3ACA-423F-9771-3B8056C58EF7}"/>
              </a:ext>
            </a:extLst>
          </p:cNvPr>
          <p:cNvSpPr>
            <a:spLocks xmlns:a="http://schemas.openxmlformats.org/drawingml/2006/main" noGrp="1"/>
          </p:cNvSpPr>
          <p:nvPr/>
        </p:nvSpPr>
        <p:spPr>
          <a:xfrm xmlns:a="http://schemas.openxmlformats.org/drawingml/2006/main">
            <a:off x="3408995" y="3186932"/>
            <a:ext cx="3110677"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7" name="Shape 4">
            <a:extLst xmlns:a="http://schemas.openxmlformats.org/drawingml/2006/main">
              <a:ext uri="{FF2B5EF4-FFF2-40B4-BE49-F238E27FC236}">
                <a16:creationId xmlns:a16="http://schemas.microsoft.com/office/drawing/2014/main" id="{F9A2F3B8-ED75-4E47-9EC0-13CEB9664BFA}"/>
              </a:ext>
            </a:extLst>
          </p:cNvPr>
          <p:cNvSpPr>
            <a:spLocks xmlns:a="http://schemas.openxmlformats.org/drawingml/2006/main" noGrp="1"/>
          </p:cNvSpPr>
          <p:nvPr/>
        </p:nvSpPr>
        <p:spPr>
          <a:xfrm xmlns:a="http://schemas.openxmlformats.org/drawingml/2006/main">
            <a:off x="6519672" y="1928241"/>
            <a:ext cx="0" cy="1258691"/>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8" name="Shape 5">
            <a:extLst xmlns:a="http://schemas.openxmlformats.org/drawingml/2006/main">
              <a:ext uri="{FF2B5EF4-FFF2-40B4-BE49-F238E27FC236}">
                <a16:creationId xmlns:a16="http://schemas.microsoft.com/office/drawing/2014/main" id="{88B973C3-2226-430D-BD4A-90BBB1A4A231}"/>
              </a:ext>
            </a:extLst>
          </p:cNvPr>
          <p:cNvSpPr>
            <a:spLocks xmlns:a="http://schemas.openxmlformats.org/drawingml/2006/main" noGrp="1"/>
          </p:cNvSpPr>
          <p:nvPr/>
        </p:nvSpPr>
        <p:spPr>
          <a:xfrm xmlns:a="http://schemas.openxmlformats.org/drawingml/2006/main">
            <a:off x="6519672" y="1928241"/>
            <a:ext cx="420624"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9" name="Shape 6">
            <a:extLst xmlns:a="http://schemas.openxmlformats.org/drawingml/2006/main">
              <a:ext uri="{FF2B5EF4-FFF2-40B4-BE49-F238E27FC236}">
                <a16:creationId xmlns:a16="http://schemas.microsoft.com/office/drawing/2014/main" id="{A5ECB7F7-3A72-490B-92AF-9898BF69020D}"/>
              </a:ext>
            </a:extLst>
          </p:cNvPr>
          <p:cNvSpPr>
            <a:spLocks xmlns:a="http://schemas.openxmlformats.org/drawingml/2006/main" noGrp="1"/>
          </p:cNvSpPr>
          <p:nvPr/>
        </p:nvSpPr>
        <p:spPr>
          <a:xfrm xmlns:a="http://schemas.openxmlformats.org/drawingml/2006/main">
            <a:off x="6210400" y="3537519"/>
            <a:ext cx="342190"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0" name="Shape 7">
            <a:extLst xmlns:a="http://schemas.openxmlformats.org/drawingml/2006/main">
              <a:ext uri="{FF2B5EF4-FFF2-40B4-BE49-F238E27FC236}">
                <a16:creationId xmlns:a16="http://schemas.microsoft.com/office/drawing/2014/main" id="{A8FEA5C6-4CFC-4C31-9673-B791BEDEAEB4}"/>
              </a:ext>
            </a:extLst>
          </p:cNvPr>
          <p:cNvSpPr>
            <a:spLocks xmlns:a="http://schemas.openxmlformats.org/drawingml/2006/main" noGrp="1"/>
          </p:cNvSpPr>
          <p:nvPr/>
        </p:nvSpPr>
        <p:spPr>
          <a:xfrm xmlns:a="http://schemas.openxmlformats.org/drawingml/2006/main">
            <a:off x="6552590" y="3187827"/>
            <a:ext cx="0" cy="349692"/>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1" name="Shape 8">
            <a:extLst xmlns:a="http://schemas.openxmlformats.org/drawingml/2006/main">
              <a:ext uri="{FF2B5EF4-FFF2-40B4-BE49-F238E27FC236}">
                <a16:creationId xmlns:a16="http://schemas.microsoft.com/office/drawing/2014/main" id="{118C0391-9FF1-41A8-86B2-7C05F2F3AFF5}"/>
              </a:ext>
            </a:extLst>
          </p:cNvPr>
          <p:cNvSpPr>
            <a:spLocks xmlns:a="http://schemas.openxmlformats.org/drawingml/2006/main" noGrp="1"/>
          </p:cNvSpPr>
          <p:nvPr/>
        </p:nvSpPr>
        <p:spPr>
          <a:xfrm xmlns:a="http://schemas.openxmlformats.org/drawingml/2006/main">
            <a:off x="6552590" y="3187827"/>
            <a:ext cx="387706"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12" name="Shape 9">
            <a:extLst xmlns:a="http://schemas.openxmlformats.org/drawingml/2006/main">
              <a:ext uri="{FF2B5EF4-FFF2-40B4-BE49-F238E27FC236}">
                <a16:creationId xmlns:a16="http://schemas.microsoft.com/office/drawing/2014/main" id="{5A45CF3E-B15D-41BF-9A5B-A22E6B3FDA04}"/>
              </a:ext>
            </a:extLst>
          </p:cNvPr>
          <p:cNvSpPr>
            <a:spLocks xmlns:a="http://schemas.openxmlformats.org/drawingml/2006/main" noGrp="1"/>
          </p:cNvSpPr>
          <p:nvPr/>
        </p:nvSpPr>
        <p:spPr>
          <a:xfrm xmlns:a="http://schemas.openxmlformats.org/drawingml/2006/main">
            <a:off x="3408995" y="3186932"/>
            <a:ext cx="0" cy="992272"/>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3" name="Shape 10">
            <a:extLst xmlns:a="http://schemas.openxmlformats.org/drawingml/2006/main">
              <a:ext uri="{FF2B5EF4-FFF2-40B4-BE49-F238E27FC236}">
                <a16:creationId xmlns:a16="http://schemas.microsoft.com/office/drawing/2014/main" id="{97EE1D66-05D9-4A4D-9AC2-D9A048770D9D}"/>
              </a:ext>
            </a:extLst>
          </p:cNvPr>
          <p:cNvSpPr>
            <a:spLocks xmlns:a="http://schemas.openxmlformats.org/drawingml/2006/main" noGrp="1"/>
          </p:cNvSpPr>
          <p:nvPr/>
        </p:nvSpPr>
        <p:spPr>
          <a:xfrm xmlns:a="http://schemas.openxmlformats.org/drawingml/2006/main">
            <a:off x="3408995" y="3186932"/>
            <a:ext cx="3176513"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4" name="Shape 11">
            <a:extLst xmlns:a="http://schemas.openxmlformats.org/drawingml/2006/main">
              <a:ext uri="{FF2B5EF4-FFF2-40B4-BE49-F238E27FC236}">
                <a16:creationId xmlns:a16="http://schemas.microsoft.com/office/drawing/2014/main" id="{5D4503D0-9810-4267-A70E-FA97550ABFAA}"/>
              </a:ext>
            </a:extLst>
          </p:cNvPr>
          <p:cNvSpPr>
            <a:spLocks xmlns:a="http://schemas.openxmlformats.org/drawingml/2006/main" noGrp="1"/>
          </p:cNvSpPr>
          <p:nvPr/>
        </p:nvSpPr>
        <p:spPr>
          <a:xfrm xmlns:a="http://schemas.openxmlformats.org/drawingml/2006/main">
            <a:off x="6585509" y="3186932"/>
            <a:ext cx="0" cy="1260481"/>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5" name="Shape 12">
            <a:extLst xmlns:a="http://schemas.openxmlformats.org/drawingml/2006/main">
              <a:ext uri="{FF2B5EF4-FFF2-40B4-BE49-F238E27FC236}">
                <a16:creationId xmlns:a16="http://schemas.microsoft.com/office/drawing/2014/main" id="{4A1E6CCC-B2A1-48F9-8E22-565482ECE707}"/>
              </a:ext>
            </a:extLst>
          </p:cNvPr>
          <p:cNvSpPr>
            <a:spLocks xmlns:a="http://schemas.openxmlformats.org/drawingml/2006/main" noGrp="1"/>
          </p:cNvSpPr>
          <p:nvPr/>
        </p:nvSpPr>
        <p:spPr>
          <a:xfrm xmlns:a="http://schemas.openxmlformats.org/drawingml/2006/main">
            <a:off x="6585509" y="4447413"/>
            <a:ext cx="354787"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16" name="Shape 13">
            <a:extLst xmlns:a="http://schemas.openxmlformats.org/drawingml/2006/main">
              <a:ext uri="{FF2B5EF4-FFF2-40B4-BE49-F238E27FC236}">
                <a16:creationId xmlns:a16="http://schemas.microsoft.com/office/drawing/2014/main" id="{A7B02481-2CEB-4791-8EAC-3ABFE040945D}"/>
              </a:ext>
            </a:extLst>
          </p:cNvPr>
          <p:cNvSpPr>
            <a:spLocks xmlns:a="http://schemas.openxmlformats.org/drawingml/2006/main" noGrp="1"/>
          </p:cNvSpPr>
          <p:nvPr/>
        </p:nvSpPr>
        <p:spPr>
          <a:xfrm xmlns:a="http://schemas.openxmlformats.org/drawingml/2006/main">
            <a:off x="6210400" y="4179205"/>
            <a:ext cx="408027"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7" name="Shape 14">
            <a:extLst xmlns:a="http://schemas.openxmlformats.org/drawingml/2006/main">
              <a:ext uri="{FF2B5EF4-FFF2-40B4-BE49-F238E27FC236}">
                <a16:creationId xmlns:a16="http://schemas.microsoft.com/office/drawing/2014/main" id="{4012989C-6000-45CC-A003-95EA514EFF9B}"/>
              </a:ext>
            </a:extLst>
          </p:cNvPr>
          <p:cNvSpPr>
            <a:spLocks xmlns:a="http://schemas.openxmlformats.org/drawingml/2006/main" noGrp="1"/>
          </p:cNvSpPr>
          <p:nvPr/>
        </p:nvSpPr>
        <p:spPr>
          <a:xfrm xmlns:a="http://schemas.openxmlformats.org/drawingml/2006/main">
            <a:off x="6618427" y="4179205"/>
            <a:ext cx="0" cy="1527794"/>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8" name="Shape 15">
            <a:extLst xmlns:a="http://schemas.openxmlformats.org/drawingml/2006/main">
              <a:ext uri="{FF2B5EF4-FFF2-40B4-BE49-F238E27FC236}">
                <a16:creationId xmlns:a16="http://schemas.microsoft.com/office/drawing/2014/main" id="{CC112FE0-614D-420C-81CB-23CD6DFEF7B1}"/>
              </a:ext>
            </a:extLst>
          </p:cNvPr>
          <p:cNvSpPr>
            <a:spLocks xmlns:a="http://schemas.openxmlformats.org/drawingml/2006/main" noGrp="1"/>
          </p:cNvSpPr>
          <p:nvPr/>
        </p:nvSpPr>
        <p:spPr>
          <a:xfrm xmlns:a="http://schemas.openxmlformats.org/drawingml/2006/main">
            <a:off x="6618427" y="5706999"/>
            <a:ext cx="321869"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19" name="Shape 16">
            <a:extLst xmlns:a="http://schemas.openxmlformats.org/drawingml/2006/main">
              <a:ext uri="{FF2B5EF4-FFF2-40B4-BE49-F238E27FC236}">
                <a16:creationId xmlns:a16="http://schemas.microsoft.com/office/drawing/2014/main" id="{14F34AF6-C0C2-4BFC-8418-05D73D77404E}"/>
              </a:ext>
            </a:extLst>
          </p:cNvPr>
          <p:cNvSpPr>
            <a:spLocks xmlns:a="http://schemas.openxmlformats.org/drawingml/2006/main" noGrp="1"/>
          </p:cNvSpPr>
          <p:nvPr/>
        </p:nvSpPr>
        <p:spPr>
          <a:xfrm xmlns:a="http://schemas.openxmlformats.org/drawingml/2006/main">
            <a:off x="3280979" y="3409503"/>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20" name="Text 17">
            <a:extLst xmlns:a="http://schemas.openxmlformats.org/drawingml/2006/main">
              <a:ext uri="{FF2B5EF4-FFF2-40B4-BE49-F238E27FC236}">
                <a16:creationId xmlns:a16="http://schemas.microsoft.com/office/drawing/2014/main" id="{2ABFDEB5-A304-434C-AFB8-4B1F2CE53F29}"/>
              </a:ext>
            </a:extLst>
          </p:cNvPr>
          <p:cNvSpPr>
            <a:spLocks xmlns:a="http://schemas.openxmlformats.org/drawingml/2006/main" noGrp="1"/>
          </p:cNvSpPr>
          <p:nvPr/>
        </p:nvSpPr>
        <p:spPr>
          <a:xfrm xmlns:a="http://schemas.openxmlformats.org/drawingml/2006/main">
            <a:off x="3280979" y="3409503"/>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1</a:t>
            </a:r>
            <a:endParaRPr sz="850"/>
          </a:p>
        </p:txBody>
      </p:sp>
      <p:sp>
        <p:nvSpPr>
          <p:cNvPr id="21" name="Shape 18">
            <a:extLst xmlns:a="http://schemas.openxmlformats.org/drawingml/2006/main">
              <a:ext uri="{FF2B5EF4-FFF2-40B4-BE49-F238E27FC236}">
                <a16:creationId xmlns:a16="http://schemas.microsoft.com/office/drawing/2014/main" id="{AEB9D106-5040-4916-8C52-A118757864DB}"/>
              </a:ext>
            </a:extLst>
          </p:cNvPr>
          <p:cNvSpPr>
            <a:spLocks xmlns:a="http://schemas.openxmlformats.org/drawingml/2006/main" noGrp="1"/>
          </p:cNvSpPr>
          <p:nvPr/>
        </p:nvSpPr>
        <p:spPr>
          <a:xfrm xmlns:a="http://schemas.openxmlformats.org/drawingml/2006/main">
            <a:off x="6940296" y="1371600"/>
            <a:ext cx="4654296" cy="1113282"/>
          </a:xfrm>
          <a:prstGeom xmlns:a="http://schemas.openxmlformats.org/drawingml/2006/main" prst="roundRect">
            <a:avLst>
              <a:gd name="adj" fmla="val 4928"/>
            </a:avLst>
          </a:prstGeom>
          <a:solidFill xmlns:a="http://schemas.openxmlformats.org/drawingml/2006/main">
            <a:srgbClr val="F4F6FB"/>
          </a:solidFill>
          <a:ln xmlns:a="http://schemas.openxmlformats.org/drawingml/2006/main" w="12700">
            <a:solidFill>
              <a:srgbClr val="D8DEEC"/>
            </a:solidFill>
            <a:prstDash val="solid"/>
          </a:ln>
        </p:spPr>
      </p:sp>
      <p:sp>
        <p:nvSpPr>
          <p:cNvPr id="22" name="Shape 19">
            <a:extLst xmlns:a="http://schemas.openxmlformats.org/drawingml/2006/main">
              <a:ext uri="{FF2B5EF4-FFF2-40B4-BE49-F238E27FC236}">
                <a16:creationId xmlns:a16="http://schemas.microsoft.com/office/drawing/2014/main" id="{A775C38A-1AA9-47C1-90FF-3B4FCF5B0E55}"/>
              </a:ext>
            </a:extLst>
          </p:cNvPr>
          <p:cNvSpPr>
            <a:spLocks xmlns:a="http://schemas.openxmlformats.org/drawingml/2006/main" noGrp="1"/>
          </p:cNvSpPr>
          <p:nvPr/>
        </p:nvSpPr>
        <p:spPr>
          <a:xfrm xmlns:a="http://schemas.openxmlformats.org/drawingml/2006/main">
            <a:off x="7050024" y="1481328"/>
            <a:ext cx="237744" cy="237744"/>
          </a:xfrm>
          <a:prstGeom xmlns:a="http://schemas.openxmlformats.org/drawingml/2006/main" prst="ellipse">
            <a:avLst/>
          </a:prstGeom>
          <a:solidFill xmlns:a="http://schemas.openxmlformats.org/drawingml/2006/main">
            <a:srgbClr val="1E2761"/>
          </a:solidFill>
        </p:spPr>
      </p:sp>
      <p:sp>
        <p:nvSpPr>
          <p:cNvPr id="23" name="Text 20">
            <a:extLst xmlns:a="http://schemas.openxmlformats.org/drawingml/2006/main">
              <a:ext uri="{FF2B5EF4-FFF2-40B4-BE49-F238E27FC236}">
                <a16:creationId xmlns:a16="http://schemas.microsoft.com/office/drawing/2014/main" id="{2BF7C96D-64F2-4F0D-A9DF-948C30874246}"/>
              </a:ext>
            </a:extLst>
          </p:cNvPr>
          <p:cNvSpPr>
            <a:spLocks xmlns:a="http://schemas.openxmlformats.org/drawingml/2006/main" noGrp="1"/>
          </p:cNvSpPr>
          <p:nvPr/>
        </p:nvSpPr>
        <p:spPr>
          <a:xfrm xmlns:a="http://schemas.openxmlformats.org/drawingml/2006/main">
            <a:off x="7050024" y="1481328"/>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1</a:t>
            </a:r>
            <a:endParaRPr sz="800"/>
          </a:p>
        </p:txBody>
      </p:sp>
      <p:sp>
        <p:nvSpPr>
          <p:cNvPr id="24" name="Text 21">
            <a:extLst xmlns:a="http://schemas.openxmlformats.org/drawingml/2006/main">
              <a:ext uri="{FF2B5EF4-FFF2-40B4-BE49-F238E27FC236}">
                <a16:creationId xmlns:a16="http://schemas.microsoft.com/office/drawing/2014/main" id="{1141A607-75FF-4163-ADD1-D807B0AB9529}"/>
              </a:ext>
            </a:extLst>
          </p:cNvPr>
          <p:cNvSpPr>
            <a:spLocks xmlns:a="http://schemas.openxmlformats.org/drawingml/2006/main" noGrp="1"/>
          </p:cNvSpPr>
          <p:nvPr/>
        </p:nvSpPr>
        <p:spPr>
          <a:xfrm xmlns:a="http://schemas.openxmlformats.org/drawingml/2006/main">
            <a:off x="7379208" y="1444752"/>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E2761"/>
                </a:solidFill>
                <a:latin typeface="Calibri"/>
                <a:ea typeface="Calibri"/>
                <a:cs typeface="Calibri"/>
              </a:rPr>
              <a:t>Assignment type</a:t>
            </a:r>
            <a:endParaRPr sz="1150"/>
          </a:p>
        </p:txBody>
      </p:sp>
      <p:sp>
        <p:nvSpPr>
          <p:cNvPr id="25" name="Text 22">
            <a:extLst xmlns:a="http://schemas.openxmlformats.org/drawingml/2006/main">
              <a:ext uri="{FF2B5EF4-FFF2-40B4-BE49-F238E27FC236}">
                <a16:creationId xmlns:a16="http://schemas.microsoft.com/office/drawing/2014/main" id="{D5A8EFFA-840F-4F30-BC72-C86F030D2DB0}"/>
              </a:ext>
            </a:extLst>
          </p:cNvPr>
          <p:cNvSpPr>
            <a:spLocks xmlns:a="http://schemas.openxmlformats.org/drawingml/2006/main" noGrp="1"/>
          </p:cNvSpPr>
          <p:nvPr/>
        </p:nvSpPr>
        <p:spPr>
          <a:xfrm xmlns:a="http://schemas.openxmlformats.org/drawingml/2006/main">
            <a:off x="7068312" y="1755648"/>
            <a:ext cx="4398264" cy="65608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00"/>
              </a:lnSpc>
              <a:buNone/>
            </a:pPr>
            <a:r>
              <a:rPr sz="1000">
                <a:solidFill>
                  <a:srgbClr val="4B4458"/>
                </a:solidFill>
                <a:latin typeface="Calibri"/>
                <a:ea typeface="Calibri"/>
                <a:cs typeface="Calibri"/>
              </a:rPr>
              <a:t>Start with what payroll is trying to calculate. This choice is clearer to finance than starting from a formula code.</a:t>
            </a:r>
            <a:endParaRPr sz="1000"/>
          </a:p>
        </p:txBody>
      </p:sp>
      <p:sp>
        <p:nvSpPr>
          <p:cNvPr id="26" name="Shape 23">
            <a:extLst xmlns:a="http://schemas.openxmlformats.org/drawingml/2006/main">
              <a:ext uri="{FF2B5EF4-FFF2-40B4-BE49-F238E27FC236}">
                <a16:creationId xmlns:a16="http://schemas.microsoft.com/office/drawing/2014/main" id="{94FFF357-1EE7-4DB0-B18C-44F698ED4198}"/>
              </a:ext>
            </a:extLst>
          </p:cNvPr>
          <p:cNvSpPr>
            <a:spLocks xmlns:a="http://schemas.openxmlformats.org/drawingml/2006/main" noGrp="1"/>
          </p:cNvSpPr>
          <p:nvPr/>
        </p:nvSpPr>
        <p:spPr>
          <a:xfrm xmlns:a="http://schemas.openxmlformats.org/drawingml/2006/main">
            <a:off x="6082384" y="3409503"/>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27" name="Text 24">
            <a:extLst xmlns:a="http://schemas.openxmlformats.org/drawingml/2006/main">
              <a:ext uri="{FF2B5EF4-FFF2-40B4-BE49-F238E27FC236}">
                <a16:creationId xmlns:a16="http://schemas.microsoft.com/office/drawing/2014/main" id="{6F5B9122-FC1F-459A-A2EC-D49BFEDB2E97}"/>
              </a:ext>
            </a:extLst>
          </p:cNvPr>
          <p:cNvSpPr>
            <a:spLocks xmlns:a="http://schemas.openxmlformats.org/drawingml/2006/main" noGrp="1"/>
          </p:cNvSpPr>
          <p:nvPr/>
        </p:nvSpPr>
        <p:spPr>
          <a:xfrm xmlns:a="http://schemas.openxmlformats.org/drawingml/2006/main">
            <a:off x="6082384" y="3409503"/>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2</a:t>
            </a:r>
            <a:endParaRPr sz="850"/>
          </a:p>
        </p:txBody>
      </p:sp>
      <p:sp>
        <p:nvSpPr>
          <p:cNvPr id="28" name="Shape 25">
            <a:extLst xmlns:a="http://schemas.openxmlformats.org/drawingml/2006/main">
              <a:ext uri="{FF2B5EF4-FFF2-40B4-BE49-F238E27FC236}">
                <a16:creationId xmlns:a16="http://schemas.microsoft.com/office/drawing/2014/main" id="{340B9B2E-0E38-473D-8BDA-FC3C900CDFAA}"/>
              </a:ext>
            </a:extLst>
          </p:cNvPr>
          <p:cNvSpPr>
            <a:spLocks xmlns:a="http://schemas.openxmlformats.org/drawingml/2006/main" noGrp="1"/>
          </p:cNvSpPr>
          <p:nvPr/>
        </p:nvSpPr>
        <p:spPr>
          <a:xfrm xmlns:a="http://schemas.openxmlformats.org/drawingml/2006/main">
            <a:off x="6940296" y="2631186"/>
            <a:ext cx="4654296" cy="1113282"/>
          </a:xfrm>
          <a:prstGeom xmlns:a="http://schemas.openxmlformats.org/drawingml/2006/main" prst="roundRect">
            <a:avLst>
              <a:gd name="adj" fmla="val 4928"/>
            </a:avLst>
          </a:prstGeom>
          <a:solidFill xmlns:a="http://schemas.openxmlformats.org/drawingml/2006/main">
            <a:srgbClr val="F4F6FB"/>
          </a:solidFill>
          <a:ln xmlns:a="http://schemas.openxmlformats.org/drawingml/2006/main" w="12700">
            <a:solidFill>
              <a:srgbClr val="D8DEEC"/>
            </a:solidFill>
            <a:prstDash val="solid"/>
          </a:ln>
        </p:spPr>
      </p:sp>
      <p:sp>
        <p:nvSpPr>
          <p:cNvPr id="29" name="Shape 26">
            <a:extLst xmlns:a="http://schemas.openxmlformats.org/drawingml/2006/main">
              <a:ext uri="{FF2B5EF4-FFF2-40B4-BE49-F238E27FC236}">
                <a16:creationId xmlns:a16="http://schemas.microsoft.com/office/drawing/2014/main" id="{B2FAE9B3-018C-40D6-81EC-056AEAE4408D}"/>
              </a:ext>
            </a:extLst>
          </p:cNvPr>
          <p:cNvSpPr>
            <a:spLocks xmlns:a="http://schemas.openxmlformats.org/drawingml/2006/main" noGrp="1"/>
          </p:cNvSpPr>
          <p:nvPr/>
        </p:nvSpPr>
        <p:spPr>
          <a:xfrm xmlns:a="http://schemas.openxmlformats.org/drawingml/2006/main">
            <a:off x="7050024" y="2740914"/>
            <a:ext cx="237744" cy="237744"/>
          </a:xfrm>
          <a:prstGeom xmlns:a="http://schemas.openxmlformats.org/drawingml/2006/main" prst="ellipse">
            <a:avLst/>
          </a:prstGeom>
          <a:solidFill xmlns:a="http://schemas.openxmlformats.org/drawingml/2006/main">
            <a:srgbClr val="1E2761"/>
          </a:solidFill>
        </p:spPr>
      </p:sp>
      <p:sp>
        <p:nvSpPr>
          <p:cNvPr id="30" name="Text 27">
            <a:extLst xmlns:a="http://schemas.openxmlformats.org/drawingml/2006/main">
              <a:ext uri="{FF2B5EF4-FFF2-40B4-BE49-F238E27FC236}">
                <a16:creationId xmlns:a16="http://schemas.microsoft.com/office/drawing/2014/main" id="{6C146928-80D7-4600-9022-61925676677F}"/>
              </a:ext>
            </a:extLst>
          </p:cNvPr>
          <p:cNvSpPr>
            <a:spLocks xmlns:a="http://schemas.openxmlformats.org/drawingml/2006/main" noGrp="1"/>
          </p:cNvSpPr>
          <p:nvPr/>
        </p:nvSpPr>
        <p:spPr>
          <a:xfrm xmlns:a="http://schemas.openxmlformats.org/drawingml/2006/main">
            <a:off x="7050024" y="2740914"/>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2</a:t>
            </a:r>
            <a:endParaRPr sz="800"/>
          </a:p>
        </p:txBody>
      </p:sp>
      <p:sp>
        <p:nvSpPr>
          <p:cNvPr id="31" name="Text 28">
            <a:extLst xmlns:a="http://schemas.openxmlformats.org/drawingml/2006/main">
              <a:ext uri="{FF2B5EF4-FFF2-40B4-BE49-F238E27FC236}">
                <a16:creationId xmlns:a16="http://schemas.microsoft.com/office/drawing/2014/main" id="{85DCE873-3C1C-4160-BCE5-FFA12620AF91}"/>
              </a:ext>
            </a:extLst>
          </p:cNvPr>
          <p:cNvSpPr>
            <a:spLocks xmlns:a="http://schemas.openxmlformats.org/drawingml/2006/main" noGrp="1"/>
          </p:cNvSpPr>
          <p:nvPr/>
        </p:nvSpPr>
        <p:spPr>
          <a:xfrm xmlns:a="http://schemas.openxmlformats.org/drawingml/2006/main">
            <a:off x="7379208" y="2704338"/>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E2761"/>
                </a:solidFill>
                <a:latin typeface="Calibri"/>
                <a:ea typeface="Calibri"/>
                <a:cs typeface="Calibri"/>
              </a:rPr>
              <a:t>Reference table</a:t>
            </a:r>
            <a:endParaRPr sz="1150"/>
          </a:p>
        </p:txBody>
      </p:sp>
      <p:sp>
        <p:nvSpPr>
          <p:cNvPr id="32" name="Text 29">
            <a:extLst xmlns:a="http://schemas.openxmlformats.org/drawingml/2006/main">
              <a:ext uri="{FF2B5EF4-FFF2-40B4-BE49-F238E27FC236}">
                <a16:creationId xmlns:a16="http://schemas.microsoft.com/office/drawing/2014/main" id="{8AF83FD7-87DB-4C36-865B-C6CE382F26BE}"/>
              </a:ext>
            </a:extLst>
          </p:cNvPr>
          <p:cNvSpPr>
            <a:spLocks xmlns:a="http://schemas.openxmlformats.org/drawingml/2006/main" noGrp="1"/>
          </p:cNvSpPr>
          <p:nvPr/>
        </p:nvSpPr>
        <p:spPr>
          <a:xfrm xmlns:a="http://schemas.openxmlformats.org/drawingml/2006/main">
            <a:off x="7068312" y="3015234"/>
            <a:ext cx="4398264" cy="65608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00"/>
              </a:lnSpc>
              <a:buNone/>
            </a:pPr>
            <a:r>
              <a:rPr sz="1000">
                <a:solidFill>
                  <a:srgbClr val="4B4458"/>
                </a:solidFill>
                <a:latin typeface="Calibri"/>
                <a:ea typeface="Calibri"/>
                <a:cs typeface="Calibri"/>
              </a:rPr>
              <a:t>Choose from enabled sources only. For CUS-900, Earnings and Allowance Codes identifies the earning being valued.</a:t>
            </a:r>
            <a:endParaRPr sz="1000"/>
          </a:p>
        </p:txBody>
      </p:sp>
      <p:sp>
        <p:nvSpPr>
          <p:cNvPr id="33" name="Shape 30">
            <a:extLst xmlns:a="http://schemas.openxmlformats.org/drawingml/2006/main">
              <a:ext uri="{FF2B5EF4-FFF2-40B4-BE49-F238E27FC236}">
                <a16:creationId xmlns:a16="http://schemas.microsoft.com/office/drawing/2014/main" id="{5282D35C-12A1-4B44-B179-41163BD5778E}"/>
              </a:ext>
            </a:extLst>
          </p:cNvPr>
          <p:cNvSpPr>
            <a:spLocks xmlns:a="http://schemas.openxmlformats.org/drawingml/2006/main" noGrp="1"/>
          </p:cNvSpPr>
          <p:nvPr/>
        </p:nvSpPr>
        <p:spPr>
          <a:xfrm xmlns:a="http://schemas.openxmlformats.org/drawingml/2006/main">
            <a:off x="3280979" y="4051189"/>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34" name="Text 31">
            <a:extLst xmlns:a="http://schemas.openxmlformats.org/drawingml/2006/main">
              <a:ext uri="{FF2B5EF4-FFF2-40B4-BE49-F238E27FC236}">
                <a16:creationId xmlns:a16="http://schemas.microsoft.com/office/drawing/2014/main" id="{05E2C793-09C7-49F1-B5A2-597FE6332DA5}"/>
              </a:ext>
            </a:extLst>
          </p:cNvPr>
          <p:cNvSpPr>
            <a:spLocks xmlns:a="http://schemas.openxmlformats.org/drawingml/2006/main" noGrp="1"/>
          </p:cNvSpPr>
          <p:nvPr/>
        </p:nvSpPr>
        <p:spPr>
          <a:xfrm xmlns:a="http://schemas.openxmlformats.org/drawingml/2006/main">
            <a:off x="3280979" y="4051189"/>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3</a:t>
            </a:r>
            <a:endParaRPr sz="850"/>
          </a:p>
        </p:txBody>
      </p:sp>
      <p:sp>
        <p:nvSpPr>
          <p:cNvPr id="35" name="Shape 32">
            <a:extLst xmlns:a="http://schemas.openxmlformats.org/drawingml/2006/main">
              <a:ext uri="{FF2B5EF4-FFF2-40B4-BE49-F238E27FC236}">
                <a16:creationId xmlns:a16="http://schemas.microsoft.com/office/drawing/2014/main" id="{7A6151B4-976B-4455-8C48-2A6E20B664D5}"/>
              </a:ext>
            </a:extLst>
          </p:cNvPr>
          <p:cNvSpPr>
            <a:spLocks xmlns:a="http://schemas.openxmlformats.org/drawingml/2006/main" noGrp="1"/>
          </p:cNvSpPr>
          <p:nvPr/>
        </p:nvSpPr>
        <p:spPr>
          <a:xfrm xmlns:a="http://schemas.openxmlformats.org/drawingml/2006/main">
            <a:off x="6940296" y="3890772"/>
            <a:ext cx="4654296" cy="1113282"/>
          </a:xfrm>
          <a:prstGeom xmlns:a="http://schemas.openxmlformats.org/drawingml/2006/main" prst="roundRect">
            <a:avLst>
              <a:gd name="adj" fmla="val 4928"/>
            </a:avLst>
          </a:prstGeom>
          <a:solidFill xmlns:a="http://schemas.openxmlformats.org/drawingml/2006/main">
            <a:srgbClr val="F4F6FB"/>
          </a:solidFill>
          <a:ln xmlns:a="http://schemas.openxmlformats.org/drawingml/2006/main" w="12700">
            <a:solidFill>
              <a:srgbClr val="D8DEEC"/>
            </a:solidFill>
            <a:prstDash val="solid"/>
          </a:ln>
        </p:spPr>
      </p:sp>
      <p:sp>
        <p:nvSpPr>
          <p:cNvPr id="36" name="Shape 33">
            <a:extLst xmlns:a="http://schemas.openxmlformats.org/drawingml/2006/main">
              <a:ext uri="{FF2B5EF4-FFF2-40B4-BE49-F238E27FC236}">
                <a16:creationId xmlns:a16="http://schemas.microsoft.com/office/drawing/2014/main" id="{9AFA61F4-E83C-4598-A064-50FF22A1807A}"/>
              </a:ext>
            </a:extLst>
          </p:cNvPr>
          <p:cNvSpPr>
            <a:spLocks xmlns:a="http://schemas.openxmlformats.org/drawingml/2006/main" noGrp="1"/>
          </p:cNvSpPr>
          <p:nvPr/>
        </p:nvSpPr>
        <p:spPr>
          <a:xfrm xmlns:a="http://schemas.openxmlformats.org/drawingml/2006/main">
            <a:off x="7050024" y="4000500"/>
            <a:ext cx="237744" cy="237744"/>
          </a:xfrm>
          <a:prstGeom xmlns:a="http://schemas.openxmlformats.org/drawingml/2006/main" prst="ellipse">
            <a:avLst/>
          </a:prstGeom>
          <a:solidFill xmlns:a="http://schemas.openxmlformats.org/drawingml/2006/main">
            <a:srgbClr val="1E2761"/>
          </a:solidFill>
        </p:spPr>
      </p:sp>
      <p:sp>
        <p:nvSpPr>
          <p:cNvPr id="37" name="Text 34">
            <a:extLst xmlns:a="http://schemas.openxmlformats.org/drawingml/2006/main">
              <a:ext uri="{FF2B5EF4-FFF2-40B4-BE49-F238E27FC236}">
                <a16:creationId xmlns:a16="http://schemas.microsoft.com/office/drawing/2014/main" id="{8E8B7883-CA8D-4D15-AE6C-058FD42622AD}"/>
              </a:ext>
            </a:extLst>
          </p:cNvPr>
          <p:cNvSpPr>
            <a:spLocks xmlns:a="http://schemas.openxmlformats.org/drawingml/2006/main" noGrp="1"/>
          </p:cNvSpPr>
          <p:nvPr/>
        </p:nvSpPr>
        <p:spPr>
          <a:xfrm xmlns:a="http://schemas.openxmlformats.org/drawingml/2006/main">
            <a:off x="7050024" y="4000500"/>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3</a:t>
            </a:r>
            <a:endParaRPr sz="800"/>
          </a:p>
        </p:txBody>
      </p:sp>
      <p:sp>
        <p:nvSpPr>
          <p:cNvPr id="38" name="Text 35">
            <a:extLst xmlns:a="http://schemas.openxmlformats.org/drawingml/2006/main">
              <a:ext uri="{FF2B5EF4-FFF2-40B4-BE49-F238E27FC236}">
                <a16:creationId xmlns:a16="http://schemas.microsoft.com/office/drawing/2014/main" id="{8F925EF3-938A-40EE-8EB0-8AA71D720911}"/>
              </a:ext>
            </a:extLst>
          </p:cNvPr>
          <p:cNvSpPr>
            <a:spLocks xmlns:a="http://schemas.openxmlformats.org/drawingml/2006/main" noGrp="1"/>
          </p:cNvSpPr>
          <p:nvPr/>
        </p:nvSpPr>
        <p:spPr>
          <a:xfrm xmlns:a="http://schemas.openxmlformats.org/drawingml/2006/main">
            <a:off x="7379208" y="3963924"/>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E2761"/>
                </a:solidFill>
                <a:latin typeface="Calibri"/>
                <a:ea typeface="Calibri"/>
                <a:cs typeface="Calibri"/>
              </a:rPr>
              <a:t>Basis of computation</a:t>
            </a:r>
            <a:endParaRPr sz="1150"/>
          </a:p>
        </p:txBody>
      </p:sp>
      <p:sp>
        <p:nvSpPr>
          <p:cNvPr id="39" name="Text 36">
            <a:extLst xmlns:a="http://schemas.openxmlformats.org/drawingml/2006/main">
              <a:ext uri="{FF2B5EF4-FFF2-40B4-BE49-F238E27FC236}">
                <a16:creationId xmlns:a16="http://schemas.microsoft.com/office/drawing/2014/main" id="{ACC2D0A6-3B2B-4B64-9EF8-2B859DFD364A}"/>
              </a:ext>
            </a:extLst>
          </p:cNvPr>
          <p:cNvSpPr>
            <a:spLocks xmlns:a="http://schemas.openxmlformats.org/drawingml/2006/main" noGrp="1"/>
          </p:cNvSpPr>
          <p:nvPr/>
        </p:nvSpPr>
        <p:spPr>
          <a:xfrm xmlns:a="http://schemas.openxmlformats.org/drawingml/2006/main">
            <a:off x="7068312" y="4274820"/>
            <a:ext cx="4398264" cy="65608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00"/>
              </a:lnSpc>
              <a:buNone/>
            </a:pPr>
            <a:r>
              <a:rPr sz="1000">
                <a:solidFill>
                  <a:srgbClr val="4B4458"/>
                </a:solidFill>
                <a:latin typeface="Calibri"/>
                <a:ea typeface="Calibri"/>
                <a:cs typeface="Calibri"/>
              </a:rPr>
              <a:t>Select an active computation. The list shows code and name so the integration link is explicit.</a:t>
            </a:r>
            <a:endParaRPr sz="1000"/>
          </a:p>
        </p:txBody>
      </p:sp>
      <p:sp>
        <p:nvSpPr>
          <p:cNvPr id="40" name="Shape 37">
            <a:extLst xmlns:a="http://schemas.openxmlformats.org/drawingml/2006/main">
              <a:ext uri="{FF2B5EF4-FFF2-40B4-BE49-F238E27FC236}">
                <a16:creationId xmlns:a16="http://schemas.microsoft.com/office/drawing/2014/main" id="{32FECD4B-C3C1-46F2-976F-B2110A771CAD}"/>
              </a:ext>
            </a:extLst>
          </p:cNvPr>
          <p:cNvSpPr>
            <a:spLocks xmlns:a="http://schemas.openxmlformats.org/drawingml/2006/main" noGrp="1"/>
          </p:cNvSpPr>
          <p:nvPr/>
        </p:nvSpPr>
        <p:spPr>
          <a:xfrm xmlns:a="http://schemas.openxmlformats.org/drawingml/2006/main">
            <a:off x="6082384" y="4051189"/>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41" name="Text 38">
            <a:extLst xmlns:a="http://schemas.openxmlformats.org/drawingml/2006/main">
              <a:ext uri="{FF2B5EF4-FFF2-40B4-BE49-F238E27FC236}">
                <a16:creationId xmlns:a16="http://schemas.microsoft.com/office/drawing/2014/main" id="{773A563D-B988-4A26-93CB-5D57FE19C38A}"/>
              </a:ext>
            </a:extLst>
          </p:cNvPr>
          <p:cNvSpPr>
            <a:spLocks xmlns:a="http://schemas.openxmlformats.org/drawingml/2006/main" noGrp="1"/>
          </p:cNvSpPr>
          <p:nvPr/>
        </p:nvSpPr>
        <p:spPr>
          <a:xfrm xmlns:a="http://schemas.openxmlformats.org/drawingml/2006/main">
            <a:off x="6082384" y="4051189"/>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4</a:t>
            </a:r>
            <a:endParaRPr sz="850"/>
          </a:p>
        </p:txBody>
      </p:sp>
      <p:sp>
        <p:nvSpPr>
          <p:cNvPr id="42" name="Shape 39">
            <a:extLst xmlns:a="http://schemas.openxmlformats.org/drawingml/2006/main">
              <a:ext uri="{FF2B5EF4-FFF2-40B4-BE49-F238E27FC236}">
                <a16:creationId xmlns:a16="http://schemas.microsoft.com/office/drawing/2014/main" id="{60FC771F-DC26-4ED7-B081-B0E47B39B8D7}"/>
              </a:ext>
            </a:extLst>
          </p:cNvPr>
          <p:cNvSpPr>
            <a:spLocks xmlns:a="http://schemas.openxmlformats.org/drawingml/2006/main" noGrp="1"/>
          </p:cNvSpPr>
          <p:nvPr/>
        </p:nvSpPr>
        <p:spPr>
          <a:xfrm xmlns:a="http://schemas.openxmlformats.org/drawingml/2006/main">
            <a:off x="6940296" y="5150358"/>
            <a:ext cx="4654296" cy="1113282"/>
          </a:xfrm>
          <a:prstGeom xmlns:a="http://schemas.openxmlformats.org/drawingml/2006/main" prst="roundRect">
            <a:avLst>
              <a:gd name="adj" fmla="val 4928"/>
            </a:avLst>
          </a:prstGeom>
          <a:solidFill xmlns:a="http://schemas.openxmlformats.org/drawingml/2006/main">
            <a:srgbClr val="F4F6FB"/>
          </a:solidFill>
          <a:ln xmlns:a="http://schemas.openxmlformats.org/drawingml/2006/main" w="12700">
            <a:solidFill>
              <a:srgbClr val="D8DEEC"/>
            </a:solidFill>
            <a:prstDash val="solid"/>
          </a:ln>
        </p:spPr>
      </p:sp>
      <p:sp>
        <p:nvSpPr>
          <p:cNvPr id="43" name="Shape 40">
            <a:extLst xmlns:a="http://schemas.openxmlformats.org/drawingml/2006/main">
              <a:ext uri="{FF2B5EF4-FFF2-40B4-BE49-F238E27FC236}">
                <a16:creationId xmlns:a16="http://schemas.microsoft.com/office/drawing/2014/main" id="{C4EF483E-665C-4ADD-9892-29A646C7194F}"/>
              </a:ext>
            </a:extLst>
          </p:cNvPr>
          <p:cNvSpPr>
            <a:spLocks xmlns:a="http://schemas.openxmlformats.org/drawingml/2006/main" noGrp="1"/>
          </p:cNvSpPr>
          <p:nvPr/>
        </p:nvSpPr>
        <p:spPr>
          <a:xfrm xmlns:a="http://schemas.openxmlformats.org/drawingml/2006/main">
            <a:off x="7050024" y="5260086"/>
            <a:ext cx="237744" cy="237744"/>
          </a:xfrm>
          <a:prstGeom xmlns:a="http://schemas.openxmlformats.org/drawingml/2006/main" prst="ellipse">
            <a:avLst/>
          </a:prstGeom>
          <a:solidFill xmlns:a="http://schemas.openxmlformats.org/drawingml/2006/main">
            <a:srgbClr val="1E2761"/>
          </a:solidFill>
        </p:spPr>
      </p:sp>
      <p:sp>
        <p:nvSpPr>
          <p:cNvPr id="44" name="Text 41">
            <a:extLst xmlns:a="http://schemas.openxmlformats.org/drawingml/2006/main">
              <a:ext uri="{FF2B5EF4-FFF2-40B4-BE49-F238E27FC236}">
                <a16:creationId xmlns:a16="http://schemas.microsoft.com/office/drawing/2014/main" id="{3E8F73C7-EB7F-43A7-86DE-E774606FBB00}"/>
              </a:ext>
            </a:extLst>
          </p:cNvPr>
          <p:cNvSpPr>
            <a:spLocks xmlns:a="http://schemas.openxmlformats.org/drawingml/2006/main" noGrp="1"/>
          </p:cNvSpPr>
          <p:nvPr/>
        </p:nvSpPr>
        <p:spPr>
          <a:xfrm xmlns:a="http://schemas.openxmlformats.org/drawingml/2006/main">
            <a:off x="7050024" y="5260086"/>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4</a:t>
            </a:r>
            <a:endParaRPr sz="800"/>
          </a:p>
        </p:txBody>
      </p:sp>
      <p:sp>
        <p:nvSpPr>
          <p:cNvPr id="45" name="Text 42">
            <a:extLst xmlns:a="http://schemas.openxmlformats.org/drawingml/2006/main">
              <a:ext uri="{FF2B5EF4-FFF2-40B4-BE49-F238E27FC236}">
                <a16:creationId xmlns:a16="http://schemas.microsoft.com/office/drawing/2014/main" id="{BCCE8314-E77D-4523-9C13-5FBED5D70F43}"/>
              </a:ext>
            </a:extLst>
          </p:cNvPr>
          <p:cNvSpPr>
            <a:spLocks xmlns:a="http://schemas.openxmlformats.org/drawingml/2006/main" noGrp="1"/>
          </p:cNvSpPr>
          <p:nvPr/>
        </p:nvSpPr>
        <p:spPr>
          <a:xfrm xmlns:a="http://schemas.openxmlformats.org/drawingml/2006/main">
            <a:off x="7379208" y="5223510"/>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E2761"/>
                </a:solidFill>
                <a:latin typeface="Calibri"/>
                <a:ea typeface="Calibri"/>
                <a:cs typeface="Calibri"/>
              </a:rPr>
              <a:t>How the three work together</a:t>
            </a:r>
            <a:endParaRPr sz="1150"/>
          </a:p>
        </p:txBody>
      </p:sp>
      <p:sp>
        <p:nvSpPr>
          <p:cNvPr id="46" name="Text 43">
            <a:extLst xmlns:a="http://schemas.openxmlformats.org/drawingml/2006/main">
              <a:ext uri="{FF2B5EF4-FFF2-40B4-BE49-F238E27FC236}">
                <a16:creationId xmlns:a16="http://schemas.microsoft.com/office/drawing/2014/main" id="{20581F79-5C03-4591-9289-DB24EA902C4A}"/>
              </a:ext>
            </a:extLst>
          </p:cNvPr>
          <p:cNvSpPr>
            <a:spLocks xmlns:a="http://schemas.openxmlformats.org/drawingml/2006/main" noGrp="1"/>
          </p:cNvSpPr>
          <p:nvPr/>
        </p:nvSpPr>
        <p:spPr>
          <a:xfrm xmlns:a="http://schemas.openxmlformats.org/drawingml/2006/main">
            <a:off x="7068312" y="5534406"/>
            <a:ext cx="4398264" cy="65608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00"/>
              </a:lnSpc>
              <a:buNone/>
            </a:pPr>
            <a:r>
              <a:rPr sz="1000">
                <a:solidFill>
                  <a:srgbClr val="4B4458"/>
                </a:solidFill>
                <a:latin typeface="Calibri"/>
                <a:ea typeface="Calibri"/>
                <a:cs typeface="Calibri"/>
              </a:rPr>
              <a:t>Type says why, reference says which business item, and basis says how the amount is calculated.</a:t>
            </a:r>
            <a:endParaRPr sz="1000"/>
          </a:p>
        </p:txBody>
      </p:sp>
    </p:spTree>
    <p:extLst>
      <p:ext uri="{BB962C8B-B14F-4D97-AF65-F5344CB8AC3E}">
        <p14:creationId xmlns:p14="http://schemas.microsoft.com/office/powerpoint/2010/main" val="1851542013"/>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9044F52-A0ED-4032-B877-7D103DCC6A0E}"/>
              </a:ext>
            </a:extLst>
          </p:cNvPr>
          <p:cNvSpPr>
            <a:spLocks xmlns:a="http://schemas.openxmlformats.org/drawingml/2006/main" noGrp="1"/>
          </p:cNvSpPr>
          <p:nvPr/>
        </p:nvSpPr>
        <p:spPr>
          <a:xfrm xmlns:a="http://schemas.openxmlformats.org/drawingml/2006/main">
            <a:off x="566928" y="329184"/>
            <a:ext cx="11027664"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ADD ASSIGNMENT · FIELD GUIDE 2 OF 2</a:t>
            </a:r>
            <a:endParaRPr sz="1000"/>
          </a:p>
        </p:txBody>
      </p:sp>
      <p:sp>
        <p:nvSpPr>
          <p:cNvPr id="3" name="Text 1">
            <a:extLst xmlns:a="http://schemas.openxmlformats.org/drawingml/2006/main">
              <a:ext uri="{FF2B5EF4-FFF2-40B4-BE49-F238E27FC236}">
                <a16:creationId xmlns:a16="http://schemas.microsoft.com/office/drawing/2014/main" id="{525E4DB4-6C52-4F1C-902F-B3BCB43E121C}"/>
              </a:ext>
            </a:extLst>
          </p:cNvPr>
          <p:cNvSpPr>
            <a:spLocks xmlns:a="http://schemas.openxmlformats.org/drawingml/2006/main" noGrp="1"/>
          </p:cNvSpPr>
          <p:nvPr/>
        </p:nvSpPr>
        <p:spPr>
          <a:xfrm xmlns:a="http://schemas.openxmlformats.org/drawingml/2006/main">
            <a:off x="566928" y="548640"/>
            <a:ext cx="110276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Finish the scope and timing</a:t>
            </a:r>
            <a:endParaRPr sz="3000"/>
          </a:p>
        </p:txBody>
      </p:sp>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e980987f49ca449f"/>
          <a:srcRect xmlns:a="http://schemas.openxmlformats.org/drawingml/2006/main" l="0" t="1729" r="0" b="1729"/>
          <a:stretch xmlns:a="http://schemas.openxmlformats.org/drawingml/2006/main">
            <a:fillRect l="0" t="0" r="0" b="0"/>
          </a:stretch>
        </p:blipFill>
        <p:spPr>
          <a:xfrm xmlns:a="http://schemas.openxmlformats.org/drawingml/2006/main">
            <a:off x="566928" y="2783794"/>
            <a:ext cx="5806440" cy="2067653"/>
          </a:xfrm>
          <a:prstGeom xmlns:a="http://schemas.openxmlformats.org/drawingml/2006/main" prst="rect">
            <a:avLst/>
          </a:prstGeom>
          <a:effectLst xmlns:a="http://schemas.openxmlformats.org/drawingml/2006/main">
            <a:outerShdw blurRad="127000" dist="25400" dir="5400000" algn="bl" rotWithShape="0">
              <a:srgbClr val="8892B0">
                <a:alpha val="28000"/>
              </a:srgbClr>
            </a:outerShdw>
          </a:effectLst>
        </p:spPr>
      </p:pic>
      <p:sp>
        <p:nvSpPr>
          <p:cNvPr id="5" name="Shape 2">
            <a:extLst xmlns:a="http://schemas.openxmlformats.org/drawingml/2006/main">
              <a:ext uri="{FF2B5EF4-FFF2-40B4-BE49-F238E27FC236}">
                <a16:creationId xmlns:a16="http://schemas.microsoft.com/office/drawing/2014/main" id="{1F350A04-CA14-48EB-9280-0219893D7E99}"/>
              </a:ext>
            </a:extLst>
          </p:cNvPr>
          <p:cNvSpPr>
            <a:spLocks xmlns:a="http://schemas.openxmlformats.org/drawingml/2006/main" noGrp="1"/>
          </p:cNvSpPr>
          <p:nvPr/>
        </p:nvSpPr>
        <p:spPr>
          <a:xfrm xmlns:a="http://schemas.openxmlformats.org/drawingml/2006/main">
            <a:off x="6210400" y="3226862"/>
            <a:ext cx="309272"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6" name="Shape 3">
            <a:extLst xmlns:a="http://schemas.openxmlformats.org/drawingml/2006/main">
              <a:ext uri="{FF2B5EF4-FFF2-40B4-BE49-F238E27FC236}">
                <a16:creationId xmlns:a16="http://schemas.microsoft.com/office/drawing/2014/main" id="{550181E9-334A-4A04-AFA4-34E0187DE1DC}"/>
              </a:ext>
            </a:extLst>
          </p:cNvPr>
          <p:cNvSpPr>
            <a:spLocks xmlns:a="http://schemas.openxmlformats.org/drawingml/2006/main" noGrp="1"/>
          </p:cNvSpPr>
          <p:nvPr/>
        </p:nvSpPr>
        <p:spPr>
          <a:xfrm xmlns:a="http://schemas.openxmlformats.org/drawingml/2006/main">
            <a:off x="6519672" y="2482596"/>
            <a:ext cx="0" cy="744266"/>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7" name="Shape 4">
            <a:extLst xmlns:a="http://schemas.openxmlformats.org/drawingml/2006/main">
              <a:ext uri="{FF2B5EF4-FFF2-40B4-BE49-F238E27FC236}">
                <a16:creationId xmlns:a16="http://schemas.microsoft.com/office/drawing/2014/main" id="{8CCBE80D-C0B8-4EC0-AC9F-3DDDCFB90D06}"/>
              </a:ext>
            </a:extLst>
          </p:cNvPr>
          <p:cNvSpPr>
            <a:spLocks xmlns:a="http://schemas.openxmlformats.org/drawingml/2006/main" noGrp="1"/>
          </p:cNvSpPr>
          <p:nvPr/>
        </p:nvSpPr>
        <p:spPr>
          <a:xfrm xmlns:a="http://schemas.openxmlformats.org/drawingml/2006/main">
            <a:off x="6519672" y="2482596"/>
            <a:ext cx="420624"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8" name="Shape 5">
            <a:extLst xmlns:a="http://schemas.openxmlformats.org/drawingml/2006/main">
              <a:ext uri="{FF2B5EF4-FFF2-40B4-BE49-F238E27FC236}">
                <a16:creationId xmlns:a16="http://schemas.microsoft.com/office/drawing/2014/main" id="{75073DC4-0200-4B39-8437-1DE988FECDD3}"/>
              </a:ext>
            </a:extLst>
          </p:cNvPr>
          <p:cNvSpPr>
            <a:spLocks xmlns:a="http://schemas.openxmlformats.org/drawingml/2006/main" noGrp="1"/>
          </p:cNvSpPr>
          <p:nvPr/>
        </p:nvSpPr>
        <p:spPr>
          <a:xfrm xmlns:a="http://schemas.openxmlformats.org/drawingml/2006/main">
            <a:off x="6200215" y="3944939"/>
            <a:ext cx="352376"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9" name="Shape 6">
            <a:extLst xmlns:a="http://schemas.openxmlformats.org/drawingml/2006/main">
              <a:ext uri="{FF2B5EF4-FFF2-40B4-BE49-F238E27FC236}">
                <a16:creationId xmlns:a16="http://schemas.microsoft.com/office/drawing/2014/main" id="{F148621A-62E1-49D4-A233-EBBE3D5A6BB0}"/>
              </a:ext>
            </a:extLst>
          </p:cNvPr>
          <p:cNvSpPr>
            <a:spLocks xmlns:a="http://schemas.openxmlformats.org/drawingml/2006/main" noGrp="1"/>
          </p:cNvSpPr>
          <p:nvPr/>
        </p:nvSpPr>
        <p:spPr>
          <a:xfrm xmlns:a="http://schemas.openxmlformats.org/drawingml/2006/main">
            <a:off x="6552590" y="3817620"/>
            <a:ext cx="0" cy="127319"/>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0" name="Shape 7">
            <a:extLst xmlns:a="http://schemas.openxmlformats.org/drawingml/2006/main">
              <a:ext uri="{FF2B5EF4-FFF2-40B4-BE49-F238E27FC236}">
                <a16:creationId xmlns:a16="http://schemas.microsoft.com/office/drawing/2014/main" id="{9C016C80-116E-4F43-99AA-E335D23CACE3}"/>
              </a:ext>
            </a:extLst>
          </p:cNvPr>
          <p:cNvSpPr>
            <a:spLocks xmlns:a="http://schemas.openxmlformats.org/drawingml/2006/main" noGrp="1"/>
          </p:cNvSpPr>
          <p:nvPr/>
        </p:nvSpPr>
        <p:spPr>
          <a:xfrm xmlns:a="http://schemas.openxmlformats.org/drawingml/2006/main">
            <a:off x="6552590" y="3817620"/>
            <a:ext cx="387706"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11" name="Shape 8">
            <a:extLst xmlns:a="http://schemas.openxmlformats.org/drawingml/2006/main">
              <a:ext uri="{FF2B5EF4-FFF2-40B4-BE49-F238E27FC236}">
                <a16:creationId xmlns:a16="http://schemas.microsoft.com/office/drawing/2014/main" id="{7C6A384E-7400-465A-8EC9-0FD76F33050D}"/>
              </a:ext>
            </a:extLst>
          </p:cNvPr>
          <p:cNvSpPr>
            <a:spLocks xmlns:a="http://schemas.openxmlformats.org/drawingml/2006/main" noGrp="1"/>
          </p:cNvSpPr>
          <p:nvPr/>
        </p:nvSpPr>
        <p:spPr>
          <a:xfrm xmlns:a="http://schemas.openxmlformats.org/drawingml/2006/main">
            <a:off x="6200215" y="4494954"/>
            <a:ext cx="385294"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2" name="Shape 9">
            <a:extLst xmlns:a="http://schemas.openxmlformats.org/drawingml/2006/main">
              <a:ext uri="{FF2B5EF4-FFF2-40B4-BE49-F238E27FC236}">
                <a16:creationId xmlns:a16="http://schemas.microsoft.com/office/drawing/2014/main" id="{C647A6B5-4174-4BBF-99EC-CEF4E7019741}"/>
              </a:ext>
            </a:extLst>
          </p:cNvPr>
          <p:cNvSpPr>
            <a:spLocks xmlns:a="http://schemas.openxmlformats.org/drawingml/2006/main" noGrp="1"/>
          </p:cNvSpPr>
          <p:nvPr/>
        </p:nvSpPr>
        <p:spPr>
          <a:xfrm xmlns:a="http://schemas.openxmlformats.org/drawingml/2006/main">
            <a:off x="6585509" y="4494954"/>
            <a:ext cx="0" cy="65769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3" name="Shape 10">
            <a:extLst xmlns:a="http://schemas.openxmlformats.org/drawingml/2006/main">
              <a:ext uri="{FF2B5EF4-FFF2-40B4-BE49-F238E27FC236}">
                <a16:creationId xmlns:a16="http://schemas.microsoft.com/office/drawing/2014/main" id="{23D54C20-14D1-45B7-9843-55A12C5906BD}"/>
              </a:ext>
            </a:extLst>
          </p:cNvPr>
          <p:cNvSpPr>
            <a:spLocks xmlns:a="http://schemas.openxmlformats.org/drawingml/2006/main" noGrp="1"/>
          </p:cNvSpPr>
          <p:nvPr/>
        </p:nvSpPr>
        <p:spPr>
          <a:xfrm xmlns:a="http://schemas.openxmlformats.org/drawingml/2006/main">
            <a:off x="6585509" y="5152644"/>
            <a:ext cx="354787"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14" name="Shape 11">
            <a:extLst xmlns:a="http://schemas.openxmlformats.org/drawingml/2006/main">
              <a:ext uri="{FF2B5EF4-FFF2-40B4-BE49-F238E27FC236}">
                <a16:creationId xmlns:a16="http://schemas.microsoft.com/office/drawing/2014/main" id="{6F9D9E33-149A-42D7-8DA4-5D92505E02F2}"/>
              </a:ext>
            </a:extLst>
          </p:cNvPr>
          <p:cNvSpPr>
            <a:spLocks xmlns:a="http://schemas.openxmlformats.org/drawingml/2006/main" noGrp="1"/>
          </p:cNvSpPr>
          <p:nvPr/>
        </p:nvSpPr>
        <p:spPr>
          <a:xfrm xmlns:a="http://schemas.openxmlformats.org/drawingml/2006/main">
            <a:off x="6082384" y="3098846"/>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15" name="Text 12">
            <a:extLst xmlns:a="http://schemas.openxmlformats.org/drawingml/2006/main">
              <a:ext uri="{FF2B5EF4-FFF2-40B4-BE49-F238E27FC236}">
                <a16:creationId xmlns:a16="http://schemas.microsoft.com/office/drawing/2014/main" id="{2B480EFB-38C0-4973-A20A-2B80A1264538}"/>
              </a:ext>
            </a:extLst>
          </p:cNvPr>
          <p:cNvSpPr>
            <a:spLocks xmlns:a="http://schemas.openxmlformats.org/drawingml/2006/main" noGrp="1"/>
          </p:cNvSpPr>
          <p:nvPr/>
        </p:nvSpPr>
        <p:spPr>
          <a:xfrm xmlns:a="http://schemas.openxmlformats.org/drawingml/2006/main">
            <a:off x="6082384" y="3098846"/>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1</a:t>
            </a:r>
            <a:endParaRPr sz="850"/>
          </a:p>
        </p:txBody>
      </p:sp>
      <p:sp>
        <p:nvSpPr>
          <p:cNvPr id="16" name="Shape 13">
            <a:extLst xmlns:a="http://schemas.openxmlformats.org/drawingml/2006/main">
              <a:ext uri="{FF2B5EF4-FFF2-40B4-BE49-F238E27FC236}">
                <a16:creationId xmlns:a16="http://schemas.microsoft.com/office/drawing/2014/main" id="{C6CC55DC-BCF6-4B72-AB3F-79A85C61D5BE}"/>
              </a:ext>
            </a:extLst>
          </p:cNvPr>
          <p:cNvSpPr>
            <a:spLocks xmlns:a="http://schemas.openxmlformats.org/drawingml/2006/main" noGrp="1"/>
          </p:cNvSpPr>
          <p:nvPr/>
        </p:nvSpPr>
        <p:spPr>
          <a:xfrm xmlns:a="http://schemas.openxmlformats.org/drawingml/2006/main">
            <a:off x="6940296" y="1888236"/>
            <a:ext cx="4654296" cy="1188720"/>
          </a:xfrm>
          <a:prstGeom xmlns:a="http://schemas.openxmlformats.org/drawingml/2006/main" prst="roundRect">
            <a:avLst>
              <a:gd name="adj" fmla="val 4615"/>
            </a:avLst>
          </a:prstGeom>
          <a:solidFill xmlns:a="http://schemas.openxmlformats.org/drawingml/2006/main">
            <a:srgbClr val="F4F6FB"/>
          </a:solidFill>
          <a:ln xmlns:a="http://schemas.openxmlformats.org/drawingml/2006/main" w="12700">
            <a:solidFill>
              <a:srgbClr val="D8DEEC"/>
            </a:solidFill>
            <a:prstDash val="solid"/>
          </a:ln>
        </p:spPr>
      </p:sp>
      <p:sp>
        <p:nvSpPr>
          <p:cNvPr id="17" name="Shape 14">
            <a:extLst xmlns:a="http://schemas.openxmlformats.org/drawingml/2006/main">
              <a:ext uri="{FF2B5EF4-FFF2-40B4-BE49-F238E27FC236}">
                <a16:creationId xmlns:a16="http://schemas.microsoft.com/office/drawing/2014/main" id="{274631B9-36CB-42E6-A5F6-A715777F589A}"/>
              </a:ext>
            </a:extLst>
          </p:cNvPr>
          <p:cNvSpPr>
            <a:spLocks xmlns:a="http://schemas.openxmlformats.org/drawingml/2006/main" noGrp="1"/>
          </p:cNvSpPr>
          <p:nvPr/>
        </p:nvSpPr>
        <p:spPr>
          <a:xfrm xmlns:a="http://schemas.openxmlformats.org/drawingml/2006/main">
            <a:off x="7050024" y="1997964"/>
            <a:ext cx="237744" cy="237744"/>
          </a:xfrm>
          <a:prstGeom xmlns:a="http://schemas.openxmlformats.org/drawingml/2006/main" prst="ellipse">
            <a:avLst/>
          </a:prstGeom>
          <a:solidFill xmlns:a="http://schemas.openxmlformats.org/drawingml/2006/main">
            <a:srgbClr val="1E2761"/>
          </a:solidFill>
        </p:spPr>
      </p:sp>
      <p:sp>
        <p:nvSpPr>
          <p:cNvPr id="18" name="Text 15">
            <a:extLst xmlns:a="http://schemas.openxmlformats.org/drawingml/2006/main">
              <a:ext uri="{FF2B5EF4-FFF2-40B4-BE49-F238E27FC236}">
                <a16:creationId xmlns:a16="http://schemas.microsoft.com/office/drawing/2014/main" id="{7D06450E-06E0-4811-AF09-8AEE2DF901B9}"/>
              </a:ext>
            </a:extLst>
          </p:cNvPr>
          <p:cNvSpPr>
            <a:spLocks xmlns:a="http://schemas.openxmlformats.org/drawingml/2006/main" noGrp="1"/>
          </p:cNvSpPr>
          <p:nvPr/>
        </p:nvSpPr>
        <p:spPr>
          <a:xfrm xmlns:a="http://schemas.openxmlformats.org/drawingml/2006/main">
            <a:off x="7050024" y="1997964"/>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1</a:t>
            </a:r>
            <a:endParaRPr sz="800"/>
          </a:p>
        </p:txBody>
      </p:sp>
      <p:sp>
        <p:nvSpPr>
          <p:cNvPr id="19" name="Text 16">
            <a:extLst xmlns:a="http://schemas.openxmlformats.org/drawingml/2006/main">
              <a:ext uri="{FF2B5EF4-FFF2-40B4-BE49-F238E27FC236}">
                <a16:creationId xmlns:a16="http://schemas.microsoft.com/office/drawing/2014/main" id="{29341145-D85C-45F2-A228-D2BA0FC0C24E}"/>
              </a:ext>
            </a:extLst>
          </p:cNvPr>
          <p:cNvSpPr>
            <a:spLocks xmlns:a="http://schemas.openxmlformats.org/drawingml/2006/main" noGrp="1"/>
          </p:cNvSpPr>
          <p:nvPr/>
        </p:nvSpPr>
        <p:spPr>
          <a:xfrm xmlns:a="http://schemas.openxmlformats.org/drawingml/2006/main">
            <a:off x="7379208" y="1961388"/>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E2761"/>
                </a:solidFill>
                <a:latin typeface="Calibri"/>
                <a:ea typeface="Calibri"/>
                <a:cs typeface="Calibri"/>
              </a:rPr>
              <a:t>Employee group</a:t>
            </a:r>
            <a:endParaRPr sz="1200"/>
          </a:p>
        </p:txBody>
      </p:sp>
      <p:sp>
        <p:nvSpPr>
          <p:cNvPr id="20" name="Text 17">
            <a:extLst xmlns:a="http://schemas.openxmlformats.org/drawingml/2006/main">
              <a:ext uri="{FF2B5EF4-FFF2-40B4-BE49-F238E27FC236}">
                <a16:creationId xmlns:a16="http://schemas.microsoft.com/office/drawing/2014/main" id="{8F8B3E9E-4984-4CD8-BFE8-5162BCE649BB}"/>
              </a:ext>
            </a:extLst>
          </p:cNvPr>
          <p:cNvSpPr>
            <a:spLocks xmlns:a="http://schemas.openxmlformats.org/drawingml/2006/main" noGrp="1"/>
          </p:cNvSpPr>
          <p:nvPr/>
        </p:nvSpPr>
        <p:spPr>
          <a:xfrm xmlns:a="http://schemas.openxmlformats.org/drawingml/2006/main">
            <a:off x="7068312" y="2272284"/>
            <a:ext cx="439826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50"/>
              </a:lnSpc>
              <a:buNone/>
            </a:pPr>
            <a:r>
              <a:rPr sz="1050">
                <a:solidFill>
                  <a:srgbClr val="4B4458"/>
                </a:solidFill>
                <a:latin typeface="Calibri"/>
                <a:ea typeface="Calibri"/>
                <a:cs typeface="Calibri"/>
              </a:rPr>
              <a:t>Choose the smallest group that truly shares the rule. Broad scopes are easier to create but harder to govern.</a:t>
            </a:r>
            <a:endParaRPr sz="1050"/>
          </a:p>
        </p:txBody>
      </p:sp>
      <p:sp>
        <p:nvSpPr>
          <p:cNvPr id="21" name="Shape 18">
            <a:extLst xmlns:a="http://schemas.openxmlformats.org/drawingml/2006/main">
              <a:ext uri="{FF2B5EF4-FFF2-40B4-BE49-F238E27FC236}">
                <a16:creationId xmlns:a16="http://schemas.microsoft.com/office/drawing/2014/main" id="{04A862C8-73E0-466C-8A95-A4CCA0E6882F}"/>
              </a:ext>
            </a:extLst>
          </p:cNvPr>
          <p:cNvSpPr>
            <a:spLocks xmlns:a="http://schemas.openxmlformats.org/drawingml/2006/main" noGrp="1"/>
          </p:cNvSpPr>
          <p:nvPr/>
        </p:nvSpPr>
        <p:spPr>
          <a:xfrm xmlns:a="http://schemas.openxmlformats.org/drawingml/2006/main">
            <a:off x="6072199" y="3816923"/>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22" name="Text 19">
            <a:extLst xmlns:a="http://schemas.openxmlformats.org/drawingml/2006/main">
              <a:ext uri="{FF2B5EF4-FFF2-40B4-BE49-F238E27FC236}">
                <a16:creationId xmlns:a16="http://schemas.microsoft.com/office/drawing/2014/main" id="{706A88CD-8AA5-4737-B8D1-D75F16EA6FAB}"/>
              </a:ext>
            </a:extLst>
          </p:cNvPr>
          <p:cNvSpPr>
            <a:spLocks xmlns:a="http://schemas.openxmlformats.org/drawingml/2006/main" noGrp="1"/>
          </p:cNvSpPr>
          <p:nvPr/>
        </p:nvSpPr>
        <p:spPr>
          <a:xfrm xmlns:a="http://schemas.openxmlformats.org/drawingml/2006/main">
            <a:off x="6072199" y="3816923"/>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2</a:t>
            </a:r>
            <a:endParaRPr sz="850"/>
          </a:p>
        </p:txBody>
      </p:sp>
      <p:sp>
        <p:nvSpPr>
          <p:cNvPr id="23" name="Shape 20">
            <a:extLst xmlns:a="http://schemas.openxmlformats.org/drawingml/2006/main">
              <a:ext uri="{FF2B5EF4-FFF2-40B4-BE49-F238E27FC236}">
                <a16:creationId xmlns:a16="http://schemas.microsoft.com/office/drawing/2014/main" id="{DDA2F284-9AFD-4444-B69A-FE01F1C744B1}"/>
              </a:ext>
            </a:extLst>
          </p:cNvPr>
          <p:cNvSpPr>
            <a:spLocks xmlns:a="http://schemas.openxmlformats.org/drawingml/2006/main" noGrp="1"/>
          </p:cNvSpPr>
          <p:nvPr/>
        </p:nvSpPr>
        <p:spPr>
          <a:xfrm xmlns:a="http://schemas.openxmlformats.org/drawingml/2006/main">
            <a:off x="6940296" y="3223260"/>
            <a:ext cx="4654296" cy="1188720"/>
          </a:xfrm>
          <a:prstGeom xmlns:a="http://schemas.openxmlformats.org/drawingml/2006/main" prst="roundRect">
            <a:avLst>
              <a:gd name="adj" fmla="val 4615"/>
            </a:avLst>
          </a:prstGeom>
          <a:solidFill xmlns:a="http://schemas.openxmlformats.org/drawingml/2006/main">
            <a:srgbClr val="F4F6FB"/>
          </a:solidFill>
          <a:ln xmlns:a="http://schemas.openxmlformats.org/drawingml/2006/main" w="12700">
            <a:solidFill>
              <a:srgbClr val="D8DEEC"/>
            </a:solidFill>
            <a:prstDash val="solid"/>
          </a:ln>
        </p:spPr>
      </p:sp>
      <p:sp>
        <p:nvSpPr>
          <p:cNvPr id="24" name="Shape 21">
            <a:extLst xmlns:a="http://schemas.openxmlformats.org/drawingml/2006/main">
              <a:ext uri="{FF2B5EF4-FFF2-40B4-BE49-F238E27FC236}">
                <a16:creationId xmlns:a16="http://schemas.microsoft.com/office/drawing/2014/main" id="{32EF992D-45E1-4AD4-8544-3F47CBFED157}"/>
              </a:ext>
            </a:extLst>
          </p:cNvPr>
          <p:cNvSpPr>
            <a:spLocks xmlns:a="http://schemas.openxmlformats.org/drawingml/2006/main" noGrp="1"/>
          </p:cNvSpPr>
          <p:nvPr/>
        </p:nvSpPr>
        <p:spPr>
          <a:xfrm xmlns:a="http://schemas.openxmlformats.org/drawingml/2006/main">
            <a:off x="7050024" y="3332988"/>
            <a:ext cx="237744" cy="237744"/>
          </a:xfrm>
          <a:prstGeom xmlns:a="http://schemas.openxmlformats.org/drawingml/2006/main" prst="ellipse">
            <a:avLst/>
          </a:prstGeom>
          <a:solidFill xmlns:a="http://schemas.openxmlformats.org/drawingml/2006/main">
            <a:srgbClr val="1E2761"/>
          </a:solidFill>
        </p:spPr>
      </p:sp>
      <p:sp>
        <p:nvSpPr>
          <p:cNvPr id="25" name="Text 22">
            <a:extLst xmlns:a="http://schemas.openxmlformats.org/drawingml/2006/main">
              <a:ext uri="{FF2B5EF4-FFF2-40B4-BE49-F238E27FC236}">
                <a16:creationId xmlns:a16="http://schemas.microsoft.com/office/drawing/2014/main" id="{46BC90B6-F44C-4728-9E23-10540B500E6C}"/>
              </a:ext>
            </a:extLst>
          </p:cNvPr>
          <p:cNvSpPr>
            <a:spLocks xmlns:a="http://schemas.openxmlformats.org/drawingml/2006/main" noGrp="1"/>
          </p:cNvSpPr>
          <p:nvPr/>
        </p:nvSpPr>
        <p:spPr>
          <a:xfrm xmlns:a="http://schemas.openxmlformats.org/drawingml/2006/main">
            <a:off x="7050024" y="3332988"/>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2</a:t>
            </a:r>
            <a:endParaRPr sz="800"/>
          </a:p>
        </p:txBody>
      </p:sp>
      <p:sp>
        <p:nvSpPr>
          <p:cNvPr id="26" name="Text 23">
            <a:extLst xmlns:a="http://schemas.openxmlformats.org/drawingml/2006/main">
              <a:ext uri="{FF2B5EF4-FFF2-40B4-BE49-F238E27FC236}">
                <a16:creationId xmlns:a16="http://schemas.microsoft.com/office/drawing/2014/main" id="{0C74ECE8-7FAA-4B0E-9D9A-703893D77F56}"/>
              </a:ext>
            </a:extLst>
          </p:cNvPr>
          <p:cNvSpPr>
            <a:spLocks xmlns:a="http://schemas.openxmlformats.org/drawingml/2006/main" noGrp="1"/>
          </p:cNvSpPr>
          <p:nvPr/>
        </p:nvSpPr>
        <p:spPr>
          <a:xfrm xmlns:a="http://schemas.openxmlformats.org/drawingml/2006/main">
            <a:off x="7379208" y="3296412"/>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E2761"/>
                </a:solidFill>
                <a:latin typeface="Calibri"/>
                <a:ea typeface="Calibri"/>
                <a:cs typeface="Calibri"/>
              </a:rPr>
              <a:t>Frequency</a:t>
            </a:r>
            <a:endParaRPr sz="1200"/>
          </a:p>
        </p:txBody>
      </p:sp>
      <p:sp>
        <p:nvSpPr>
          <p:cNvPr id="27" name="Text 24">
            <a:extLst xmlns:a="http://schemas.openxmlformats.org/drawingml/2006/main">
              <a:ext uri="{FF2B5EF4-FFF2-40B4-BE49-F238E27FC236}">
                <a16:creationId xmlns:a16="http://schemas.microsoft.com/office/drawing/2014/main" id="{DAB94B35-EB68-4BA8-9508-28C3F5E4B152}"/>
              </a:ext>
            </a:extLst>
          </p:cNvPr>
          <p:cNvSpPr>
            <a:spLocks xmlns:a="http://schemas.openxmlformats.org/drawingml/2006/main" noGrp="1"/>
          </p:cNvSpPr>
          <p:nvPr/>
        </p:nvSpPr>
        <p:spPr>
          <a:xfrm xmlns:a="http://schemas.openxmlformats.org/drawingml/2006/main">
            <a:off x="7068312" y="3607308"/>
            <a:ext cx="439826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50"/>
              </a:lnSpc>
              <a:buNone/>
            </a:pPr>
            <a:r>
              <a:rPr sz="1050">
                <a:solidFill>
                  <a:srgbClr val="4B4458"/>
                </a:solidFill>
                <a:latin typeface="Calibri"/>
                <a:ea typeface="Calibri"/>
                <a:cs typeface="Calibri"/>
              </a:rPr>
              <a:t>Match the real business event. An annual bonus formula should not be eligible every payroll by mistake.</a:t>
            </a:r>
            <a:endParaRPr sz="1050"/>
          </a:p>
        </p:txBody>
      </p:sp>
      <p:sp>
        <p:nvSpPr>
          <p:cNvPr id="28" name="Shape 25">
            <a:extLst xmlns:a="http://schemas.openxmlformats.org/drawingml/2006/main">
              <a:ext uri="{FF2B5EF4-FFF2-40B4-BE49-F238E27FC236}">
                <a16:creationId xmlns:a16="http://schemas.microsoft.com/office/drawing/2014/main" id="{8B13E37A-C273-4588-A57D-4A234BBD50EA}"/>
              </a:ext>
            </a:extLst>
          </p:cNvPr>
          <p:cNvSpPr>
            <a:spLocks xmlns:a="http://schemas.openxmlformats.org/drawingml/2006/main" noGrp="1"/>
          </p:cNvSpPr>
          <p:nvPr/>
        </p:nvSpPr>
        <p:spPr>
          <a:xfrm xmlns:a="http://schemas.openxmlformats.org/drawingml/2006/main">
            <a:off x="6072199" y="4366938"/>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29" name="Text 26">
            <a:extLst xmlns:a="http://schemas.openxmlformats.org/drawingml/2006/main">
              <a:ext uri="{FF2B5EF4-FFF2-40B4-BE49-F238E27FC236}">
                <a16:creationId xmlns:a16="http://schemas.microsoft.com/office/drawing/2014/main" id="{AF8E2915-EACE-4C04-A811-D6874ABDA04C}"/>
              </a:ext>
            </a:extLst>
          </p:cNvPr>
          <p:cNvSpPr>
            <a:spLocks xmlns:a="http://schemas.openxmlformats.org/drawingml/2006/main" noGrp="1"/>
          </p:cNvSpPr>
          <p:nvPr/>
        </p:nvSpPr>
        <p:spPr>
          <a:xfrm xmlns:a="http://schemas.openxmlformats.org/drawingml/2006/main">
            <a:off x="6072199" y="4366938"/>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3</a:t>
            </a:r>
            <a:endParaRPr sz="850"/>
          </a:p>
        </p:txBody>
      </p:sp>
      <p:sp>
        <p:nvSpPr>
          <p:cNvPr id="30" name="Shape 27">
            <a:extLst xmlns:a="http://schemas.openxmlformats.org/drawingml/2006/main">
              <a:ext uri="{FF2B5EF4-FFF2-40B4-BE49-F238E27FC236}">
                <a16:creationId xmlns:a16="http://schemas.microsoft.com/office/drawing/2014/main" id="{1CABDFC6-1E20-45D3-BF3D-80D901BDE064}"/>
              </a:ext>
            </a:extLst>
          </p:cNvPr>
          <p:cNvSpPr>
            <a:spLocks xmlns:a="http://schemas.openxmlformats.org/drawingml/2006/main" noGrp="1"/>
          </p:cNvSpPr>
          <p:nvPr/>
        </p:nvSpPr>
        <p:spPr>
          <a:xfrm xmlns:a="http://schemas.openxmlformats.org/drawingml/2006/main">
            <a:off x="6940296" y="4558284"/>
            <a:ext cx="4654296" cy="1188720"/>
          </a:xfrm>
          <a:prstGeom xmlns:a="http://schemas.openxmlformats.org/drawingml/2006/main" prst="roundRect">
            <a:avLst>
              <a:gd name="adj" fmla="val 4615"/>
            </a:avLst>
          </a:prstGeom>
          <a:solidFill xmlns:a="http://schemas.openxmlformats.org/drawingml/2006/main">
            <a:srgbClr val="F4F6FB"/>
          </a:solidFill>
          <a:ln xmlns:a="http://schemas.openxmlformats.org/drawingml/2006/main" w="12700">
            <a:solidFill>
              <a:srgbClr val="D8DEEC"/>
            </a:solidFill>
            <a:prstDash val="solid"/>
          </a:ln>
        </p:spPr>
      </p:sp>
      <p:sp>
        <p:nvSpPr>
          <p:cNvPr id="31" name="Shape 28">
            <a:extLst xmlns:a="http://schemas.openxmlformats.org/drawingml/2006/main">
              <a:ext uri="{FF2B5EF4-FFF2-40B4-BE49-F238E27FC236}">
                <a16:creationId xmlns:a16="http://schemas.microsoft.com/office/drawing/2014/main" id="{F0543F13-BC39-4223-8F49-7536A1C1F35B}"/>
              </a:ext>
            </a:extLst>
          </p:cNvPr>
          <p:cNvSpPr>
            <a:spLocks xmlns:a="http://schemas.openxmlformats.org/drawingml/2006/main" noGrp="1"/>
          </p:cNvSpPr>
          <p:nvPr/>
        </p:nvSpPr>
        <p:spPr>
          <a:xfrm xmlns:a="http://schemas.openxmlformats.org/drawingml/2006/main">
            <a:off x="7050024" y="4668012"/>
            <a:ext cx="237744" cy="237744"/>
          </a:xfrm>
          <a:prstGeom xmlns:a="http://schemas.openxmlformats.org/drawingml/2006/main" prst="ellipse">
            <a:avLst/>
          </a:prstGeom>
          <a:solidFill xmlns:a="http://schemas.openxmlformats.org/drawingml/2006/main">
            <a:srgbClr val="1E2761"/>
          </a:solidFill>
        </p:spPr>
      </p:sp>
      <p:sp>
        <p:nvSpPr>
          <p:cNvPr id="32" name="Text 29">
            <a:extLst xmlns:a="http://schemas.openxmlformats.org/drawingml/2006/main">
              <a:ext uri="{FF2B5EF4-FFF2-40B4-BE49-F238E27FC236}">
                <a16:creationId xmlns:a16="http://schemas.microsoft.com/office/drawing/2014/main" id="{44237E9D-5B37-44AC-A458-C0E28E8C3D29}"/>
              </a:ext>
            </a:extLst>
          </p:cNvPr>
          <p:cNvSpPr>
            <a:spLocks xmlns:a="http://schemas.openxmlformats.org/drawingml/2006/main" noGrp="1"/>
          </p:cNvSpPr>
          <p:nvPr/>
        </p:nvSpPr>
        <p:spPr>
          <a:xfrm xmlns:a="http://schemas.openxmlformats.org/drawingml/2006/main">
            <a:off x="7050024" y="4668012"/>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3</a:t>
            </a:r>
            <a:endParaRPr sz="800"/>
          </a:p>
        </p:txBody>
      </p:sp>
      <p:sp>
        <p:nvSpPr>
          <p:cNvPr id="33" name="Text 30">
            <a:extLst xmlns:a="http://schemas.openxmlformats.org/drawingml/2006/main">
              <a:ext uri="{FF2B5EF4-FFF2-40B4-BE49-F238E27FC236}">
                <a16:creationId xmlns:a16="http://schemas.microsoft.com/office/drawing/2014/main" id="{CC99F44F-EEB0-4C4C-847E-8B854306D875}"/>
              </a:ext>
            </a:extLst>
          </p:cNvPr>
          <p:cNvSpPr>
            <a:spLocks xmlns:a="http://schemas.openxmlformats.org/drawingml/2006/main" noGrp="1"/>
          </p:cNvSpPr>
          <p:nvPr/>
        </p:nvSpPr>
        <p:spPr>
          <a:xfrm xmlns:a="http://schemas.openxmlformats.org/drawingml/2006/main">
            <a:off x="7379208" y="4631436"/>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E2761"/>
                </a:solidFill>
                <a:latin typeface="Calibri"/>
                <a:ea typeface="Calibri"/>
                <a:cs typeface="Calibri"/>
              </a:rPr>
              <a:t>Status</a:t>
            </a:r>
            <a:endParaRPr sz="1200"/>
          </a:p>
        </p:txBody>
      </p:sp>
      <p:sp>
        <p:nvSpPr>
          <p:cNvPr id="34" name="Text 31">
            <a:extLst xmlns:a="http://schemas.openxmlformats.org/drawingml/2006/main">
              <a:ext uri="{FF2B5EF4-FFF2-40B4-BE49-F238E27FC236}">
                <a16:creationId xmlns:a16="http://schemas.microsoft.com/office/drawing/2014/main" id="{9D3B1B6B-3849-40FC-B571-08812ADE9EEF}"/>
              </a:ext>
            </a:extLst>
          </p:cNvPr>
          <p:cNvSpPr>
            <a:spLocks xmlns:a="http://schemas.openxmlformats.org/drawingml/2006/main" noGrp="1"/>
          </p:cNvSpPr>
          <p:nvPr/>
        </p:nvSpPr>
        <p:spPr>
          <a:xfrm xmlns:a="http://schemas.openxmlformats.org/drawingml/2006/main">
            <a:off x="7068312" y="4942332"/>
            <a:ext cx="439826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50"/>
              </a:lnSpc>
              <a:buNone/>
            </a:pPr>
            <a:r>
              <a:rPr sz="1050">
                <a:solidFill>
                  <a:srgbClr val="4B4458"/>
                </a:solidFill>
                <a:latin typeface="Calibri"/>
                <a:ea typeface="Calibri"/>
                <a:cs typeface="Calibri"/>
              </a:rPr>
              <a:t>Use Active only after the formula, reference source and consuming-module mapping have all been reviewed.</a:t>
            </a:r>
            <a:endParaRPr sz="1050"/>
          </a:p>
        </p:txBody>
      </p:sp>
    </p:spTree>
    <p:extLst>
      <p:ext uri="{BB962C8B-B14F-4D97-AF65-F5344CB8AC3E}">
        <p14:creationId xmlns:p14="http://schemas.microsoft.com/office/powerpoint/2010/main" val="168810253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5ADCAF2-78AC-4655-BB67-D10CFAA9DAA1}"/>
              </a:ext>
            </a:extLst>
          </p:cNvPr>
          <p:cNvSpPr>
            <a:spLocks xmlns:a="http://schemas.openxmlformats.org/drawingml/2006/main" noGrp="1"/>
          </p:cNvSpPr>
          <p:nvPr/>
        </p:nvSpPr>
        <p:spPr>
          <a:xfrm xmlns:a="http://schemas.openxmlformats.org/drawingml/2006/main">
            <a:off x="566928" y="329184"/>
            <a:ext cx="11027664"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ASSIGNMENT VALIDATION</a:t>
            </a:r>
            <a:endParaRPr sz="1000"/>
          </a:p>
        </p:txBody>
      </p:sp>
      <p:sp>
        <p:nvSpPr>
          <p:cNvPr id="3" name="Text 1">
            <a:extLst xmlns:a="http://schemas.openxmlformats.org/drawingml/2006/main">
              <a:ext uri="{FF2B5EF4-FFF2-40B4-BE49-F238E27FC236}">
                <a16:creationId xmlns:a16="http://schemas.microsoft.com/office/drawing/2014/main" id="{14BD904B-C6D1-4A7E-AD20-67687405059A}"/>
              </a:ext>
            </a:extLst>
          </p:cNvPr>
          <p:cNvSpPr>
            <a:spLocks xmlns:a="http://schemas.openxmlformats.org/drawingml/2006/main" noGrp="1"/>
          </p:cNvSpPr>
          <p:nvPr/>
        </p:nvSpPr>
        <p:spPr>
          <a:xfrm xmlns:a="http://schemas.openxmlformats.org/drawingml/2006/main">
            <a:off x="566928" y="548640"/>
            <a:ext cx="110276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ATLAS should stop two active rules from claiming the same case</a:t>
            </a:r>
            <a:endParaRPr sz="3000"/>
          </a:p>
        </p:txBody>
      </p:sp>
      <p:sp>
        <p:nvSpPr>
          <p:cNvPr id="4" name="Text 2">
            <a:extLst xmlns:a="http://schemas.openxmlformats.org/drawingml/2006/main">
              <a:ext uri="{FF2B5EF4-FFF2-40B4-BE49-F238E27FC236}">
                <a16:creationId xmlns:a16="http://schemas.microsoft.com/office/drawing/2014/main" id="{45058444-0BF6-4F82-A02F-08F6E0ED6FF9}"/>
              </a:ext>
            </a:extLst>
          </p:cNvPr>
          <p:cNvSpPr>
            <a:spLocks xmlns:a="http://schemas.openxmlformats.org/drawingml/2006/main" noGrp="1"/>
          </p:cNvSpPr>
          <p:nvPr/>
        </p:nvSpPr>
        <p:spPr>
          <a:xfrm xmlns:a="http://schemas.openxmlformats.org/drawingml/2006/main">
            <a:off x="566928" y="1115568"/>
            <a:ext cx="11027664"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i="1">
                <a:solidFill>
                  <a:srgbClr val="5A6280"/>
                </a:solidFill>
                <a:latin typeface="Calibri"/>
                <a:ea typeface="Calibri"/>
                <a:cs typeface="Calibri"/>
              </a:rPr>
              <a:t>Before Save, compare the new assignment with every active assignment for the same company.</a:t>
            </a:r>
            <a:endParaRPr sz="1200"/>
          </a:p>
        </p:txBody>
      </p:sp>
      <p:sp>
        <p:nvSpPr>
          <p:cNvPr id="5" name="Shape 3">
            <a:extLst xmlns:a="http://schemas.openxmlformats.org/drawingml/2006/main">
              <a:ext uri="{FF2B5EF4-FFF2-40B4-BE49-F238E27FC236}">
                <a16:creationId xmlns:a16="http://schemas.microsoft.com/office/drawing/2014/main" id="{5319E1DB-A2F3-4269-946E-4F584A6A955E}"/>
              </a:ext>
            </a:extLst>
          </p:cNvPr>
          <p:cNvSpPr>
            <a:spLocks xmlns:a="http://schemas.openxmlformats.org/drawingml/2006/main" noGrp="1"/>
          </p:cNvSpPr>
          <p:nvPr/>
        </p:nvSpPr>
        <p:spPr>
          <a:xfrm xmlns:a="http://schemas.openxmlformats.org/drawingml/2006/main">
            <a:off x="566928" y="1627632"/>
            <a:ext cx="384048" cy="384048"/>
          </a:xfrm>
          <a:prstGeom xmlns:a="http://schemas.openxmlformats.org/drawingml/2006/main" prst="ellipse">
            <a:avLst/>
          </a:prstGeom>
          <a:solidFill xmlns:a="http://schemas.openxmlformats.org/drawingml/2006/main">
            <a:srgbClr val="1E2761"/>
          </a:solidFill>
        </p:spPr>
      </p:sp>
      <p:sp>
        <p:nvSpPr>
          <p:cNvPr id="6" name="Text 4">
            <a:extLst xmlns:a="http://schemas.openxmlformats.org/drawingml/2006/main">
              <a:ext uri="{FF2B5EF4-FFF2-40B4-BE49-F238E27FC236}">
                <a16:creationId xmlns:a16="http://schemas.microsoft.com/office/drawing/2014/main" id="{B6406670-76F4-48A7-B94C-E8DC19CC200B}"/>
              </a:ext>
            </a:extLst>
          </p:cNvPr>
          <p:cNvSpPr>
            <a:spLocks xmlns:a="http://schemas.openxmlformats.org/drawingml/2006/main" noGrp="1"/>
          </p:cNvSpPr>
          <p:nvPr/>
        </p:nvSpPr>
        <p:spPr>
          <a:xfrm xmlns:a="http://schemas.openxmlformats.org/drawingml/2006/main">
            <a:off x="566928" y="1627632"/>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1</a:t>
            </a:r>
            <a:endParaRPr sz="1400"/>
          </a:p>
        </p:txBody>
      </p:sp>
      <p:sp>
        <p:nvSpPr>
          <p:cNvPr id="7" name="Text 5">
            <a:extLst xmlns:a="http://schemas.openxmlformats.org/drawingml/2006/main">
              <a:ext uri="{FF2B5EF4-FFF2-40B4-BE49-F238E27FC236}">
                <a16:creationId xmlns:a16="http://schemas.microsoft.com/office/drawing/2014/main" id="{31078875-8402-4C0E-9779-2FF6B8B1E69E}"/>
              </a:ext>
            </a:extLst>
          </p:cNvPr>
          <p:cNvSpPr>
            <a:spLocks xmlns:a="http://schemas.openxmlformats.org/drawingml/2006/main" noGrp="1"/>
          </p:cNvSpPr>
          <p:nvPr/>
        </p:nvSpPr>
        <p:spPr>
          <a:xfrm xmlns:a="http://schemas.openxmlformats.org/drawingml/2006/main">
            <a:off x="1170432" y="1591056"/>
            <a:ext cx="3200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200" b="1">
                <a:solidFill>
                  <a:srgbClr val="1E2761"/>
                </a:solidFill>
                <a:latin typeface="Calibri"/>
                <a:ea typeface="Calibri"/>
                <a:cs typeface="Calibri"/>
              </a:rPr>
              <a:t>Business purpose</a:t>
            </a:r>
            <a:endParaRPr sz="1200"/>
          </a:p>
        </p:txBody>
      </p:sp>
      <p:sp>
        <p:nvSpPr>
          <p:cNvPr id="8" name="Text 6">
            <a:extLst xmlns:a="http://schemas.openxmlformats.org/drawingml/2006/main">
              <a:ext uri="{FF2B5EF4-FFF2-40B4-BE49-F238E27FC236}">
                <a16:creationId xmlns:a16="http://schemas.microsoft.com/office/drawing/2014/main" id="{63786B9E-F93A-4B26-8B2C-6DF62B462DDF}"/>
              </a:ext>
            </a:extLst>
          </p:cNvPr>
          <p:cNvSpPr>
            <a:spLocks xmlns:a="http://schemas.openxmlformats.org/drawingml/2006/main" noGrp="1"/>
          </p:cNvSpPr>
          <p:nvPr/>
        </p:nvSpPr>
        <p:spPr>
          <a:xfrm xmlns:a="http://schemas.openxmlformats.org/drawingml/2006/main">
            <a:off x="4498848" y="1591056"/>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050">
                <a:solidFill>
                  <a:srgbClr val="2B3350"/>
                </a:solidFill>
                <a:latin typeface="Calibri"/>
                <a:ea typeface="Calibri"/>
                <a:cs typeface="Calibri"/>
              </a:rPr>
              <a:t>Check assignment type and reference table. Two rules for different earning codes may coexist.</a:t>
            </a:r>
            <a:endParaRPr sz="1050"/>
          </a:p>
        </p:txBody>
      </p:sp>
      <p:sp>
        <p:nvSpPr>
          <p:cNvPr id="9" name="Text 7">
            <a:extLst xmlns:a="http://schemas.openxmlformats.org/drawingml/2006/main">
              <a:ext uri="{FF2B5EF4-FFF2-40B4-BE49-F238E27FC236}">
                <a16:creationId xmlns:a16="http://schemas.microsoft.com/office/drawing/2014/main" id="{07FB5F34-96A9-4B9A-AE15-8D5A94D84C00}"/>
              </a:ext>
            </a:extLst>
          </p:cNvPr>
          <p:cNvSpPr>
            <a:spLocks xmlns:a="http://schemas.openxmlformats.org/drawingml/2006/main" noGrp="1"/>
          </p:cNvSpPr>
          <p:nvPr/>
        </p:nvSpPr>
        <p:spPr>
          <a:xfrm xmlns:a="http://schemas.openxmlformats.org/drawingml/2006/main">
            <a:off x="9710928" y="1591056"/>
            <a:ext cx="1920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200"/>
              </a:lnSpc>
              <a:buNone/>
            </a:pPr>
            <a:r>
              <a:rPr sz="950" i="1">
                <a:solidFill>
                  <a:srgbClr val="5A6280"/>
                </a:solidFill>
                <a:latin typeface="Calibri"/>
                <a:ea typeface="Calibri"/>
                <a:cs typeface="Calibri"/>
              </a:rPr>
              <a:t>Match keys</a:t>
            </a:r>
            <a:endParaRPr sz="950"/>
          </a:p>
        </p:txBody>
      </p:sp>
      <p:sp>
        <p:nvSpPr>
          <p:cNvPr id="10" name="Shape 8">
            <a:extLst xmlns:a="http://schemas.openxmlformats.org/drawingml/2006/main">
              <a:ext uri="{FF2B5EF4-FFF2-40B4-BE49-F238E27FC236}">
                <a16:creationId xmlns:a16="http://schemas.microsoft.com/office/drawing/2014/main" id="{F1ED9047-DBB6-45BD-9BB0-CC8B94BE224F}"/>
              </a:ext>
            </a:extLst>
          </p:cNvPr>
          <p:cNvSpPr>
            <a:spLocks xmlns:a="http://schemas.openxmlformats.org/drawingml/2006/main" noGrp="1"/>
          </p:cNvSpPr>
          <p:nvPr/>
        </p:nvSpPr>
        <p:spPr>
          <a:xfrm xmlns:a="http://schemas.openxmlformats.org/drawingml/2006/main">
            <a:off x="566928" y="2596896"/>
            <a:ext cx="384048" cy="384048"/>
          </a:xfrm>
          <a:prstGeom xmlns:a="http://schemas.openxmlformats.org/drawingml/2006/main" prst="ellipse">
            <a:avLst/>
          </a:prstGeom>
          <a:solidFill xmlns:a="http://schemas.openxmlformats.org/drawingml/2006/main">
            <a:srgbClr val="1E2761"/>
          </a:solidFill>
        </p:spPr>
      </p:sp>
      <p:sp>
        <p:nvSpPr>
          <p:cNvPr id="11" name="Text 9">
            <a:extLst xmlns:a="http://schemas.openxmlformats.org/drawingml/2006/main">
              <a:ext uri="{FF2B5EF4-FFF2-40B4-BE49-F238E27FC236}">
                <a16:creationId xmlns:a16="http://schemas.microsoft.com/office/drawing/2014/main" id="{10BF7770-7027-4BED-B455-E0ECD401CB47}"/>
              </a:ext>
            </a:extLst>
          </p:cNvPr>
          <p:cNvSpPr>
            <a:spLocks xmlns:a="http://schemas.openxmlformats.org/drawingml/2006/main" noGrp="1"/>
          </p:cNvSpPr>
          <p:nvPr/>
        </p:nvSpPr>
        <p:spPr>
          <a:xfrm xmlns:a="http://schemas.openxmlformats.org/drawingml/2006/main">
            <a:off x="566928" y="2596896"/>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2</a:t>
            </a:r>
            <a:endParaRPr sz="1400"/>
          </a:p>
        </p:txBody>
      </p:sp>
      <p:sp>
        <p:nvSpPr>
          <p:cNvPr id="12" name="Text 10">
            <a:extLst xmlns:a="http://schemas.openxmlformats.org/drawingml/2006/main">
              <a:ext uri="{FF2B5EF4-FFF2-40B4-BE49-F238E27FC236}">
                <a16:creationId xmlns:a16="http://schemas.microsoft.com/office/drawing/2014/main" id="{7868E9E8-7739-4EE5-B47B-C630F9CA2702}"/>
              </a:ext>
            </a:extLst>
          </p:cNvPr>
          <p:cNvSpPr>
            <a:spLocks xmlns:a="http://schemas.openxmlformats.org/drawingml/2006/main" noGrp="1"/>
          </p:cNvSpPr>
          <p:nvPr/>
        </p:nvSpPr>
        <p:spPr>
          <a:xfrm xmlns:a="http://schemas.openxmlformats.org/drawingml/2006/main">
            <a:off x="1170432" y="2560320"/>
            <a:ext cx="3200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200" b="1">
                <a:solidFill>
                  <a:srgbClr val="1E2761"/>
                </a:solidFill>
                <a:latin typeface="Calibri"/>
                <a:ea typeface="Calibri"/>
                <a:cs typeface="Calibri"/>
              </a:rPr>
              <a:t>Employee scope</a:t>
            </a:r>
            <a:endParaRPr sz="1200"/>
          </a:p>
        </p:txBody>
      </p:sp>
      <p:sp>
        <p:nvSpPr>
          <p:cNvPr id="13" name="Text 11">
            <a:extLst xmlns:a="http://schemas.openxmlformats.org/drawingml/2006/main">
              <a:ext uri="{FF2B5EF4-FFF2-40B4-BE49-F238E27FC236}">
                <a16:creationId xmlns:a16="http://schemas.microsoft.com/office/drawing/2014/main" id="{8FCD6525-CDC6-427D-9129-2A1161E3F176}"/>
              </a:ext>
            </a:extLst>
          </p:cNvPr>
          <p:cNvSpPr>
            <a:spLocks xmlns:a="http://schemas.openxmlformats.org/drawingml/2006/main" noGrp="1"/>
          </p:cNvSpPr>
          <p:nvPr/>
        </p:nvSpPr>
        <p:spPr>
          <a:xfrm xmlns:a="http://schemas.openxmlformats.org/drawingml/2006/main">
            <a:off x="4498848" y="2560320"/>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050">
                <a:solidFill>
                  <a:srgbClr val="2B3350"/>
                </a:solidFill>
                <a:latin typeface="Calibri"/>
                <a:ea typeface="Calibri"/>
                <a:cs typeface="Calibri"/>
              </a:rPr>
              <a:t>Check whether groups intersect. All Employees overlaps every narrower group unless priority is defined.</a:t>
            </a:r>
            <a:endParaRPr sz="1050"/>
          </a:p>
        </p:txBody>
      </p:sp>
      <p:sp>
        <p:nvSpPr>
          <p:cNvPr id="14" name="Text 12">
            <a:extLst xmlns:a="http://schemas.openxmlformats.org/drawingml/2006/main">
              <a:ext uri="{FF2B5EF4-FFF2-40B4-BE49-F238E27FC236}">
                <a16:creationId xmlns:a16="http://schemas.microsoft.com/office/drawing/2014/main" id="{61577484-7724-4A55-AC7B-929CD8B4F109}"/>
              </a:ext>
            </a:extLst>
          </p:cNvPr>
          <p:cNvSpPr>
            <a:spLocks xmlns:a="http://schemas.openxmlformats.org/drawingml/2006/main" noGrp="1"/>
          </p:cNvSpPr>
          <p:nvPr/>
        </p:nvSpPr>
        <p:spPr>
          <a:xfrm xmlns:a="http://schemas.openxmlformats.org/drawingml/2006/main">
            <a:off x="9710928" y="2560320"/>
            <a:ext cx="1920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200"/>
              </a:lnSpc>
              <a:buNone/>
            </a:pPr>
            <a:r>
              <a:rPr sz="950" i="1">
                <a:solidFill>
                  <a:srgbClr val="5A6280"/>
                </a:solidFill>
                <a:latin typeface="Calibri"/>
                <a:ea typeface="Calibri"/>
                <a:cs typeface="Calibri"/>
              </a:rPr>
              <a:t>Population overlap</a:t>
            </a:r>
            <a:endParaRPr sz="950"/>
          </a:p>
        </p:txBody>
      </p:sp>
      <p:sp>
        <p:nvSpPr>
          <p:cNvPr id="15" name="Shape 13">
            <a:extLst xmlns:a="http://schemas.openxmlformats.org/drawingml/2006/main">
              <a:ext uri="{FF2B5EF4-FFF2-40B4-BE49-F238E27FC236}">
                <a16:creationId xmlns:a16="http://schemas.microsoft.com/office/drawing/2014/main" id="{BFD45213-A51E-4445-8557-29FA011C6888}"/>
              </a:ext>
            </a:extLst>
          </p:cNvPr>
          <p:cNvSpPr>
            <a:spLocks xmlns:a="http://schemas.openxmlformats.org/drawingml/2006/main" noGrp="1"/>
          </p:cNvSpPr>
          <p:nvPr/>
        </p:nvSpPr>
        <p:spPr>
          <a:xfrm xmlns:a="http://schemas.openxmlformats.org/drawingml/2006/main">
            <a:off x="566928" y="3566160"/>
            <a:ext cx="384048" cy="384048"/>
          </a:xfrm>
          <a:prstGeom xmlns:a="http://schemas.openxmlformats.org/drawingml/2006/main" prst="ellipse">
            <a:avLst/>
          </a:prstGeom>
          <a:solidFill xmlns:a="http://schemas.openxmlformats.org/drawingml/2006/main">
            <a:srgbClr val="1E2761"/>
          </a:solidFill>
        </p:spPr>
      </p:sp>
      <p:sp>
        <p:nvSpPr>
          <p:cNvPr id="16" name="Text 14">
            <a:extLst xmlns:a="http://schemas.openxmlformats.org/drawingml/2006/main">
              <a:ext uri="{FF2B5EF4-FFF2-40B4-BE49-F238E27FC236}">
                <a16:creationId xmlns:a16="http://schemas.microsoft.com/office/drawing/2014/main" id="{0B070C2A-948E-4AA8-BCA1-C5116AEC3A93}"/>
              </a:ext>
            </a:extLst>
          </p:cNvPr>
          <p:cNvSpPr>
            <a:spLocks xmlns:a="http://schemas.openxmlformats.org/drawingml/2006/main" noGrp="1"/>
          </p:cNvSpPr>
          <p:nvPr/>
        </p:nvSpPr>
        <p:spPr>
          <a:xfrm xmlns:a="http://schemas.openxmlformats.org/drawingml/2006/main">
            <a:off x="566928" y="3566160"/>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3</a:t>
            </a:r>
            <a:endParaRPr sz="1400"/>
          </a:p>
        </p:txBody>
      </p:sp>
      <p:sp>
        <p:nvSpPr>
          <p:cNvPr id="17" name="Text 15">
            <a:extLst xmlns:a="http://schemas.openxmlformats.org/drawingml/2006/main">
              <a:ext uri="{FF2B5EF4-FFF2-40B4-BE49-F238E27FC236}">
                <a16:creationId xmlns:a16="http://schemas.microsoft.com/office/drawing/2014/main" id="{3E7A9C4D-60FE-456F-867D-BFEF3F21BBB7}"/>
              </a:ext>
            </a:extLst>
          </p:cNvPr>
          <p:cNvSpPr>
            <a:spLocks xmlns:a="http://schemas.openxmlformats.org/drawingml/2006/main" noGrp="1"/>
          </p:cNvSpPr>
          <p:nvPr/>
        </p:nvSpPr>
        <p:spPr>
          <a:xfrm xmlns:a="http://schemas.openxmlformats.org/drawingml/2006/main">
            <a:off x="1170432" y="3529584"/>
            <a:ext cx="3200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200" b="1">
                <a:solidFill>
                  <a:srgbClr val="1E2761"/>
                </a:solidFill>
                <a:latin typeface="Calibri"/>
                <a:ea typeface="Calibri"/>
                <a:cs typeface="Calibri"/>
              </a:rPr>
              <a:t>Frequency or event</a:t>
            </a:r>
            <a:endParaRPr sz="1200"/>
          </a:p>
        </p:txBody>
      </p:sp>
      <p:sp>
        <p:nvSpPr>
          <p:cNvPr id="18" name="Text 16">
            <a:extLst xmlns:a="http://schemas.openxmlformats.org/drawingml/2006/main">
              <a:ext uri="{FF2B5EF4-FFF2-40B4-BE49-F238E27FC236}">
                <a16:creationId xmlns:a16="http://schemas.microsoft.com/office/drawing/2014/main" id="{D2B7AEA1-0EB5-4F25-AB31-6147AB1D2833}"/>
              </a:ext>
            </a:extLst>
          </p:cNvPr>
          <p:cNvSpPr>
            <a:spLocks xmlns:a="http://schemas.openxmlformats.org/drawingml/2006/main" noGrp="1"/>
          </p:cNvSpPr>
          <p:nvPr/>
        </p:nvSpPr>
        <p:spPr>
          <a:xfrm xmlns:a="http://schemas.openxmlformats.org/drawingml/2006/main">
            <a:off x="4498848" y="3529584"/>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050">
                <a:solidFill>
                  <a:srgbClr val="2B3350"/>
                </a:solidFill>
                <a:latin typeface="Calibri"/>
                <a:ea typeface="Calibri"/>
                <a:cs typeface="Calibri"/>
              </a:rPr>
              <a:t>Every payroll conflicts with another every-payroll rule for the same purpose and group.</a:t>
            </a:r>
            <a:endParaRPr sz="1050"/>
          </a:p>
        </p:txBody>
      </p:sp>
      <p:sp>
        <p:nvSpPr>
          <p:cNvPr id="19" name="Text 17">
            <a:extLst xmlns:a="http://schemas.openxmlformats.org/drawingml/2006/main">
              <a:ext uri="{FF2B5EF4-FFF2-40B4-BE49-F238E27FC236}">
                <a16:creationId xmlns:a16="http://schemas.microsoft.com/office/drawing/2014/main" id="{47CEF39A-896C-4A42-B326-BE06455C7446}"/>
              </a:ext>
            </a:extLst>
          </p:cNvPr>
          <p:cNvSpPr>
            <a:spLocks xmlns:a="http://schemas.openxmlformats.org/drawingml/2006/main" noGrp="1"/>
          </p:cNvSpPr>
          <p:nvPr/>
        </p:nvSpPr>
        <p:spPr>
          <a:xfrm xmlns:a="http://schemas.openxmlformats.org/drawingml/2006/main">
            <a:off x="9710928" y="3529584"/>
            <a:ext cx="1920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200"/>
              </a:lnSpc>
              <a:buNone/>
            </a:pPr>
            <a:r>
              <a:rPr sz="950" i="1">
                <a:solidFill>
                  <a:srgbClr val="5A6280"/>
                </a:solidFill>
                <a:latin typeface="Calibri"/>
                <a:ea typeface="Calibri"/>
                <a:cs typeface="Calibri"/>
              </a:rPr>
              <a:t>Event overlap</a:t>
            </a:r>
            <a:endParaRPr sz="950"/>
          </a:p>
        </p:txBody>
      </p:sp>
      <p:sp>
        <p:nvSpPr>
          <p:cNvPr id="20" name="Shape 18">
            <a:extLst xmlns:a="http://schemas.openxmlformats.org/drawingml/2006/main">
              <a:ext uri="{FF2B5EF4-FFF2-40B4-BE49-F238E27FC236}">
                <a16:creationId xmlns:a16="http://schemas.microsoft.com/office/drawing/2014/main" id="{320ED450-03F1-4663-8A72-B438BD887B02}"/>
              </a:ext>
            </a:extLst>
          </p:cNvPr>
          <p:cNvSpPr>
            <a:spLocks xmlns:a="http://schemas.openxmlformats.org/drawingml/2006/main" noGrp="1"/>
          </p:cNvSpPr>
          <p:nvPr/>
        </p:nvSpPr>
        <p:spPr>
          <a:xfrm xmlns:a="http://schemas.openxmlformats.org/drawingml/2006/main">
            <a:off x="566928" y="4535424"/>
            <a:ext cx="384048" cy="384048"/>
          </a:xfrm>
          <a:prstGeom xmlns:a="http://schemas.openxmlformats.org/drawingml/2006/main" prst="ellipse">
            <a:avLst/>
          </a:prstGeom>
          <a:solidFill xmlns:a="http://schemas.openxmlformats.org/drawingml/2006/main">
            <a:srgbClr val="1E2761"/>
          </a:solidFill>
        </p:spPr>
      </p:sp>
      <p:sp>
        <p:nvSpPr>
          <p:cNvPr id="21" name="Text 19">
            <a:extLst xmlns:a="http://schemas.openxmlformats.org/drawingml/2006/main">
              <a:ext uri="{FF2B5EF4-FFF2-40B4-BE49-F238E27FC236}">
                <a16:creationId xmlns:a16="http://schemas.microsoft.com/office/drawing/2014/main" id="{CE95823D-3DA2-455D-8D4D-A4CFCD777EDD}"/>
              </a:ext>
            </a:extLst>
          </p:cNvPr>
          <p:cNvSpPr>
            <a:spLocks xmlns:a="http://schemas.openxmlformats.org/drawingml/2006/main" noGrp="1"/>
          </p:cNvSpPr>
          <p:nvPr/>
        </p:nvSpPr>
        <p:spPr>
          <a:xfrm xmlns:a="http://schemas.openxmlformats.org/drawingml/2006/main">
            <a:off x="566928" y="4535424"/>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4</a:t>
            </a:r>
            <a:endParaRPr sz="1400"/>
          </a:p>
        </p:txBody>
      </p:sp>
      <p:sp>
        <p:nvSpPr>
          <p:cNvPr id="22" name="Text 20">
            <a:extLst xmlns:a="http://schemas.openxmlformats.org/drawingml/2006/main">
              <a:ext uri="{FF2B5EF4-FFF2-40B4-BE49-F238E27FC236}">
                <a16:creationId xmlns:a16="http://schemas.microsoft.com/office/drawing/2014/main" id="{42959CAC-1833-4DBD-A241-686C7940C60C}"/>
              </a:ext>
            </a:extLst>
          </p:cNvPr>
          <p:cNvSpPr>
            <a:spLocks xmlns:a="http://schemas.openxmlformats.org/drawingml/2006/main" noGrp="1"/>
          </p:cNvSpPr>
          <p:nvPr/>
        </p:nvSpPr>
        <p:spPr>
          <a:xfrm xmlns:a="http://schemas.openxmlformats.org/drawingml/2006/main">
            <a:off x="1170432" y="4498848"/>
            <a:ext cx="3200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200" b="1">
                <a:solidFill>
                  <a:srgbClr val="1E2761"/>
                </a:solidFill>
                <a:latin typeface="Calibri"/>
                <a:ea typeface="Calibri"/>
                <a:cs typeface="Calibri"/>
              </a:rPr>
              <a:t>Effective period</a:t>
            </a:r>
            <a:endParaRPr sz="1200"/>
          </a:p>
        </p:txBody>
      </p:sp>
      <p:sp>
        <p:nvSpPr>
          <p:cNvPr id="23" name="Text 21">
            <a:extLst xmlns:a="http://schemas.openxmlformats.org/drawingml/2006/main">
              <a:ext uri="{FF2B5EF4-FFF2-40B4-BE49-F238E27FC236}">
                <a16:creationId xmlns:a16="http://schemas.microsoft.com/office/drawing/2014/main" id="{30349819-CFCD-4E9B-9C47-5387A3F20B33}"/>
              </a:ext>
            </a:extLst>
          </p:cNvPr>
          <p:cNvSpPr>
            <a:spLocks xmlns:a="http://schemas.openxmlformats.org/drawingml/2006/main" noGrp="1"/>
          </p:cNvSpPr>
          <p:nvPr/>
        </p:nvSpPr>
        <p:spPr>
          <a:xfrm xmlns:a="http://schemas.openxmlformats.org/drawingml/2006/main">
            <a:off x="4498848" y="4498848"/>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050">
                <a:solidFill>
                  <a:srgbClr val="2B3350"/>
                </a:solidFill>
                <a:latin typeface="Calibri"/>
                <a:ea typeface="Calibri"/>
                <a:cs typeface="Calibri"/>
              </a:rPr>
              <a:t>If date ranges overlap, reject the save or require an explicit replacement / precedence decision.</a:t>
            </a:r>
            <a:endParaRPr sz="1050"/>
          </a:p>
        </p:txBody>
      </p:sp>
      <p:sp>
        <p:nvSpPr>
          <p:cNvPr id="24" name="Text 22">
            <a:extLst xmlns:a="http://schemas.openxmlformats.org/drawingml/2006/main">
              <a:ext uri="{FF2B5EF4-FFF2-40B4-BE49-F238E27FC236}">
                <a16:creationId xmlns:a16="http://schemas.microsoft.com/office/drawing/2014/main" id="{B32D8DD1-9C17-47D1-BBCB-751695C3EF66}"/>
              </a:ext>
            </a:extLst>
          </p:cNvPr>
          <p:cNvSpPr>
            <a:spLocks xmlns:a="http://schemas.openxmlformats.org/drawingml/2006/main" noGrp="1"/>
          </p:cNvSpPr>
          <p:nvPr/>
        </p:nvSpPr>
        <p:spPr>
          <a:xfrm xmlns:a="http://schemas.openxmlformats.org/drawingml/2006/main">
            <a:off x="9710928" y="4498848"/>
            <a:ext cx="1920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200"/>
              </a:lnSpc>
              <a:buNone/>
            </a:pPr>
            <a:r>
              <a:rPr sz="950" i="1">
                <a:solidFill>
                  <a:srgbClr val="5A6280"/>
                </a:solidFill>
                <a:latin typeface="Calibri"/>
                <a:ea typeface="Calibri"/>
                <a:cs typeface="Calibri"/>
              </a:rPr>
              <a:t>Date overlap</a:t>
            </a:r>
            <a:endParaRPr sz="950"/>
          </a:p>
        </p:txBody>
      </p:sp>
      <p:sp>
        <p:nvSpPr>
          <p:cNvPr id="25" name="Shape 23">
            <a:extLst xmlns:a="http://schemas.openxmlformats.org/drawingml/2006/main">
              <a:ext uri="{FF2B5EF4-FFF2-40B4-BE49-F238E27FC236}">
                <a16:creationId xmlns:a16="http://schemas.microsoft.com/office/drawing/2014/main" id="{077D175A-E352-4EA0-9F07-A29D70BEB86D}"/>
              </a:ext>
            </a:extLst>
          </p:cNvPr>
          <p:cNvSpPr>
            <a:spLocks xmlns:a="http://schemas.openxmlformats.org/drawingml/2006/main" noGrp="1"/>
          </p:cNvSpPr>
          <p:nvPr/>
        </p:nvSpPr>
        <p:spPr>
          <a:xfrm xmlns:a="http://schemas.openxmlformats.org/drawingml/2006/main">
            <a:off x="566928" y="5504688"/>
            <a:ext cx="384048" cy="384048"/>
          </a:xfrm>
          <a:prstGeom xmlns:a="http://schemas.openxmlformats.org/drawingml/2006/main" prst="ellipse">
            <a:avLst/>
          </a:prstGeom>
          <a:solidFill xmlns:a="http://schemas.openxmlformats.org/drawingml/2006/main">
            <a:srgbClr val="1E2761"/>
          </a:solidFill>
        </p:spPr>
      </p:sp>
      <p:sp>
        <p:nvSpPr>
          <p:cNvPr id="26" name="Text 24">
            <a:extLst xmlns:a="http://schemas.openxmlformats.org/drawingml/2006/main">
              <a:ext uri="{FF2B5EF4-FFF2-40B4-BE49-F238E27FC236}">
                <a16:creationId xmlns:a16="http://schemas.microsoft.com/office/drawing/2014/main" id="{AC14A2C3-667E-4E46-B00D-3D37A87BAE89}"/>
              </a:ext>
            </a:extLst>
          </p:cNvPr>
          <p:cNvSpPr>
            <a:spLocks xmlns:a="http://schemas.openxmlformats.org/drawingml/2006/main" noGrp="1"/>
          </p:cNvSpPr>
          <p:nvPr/>
        </p:nvSpPr>
        <p:spPr>
          <a:xfrm xmlns:a="http://schemas.openxmlformats.org/drawingml/2006/main">
            <a:off x="566928" y="55046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5</a:t>
            </a:r>
            <a:endParaRPr sz="1400"/>
          </a:p>
        </p:txBody>
      </p:sp>
      <p:sp>
        <p:nvSpPr>
          <p:cNvPr id="27" name="Text 25">
            <a:extLst xmlns:a="http://schemas.openxmlformats.org/drawingml/2006/main">
              <a:ext uri="{FF2B5EF4-FFF2-40B4-BE49-F238E27FC236}">
                <a16:creationId xmlns:a16="http://schemas.microsoft.com/office/drawing/2014/main" id="{CEEE4EAA-7BFB-46A9-8E41-3CDBB47C8234}"/>
              </a:ext>
            </a:extLst>
          </p:cNvPr>
          <p:cNvSpPr>
            <a:spLocks xmlns:a="http://schemas.openxmlformats.org/drawingml/2006/main" noGrp="1"/>
          </p:cNvSpPr>
          <p:nvPr/>
        </p:nvSpPr>
        <p:spPr>
          <a:xfrm xmlns:a="http://schemas.openxmlformats.org/drawingml/2006/main">
            <a:off x="1170432" y="5468112"/>
            <a:ext cx="3200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200" b="1">
                <a:solidFill>
                  <a:srgbClr val="1E2761"/>
                </a:solidFill>
                <a:latin typeface="Calibri"/>
                <a:ea typeface="Calibri"/>
                <a:cs typeface="Calibri"/>
              </a:rPr>
              <a:t>Existing payroll use</a:t>
            </a:r>
            <a:endParaRPr sz="1200"/>
          </a:p>
        </p:txBody>
      </p:sp>
      <p:sp>
        <p:nvSpPr>
          <p:cNvPr id="28" name="Text 26">
            <a:extLst xmlns:a="http://schemas.openxmlformats.org/drawingml/2006/main">
              <a:ext uri="{FF2B5EF4-FFF2-40B4-BE49-F238E27FC236}">
                <a16:creationId xmlns:a16="http://schemas.microsoft.com/office/drawing/2014/main" id="{D963E5ED-3F65-4433-AB2E-0319431389C4}"/>
              </a:ext>
            </a:extLst>
          </p:cNvPr>
          <p:cNvSpPr>
            <a:spLocks xmlns:a="http://schemas.openxmlformats.org/drawingml/2006/main" noGrp="1"/>
          </p:cNvSpPr>
          <p:nvPr/>
        </p:nvSpPr>
        <p:spPr>
          <a:xfrm xmlns:a="http://schemas.openxmlformats.org/drawingml/2006/main">
            <a:off x="4498848" y="546811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050">
                <a:solidFill>
                  <a:srgbClr val="2B3350"/>
                </a:solidFill>
                <a:latin typeface="Calibri"/>
                <a:ea typeface="Calibri"/>
                <a:cs typeface="Calibri"/>
              </a:rPr>
              <a:t>If a payroll already used the version, create a new dated version and keep the old transaction reference unchanged.</a:t>
            </a:r>
            <a:endParaRPr sz="1050"/>
          </a:p>
        </p:txBody>
      </p:sp>
      <p:sp>
        <p:nvSpPr>
          <p:cNvPr id="29" name="Text 27">
            <a:extLst xmlns:a="http://schemas.openxmlformats.org/drawingml/2006/main">
              <a:ext uri="{FF2B5EF4-FFF2-40B4-BE49-F238E27FC236}">
                <a16:creationId xmlns:a16="http://schemas.microsoft.com/office/drawing/2014/main" id="{8A4FF997-9D24-47EB-99D8-BFB0C1C1ACF6}"/>
              </a:ext>
            </a:extLst>
          </p:cNvPr>
          <p:cNvSpPr>
            <a:spLocks xmlns:a="http://schemas.openxmlformats.org/drawingml/2006/main" noGrp="1"/>
          </p:cNvSpPr>
          <p:nvPr/>
        </p:nvSpPr>
        <p:spPr>
          <a:xfrm xmlns:a="http://schemas.openxmlformats.org/drawingml/2006/main">
            <a:off x="9710928" y="5468112"/>
            <a:ext cx="1920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200"/>
              </a:lnSpc>
              <a:buNone/>
            </a:pPr>
            <a:r>
              <a:rPr sz="950" i="1">
                <a:solidFill>
                  <a:srgbClr val="5A6280"/>
                </a:solidFill>
                <a:latin typeface="Calibri"/>
                <a:ea typeface="Calibri"/>
                <a:cs typeface="Calibri"/>
              </a:rPr>
              <a:t>History rule</a:t>
            </a:r>
            <a:endParaRPr sz="950"/>
          </a:p>
        </p:txBody>
      </p:sp>
    </p:spTree>
    <p:extLst>
      <p:ext uri="{BB962C8B-B14F-4D97-AF65-F5344CB8AC3E}">
        <p14:creationId xmlns:p14="http://schemas.microsoft.com/office/powerpoint/2010/main" val="1906833170"/>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2D3F228-AC19-42DF-8FF2-7FCC425EE037}"/>
              </a:ext>
            </a:extLst>
          </p:cNvPr>
          <p:cNvSpPr>
            <a:spLocks xmlns:a="http://schemas.openxmlformats.org/drawingml/2006/main" noGrp="1"/>
          </p:cNvSpPr>
          <p:nvPr/>
        </p:nvSpPr>
        <p:spPr>
          <a:xfrm xmlns:a="http://schemas.openxmlformats.org/drawingml/2006/main">
            <a:off x="566928" y="329184"/>
            <a:ext cx="11027664"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REFERENCE SOURCES</a:t>
            </a:r>
            <a:endParaRPr sz="1000"/>
          </a:p>
        </p:txBody>
      </p:sp>
      <p:sp>
        <p:nvSpPr>
          <p:cNvPr id="3" name="Text 1">
            <a:extLst xmlns:a="http://schemas.openxmlformats.org/drawingml/2006/main">
              <a:ext uri="{FF2B5EF4-FFF2-40B4-BE49-F238E27FC236}">
                <a16:creationId xmlns:a16="http://schemas.microsoft.com/office/drawing/2014/main" id="{A695E330-AEB1-40D8-835A-7519069003F9}"/>
              </a:ext>
            </a:extLst>
          </p:cNvPr>
          <p:cNvSpPr>
            <a:spLocks xmlns:a="http://schemas.openxmlformats.org/drawingml/2006/main" noGrp="1"/>
          </p:cNvSpPr>
          <p:nvPr/>
        </p:nvSpPr>
        <p:spPr>
          <a:xfrm xmlns:a="http://schemas.openxmlformats.org/drawingml/2006/main">
            <a:off x="566928" y="548640"/>
            <a:ext cx="110276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Keep changing rates and tables outside the formula</a:t>
            </a:r>
            <a:endParaRPr sz="3000"/>
          </a:p>
        </p:txBody>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665a60f7d67d461d"/>
          <a:srcRect xmlns:a="http://schemas.openxmlformats.org/drawingml/2006/main" l="0" t="10640" r="0" b="10640"/>
          <a:stretch xmlns:a="http://schemas.openxmlformats.org/drawingml/2006/main">
            <a:fillRect l="0" t="0" r="0" b="0"/>
          </a:stretch>
        </p:blipFill>
        <p:spPr>
          <a:xfrm xmlns:a="http://schemas.openxmlformats.org/drawingml/2006/main">
            <a:off x="612648" y="1371600"/>
            <a:ext cx="7315200" cy="4572000"/>
          </a:xfrm>
          <a:prstGeom xmlns:a="http://schemas.openxmlformats.org/drawingml/2006/main" prst="rect">
            <a:avLst/>
          </a:prstGeom>
          <a:effectLst xmlns:a="http://schemas.openxmlformats.org/drawingml/2006/main">
            <a:outerShdw blurRad="127000" dist="25400" dir="5400000" algn="bl" rotWithShape="0">
              <a:srgbClr val="8892B0">
                <a:alpha val="28000"/>
              </a:srgbClr>
            </a:outerShdw>
          </a:effectLst>
        </p:spPr>
      </p:pic>
      <p:sp>
        <p:nvSpPr>
          <p:cNvPr id="5" name="Text 2">
            <a:extLst xmlns:a="http://schemas.openxmlformats.org/drawingml/2006/main">
              <a:ext uri="{FF2B5EF4-FFF2-40B4-BE49-F238E27FC236}">
                <a16:creationId xmlns:a16="http://schemas.microsoft.com/office/drawing/2014/main" id="{7BC17AEF-C83B-4FAE-A5FD-6B891494743A}"/>
              </a:ext>
            </a:extLst>
          </p:cNvPr>
          <p:cNvSpPr>
            <a:spLocks xmlns:a="http://schemas.openxmlformats.org/drawingml/2006/main" noGrp="1"/>
          </p:cNvSpPr>
          <p:nvPr/>
        </p:nvSpPr>
        <p:spPr>
          <a:xfrm xmlns:a="http://schemas.openxmlformats.org/drawingml/2006/main">
            <a:off x="566928" y="5971032"/>
            <a:ext cx="74066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950" i="1">
                <a:solidFill>
                  <a:srgbClr val="5A6280"/>
                </a:solidFill>
                <a:latin typeface="Calibri"/>
                <a:ea typeface="Calibri"/>
                <a:cs typeface="Calibri"/>
              </a:rPr>
              <a:t>Reference sources — live ATLAS screen</a:t>
            </a:r>
            <a:endParaRPr sz="950"/>
          </a:p>
        </p:txBody>
      </p:sp>
      <p:sp>
        <p:nvSpPr>
          <p:cNvPr id="6" name="Text 3">
            <a:extLst xmlns:a="http://schemas.openxmlformats.org/drawingml/2006/main">
              <a:ext uri="{FF2B5EF4-FFF2-40B4-BE49-F238E27FC236}">
                <a16:creationId xmlns:a16="http://schemas.microsoft.com/office/drawing/2014/main" id="{2483AF52-6101-4E7B-9752-9E149A4DB641}"/>
              </a:ext>
            </a:extLst>
          </p:cNvPr>
          <p:cNvSpPr>
            <a:spLocks xmlns:a="http://schemas.openxmlformats.org/drawingml/2006/main" noGrp="1"/>
          </p:cNvSpPr>
          <p:nvPr/>
        </p:nvSpPr>
        <p:spPr>
          <a:xfrm xmlns:a="http://schemas.openxmlformats.org/drawingml/2006/main">
            <a:off x="8385048" y="1371600"/>
            <a:ext cx="32095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One maintained source</a:t>
            </a:r>
            <a:endParaRPr sz="1000"/>
          </a:p>
        </p:txBody>
      </p:sp>
      <p:sp>
        <p:nvSpPr>
          <p:cNvPr id="7" name="Text 4">
            <a:extLst xmlns:a="http://schemas.openxmlformats.org/drawingml/2006/main">
              <a:ext uri="{FF2B5EF4-FFF2-40B4-BE49-F238E27FC236}">
                <a16:creationId xmlns:a16="http://schemas.microsoft.com/office/drawing/2014/main" id="{7E062717-A953-4BE2-A567-F389C1A2903F}"/>
              </a:ext>
            </a:extLst>
          </p:cNvPr>
          <p:cNvSpPr>
            <a:spLocks xmlns:a="http://schemas.openxmlformats.org/drawingml/2006/main" noGrp="1"/>
          </p:cNvSpPr>
          <p:nvPr/>
        </p:nvSpPr>
        <p:spPr>
          <a:xfrm xmlns:a="http://schemas.openxmlformats.org/drawingml/2006/main">
            <a:off x="8385048" y="1609344"/>
            <a:ext cx="320954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50">
                <a:solidFill>
                  <a:srgbClr val="2B3350"/>
                </a:solidFill>
                <a:latin typeface="Calibri"/>
                <a:ea typeface="Calibri"/>
                <a:cs typeface="Calibri"/>
              </a:rPr>
              <a:t>A contribution table, tax table, ceiling or code list can support more than one computation.</a:t>
            </a:r>
            <a:endParaRPr sz="1250"/>
          </a:p>
        </p:txBody>
      </p:sp>
      <p:sp>
        <p:nvSpPr>
          <p:cNvPr id="8" name="Text 5">
            <a:extLst xmlns:a="http://schemas.openxmlformats.org/drawingml/2006/main">
              <a:ext uri="{FF2B5EF4-FFF2-40B4-BE49-F238E27FC236}">
                <a16:creationId xmlns:a16="http://schemas.microsoft.com/office/drawing/2014/main" id="{13C928CC-0577-479D-875F-788A191D59D1}"/>
              </a:ext>
            </a:extLst>
          </p:cNvPr>
          <p:cNvSpPr>
            <a:spLocks xmlns:a="http://schemas.openxmlformats.org/drawingml/2006/main" noGrp="1"/>
          </p:cNvSpPr>
          <p:nvPr/>
        </p:nvSpPr>
        <p:spPr>
          <a:xfrm xmlns:a="http://schemas.openxmlformats.org/drawingml/2006/main">
            <a:off x="8385048" y="2286000"/>
            <a:ext cx="32095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Date-aware selection</a:t>
            </a:r>
            <a:endParaRPr sz="1000"/>
          </a:p>
        </p:txBody>
      </p:sp>
      <p:sp>
        <p:nvSpPr>
          <p:cNvPr id="9" name="Text 6">
            <a:extLst xmlns:a="http://schemas.openxmlformats.org/drawingml/2006/main">
              <a:ext uri="{FF2B5EF4-FFF2-40B4-BE49-F238E27FC236}">
                <a16:creationId xmlns:a16="http://schemas.microsoft.com/office/drawing/2014/main" id="{B514E87E-E2DC-4E0F-A867-2914F070C618}"/>
              </a:ext>
            </a:extLst>
          </p:cNvPr>
          <p:cNvSpPr>
            <a:spLocks xmlns:a="http://schemas.openxmlformats.org/drawingml/2006/main" noGrp="1"/>
          </p:cNvSpPr>
          <p:nvPr/>
        </p:nvSpPr>
        <p:spPr>
          <a:xfrm xmlns:a="http://schemas.openxmlformats.org/drawingml/2006/main">
            <a:off x="8385048" y="2523744"/>
            <a:ext cx="320954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50">
                <a:solidFill>
                  <a:srgbClr val="2B3350"/>
                </a:solidFill>
                <a:latin typeface="Calibri"/>
                <a:ea typeface="Calibri"/>
                <a:cs typeface="Calibri"/>
              </a:rPr>
              <a:t>Payroll should read the source version in force for the transaction date.</a:t>
            </a:r>
            <a:endParaRPr sz="1250"/>
          </a:p>
        </p:txBody>
      </p:sp>
      <p:sp>
        <p:nvSpPr>
          <p:cNvPr id="10" name="Text 7">
            <a:extLst xmlns:a="http://schemas.openxmlformats.org/drawingml/2006/main">
              <a:ext uri="{FF2B5EF4-FFF2-40B4-BE49-F238E27FC236}">
                <a16:creationId xmlns:a16="http://schemas.microsoft.com/office/drawing/2014/main" id="{729D96C4-C8E5-436E-B6A5-97B346B704A1}"/>
              </a:ext>
            </a:extLst>
          </p:cNvPr>
          <p:cNvSpPr>
            <a:spLocks xmlns:a="http://schemas.openxmlformats.org/drawingml/2006/main" noGrp="1"/>
          </p:cNvSpPr>
          <p:nvPr/>
        </p:nvSpPr>
        <p:spPr>
          <a:xfrm xmlns:a="http://schemas.openxmlformats.org/drawingml/2006/main">
            <a:off x="8385048" y="3200400"/>
            <a:ext cx="32095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History stays explainable</a:t>
            </a:r>
            <a:endParaRPr sz="1000"/>
          </a:p>
        </p:txBody>
      </p:sp>
      <p:sp>
        <p:nvSpPr>
          <p:cNvPr id="11" name="Text 8">
            <a:extLst xmlns:a="http://schemas.openxmlformats.org/drawingml/2006/main">
              <a:ext uri="{FF2B5EF4-FFF2-40B4-BE49-F238E27FC236}">
                <a16:creationId xmlns:a16="http://schemas.microsoft.com/office/drawing/2014/main" id="{ABFE969C-37D1-46E6-AED0-2009B987CF07}"/>
              </a:ext>
            </a:extLst>
          </p:cNvPr>
          <p:cNvSpPr>
            <a:spLocks xmlns:a="http://schemas.openxmlformats.org/drawingml/2006/main" noGrp="1"/>
          </p:cNvSpPr>
          <p:nvPr/>
        </p:nvSpPr>
        <p:spPr>
          <a:xfrm xmlns:a="http://schemas.openxmlformats.org/drawingml/2006/main">
            <a:off x="8385048" y="3438144"/>
            <a:ext cx="320954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50">
                <a:solidFill>
                  <a:srgbClr val="2B3350"/>
                </a:solidFill>
                <a:latin typeface="Calibri"/>
                <a:ea typeface="Calibri"/>
                <a:cs typeface="Calibri"/>
              </a:rPr>
              <a:t>Later uploads do not change the table that an old posted payroll used.</a:t>
            </a:r>
            <a:endParaRPr sz="1250"/>
          </a:p>
        </p:txBody>
      </p:sp>
      <p:sp>
        <p:nvSpPr>
          <p:cNvPr id="12" name="Shape 9">
            <a:extLst xmlns:a="http://schemas.openxmlformats.org/drawingml/2006/main">
              <a:ext uri="{FF2B5EF4-FFF2-40B4-BE49-F238E27FC236}">
                <a16:creationId xmlns:a16="http://schemas.microsoft.com/office/drawing/2014/main" id="{2800D681-AD63-43DB-B4D7-3284206C6211}"/>
              </a:ext>
            </a:extLst>
          </p:cNvPr>
          <p:cNvSpPr>
            <a:spLocks xmlns:a="http://schemas.openxmlformats.org/drawingml/2006/main" noGrp="1"/>
          </p:cNvSpPr>
          <p:nvPr/>
        </p:nvSpPr>
        <p:spPr>
          <a:xfrm xmlns:a="http://schemas.openxmlformats.org/drawingml/2006/main">
            <a:off x="8385048" y="6053328"/>
            <a:ext cx="3209544" cy="384048"/>
          </a:xfrm>
          <a:prstGeom xmlns:a="http://schemas.openxmlformats.org/drawingml/2006/main" prst="roundRect">
            <a:avLst>
              <a:gd name="adj" fmla="val 47619"/>
            </a:avLst>
          </a:prstGeom>
          <a:solidFill xmlns:a="http://schemas.openxmlformats.org/drawingml/2006/main">
            <a:srgbClr val="F4F6FB"/>
          </a:solidFill>
          <a:ln xmlns:a="http://schemas.openxmlformats.org/drawingml/2006/main" w="12700">
            <a:solidFill>
              <a:srgbClr val="D8DEEC"/>
            </a:solidFill>
            <a:prstDash val="solid"/>
          </a:ln>
        </p:spPr>
      </p:sp>
      <p:sp>
        <p:nvSpPr>
          <p:cNvPr id="13" name="Text 10">
            <a:extLst xmlns:a="http://schemas.openxmlformats.org/drawingml/2006/main">
              <a:ext uri="{FF2B5EF4-FFF2-40B4-BE49-F238E27FC236}">
                <a16:creationId xmlns:a16="http://schemas.microsoft.com/office/drawing/2014/main" id="{0CD36AD1-4CD3-40C4-A9A8-4C646EF3A33F}"/>
              </a:ext>
            </a:extLst>
          </p:cNvPr>
          <p:cNvSpPr>
            <a:spLocks xmlns:a="http://schemas.openxmlformats.org/drawingml/2006/main" noGrp="1"/>
          </p:cNvSpPr>
          <p:nvPr/>
        </p:nvSpPr>
        <p:spPr>
          <a:xfrm xmlns:a="http://schemas.openxmlformats.org/drawingml/2006/main">
            <a:off x="8531352" y="6053328"/>
            <a:ext cx="293522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1E2761"/>
                </a:solidFill>
                <a:latin typeface="Calibri"/>
                <a:ea typeface="Calibri"/>
                <a:cs typeface="Calibri"/>
              </a:rPr>
              <a:t>Source · live ATLAS Computational Basis → Reference sources</a:t>
            </a:r>
            <a:endParaRPr sz="1000"/>
          </a:p>
        </p:txBody>
      </p:sp>
    </p:spTree>
    <p:extLst>
      <p:ext uri="{BB962C8B-B14F-4D97-AF65-F5344CB8AC3E}">
        <p14:creationId xmlns:p14="http://schemas.microsoft.com/office/powerpoint/2010/main" val="517643502"/>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7CCE7E7-8214-4520-B618-2B053A22C977}"/>
              </a:ext>
            </a:extLst>
          </p:cNvPr>
          <p:cNvSpPr>
            <a:spLocks xmlns:a="http://schemas.openxmlformats.org/drawingml/2006/main" noGrp="1"/>
          </p:cNvSpPr>
          <p:nvPr/>
        </p:nvSpPr>
        <p:spPr>
          <a:xfrm xmlns:a="http://schemas.openxmlformats.org/drawingml/2006/main">
            <a:off x="566928" y="329184"/>
            <a:ext cx="11027664"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REFERENCE SOURCE · FIELD GUIDE 1 OF 2</a:t>
            </a:r>
            <a:endParaRPr sz="1000"/>
          </a:p>
        </p:txBody>
      </p:sp>
      <p:sp>
        <p:nvSpPr>
          <p:cNvPr id="3" name="Text 1">
            <a:extLst xmlns:a="http://schemas.openxmlformats.org/drawingml/2006/main">
              <a:ext uri="{FF2B5EF4-FFF2-40B4-BE49-F238E27FC236}">
                <a16:creationId xmlns:a16="http://schemas.microsoft.com/office/drawing/2014/main" id="{BE5D246E-B971-42E1-A825-EC616DFE5EA0}"/>
              </a:ext>
            </a:extLst>
          </p:cNvPr>
          <p:cNvSpPr>
            <a:spLocks xmlns:a="http://schemas.openxmlformats.org/drawingml/2006/main" noGrp="1"/>
          </p:cNvSpPr>
          <p:nvPr/>
        </p:nvSpPr>
        <p:spPr>
          <a:xfrm xmlns:a="http://schemas.openxmlformats.org/drawingml/2006/main">
            <a:off x="566928" y="548640"/>
            <a:ext cx="110276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What each source card tells finance</a:t>
            </a:r>
            <a:endParaRPr sz="3000"/>
          </a:p>
        </p:txBody>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c5bbd4fc85cc4ea8"/>
          <a:srcRect xmlns:a="http://schemas.openxmlformats.org/drawingml/2006/main" l="0" t="15759" r="0" b="15759"/>
          <a:stretch xmlns:a="http://schemas.openxmlformats.org/drawingml/2006/main">
            <a:fillRect l="0" t="0" r="0" b="0"/>
          </a:stretch>
        </p:blipFill>
        <p:spPr>
          <a:xfrm xmlns:a="http://schemas.openxmlformats.org/drawingml/2006/main">
            <a:off x="566928" y="3084265"/>
            <a:ext cx="5806440" cy="1466709"/>
          </a:xfrm>
          <a:prstGeom xmlns:a="http://schemas.openxmlformats.org/drawingml/2006/main" prst="rect">
            <a:avLst/>
          </a:prstGeom>
          <a:effectLst xmlns:a="http://schemas.openxmlformats.org/drawingml/2006/main">
            <a:outerShdw blurRad="127000" dist="25400" dir="5400000" algn="bl" rotWithShape="0">
              <a:srgbClr val="8892B0">
                <a:alpha val="28000"/>
              </a:srgbClr>
            </a:outerShdw>
          </a:effectLst>
        </p:spPr>
      </p:pic>
      <p:sp>
        <p:nvSpPr>
          <p:cNvPr id="5" name="Shape 2">
            <a:extLst xmlns:a="http://schemas.openxmlformats.org/drawingml/2006/main">
              <a:ext uri="{FF2B5EF4-FFF2-40B4-BE49-F238E27FC236}">
                <a16:creationId xmlns:a16="http://schemas.microsoft.com/office/drawing/2014/main" id="{290CC892-F632-4A36-BE80-13841C396CF3}"/>
              </a:ext>
            </a:extLst>
          </p:cNvPr>
          <p:cNvSpPr>
            <a:spLocks xmlns:a="http://schemas.openxmlformats.org/drawingml/2006/main" noGrp="1"/>
          </p:cNvSpPr>
          <p:nvPr/>
        </p:nvSpPr>
        <p:spPr>
          <a:xfrm xmlns:a="http://schemas.openxmlformats.org/drawingml/2006/main">
            <a:off x="3408995" y="3166561"/>
            <a:ext cx="0" cy="360772"/>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6" name="Shape 3">
            <a:extLst xmlns:a="http://schemas.openxmlformats.org/drawingml/2006/main">
              <a:ext uri="{FF2B5EF4-FFF2-40B4-BE49-F238E27FC236}">
                <a16:creationId xmlns:a16="http://schemas.microsoft.com/office/drawing/2014/main" id="{5D28405B-3B14-433C-957B-AA4BBA285E91}"/>
              </a:ext>
            </a:extLst>
          </p:cNvPr>
          <p:cNvSpPr>
            <a:spLocks xmlns:a="http://schemas.openxmlformats.org/drawingml/2006/main" noGrp="1"/>
          </p:cNvSpPr>
          <p:nvPr/>
        </p:nvSpPr>
        <p:spPr>
          <a:xfrm xmlns:a="http://schemas.openxmlformats.org/drawingml/2006/main">
            <a:off x="3408995" y="3166561"/>
            <a:ext cx="3110677"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7" name="Shape 4">
            <a:extLst xmlns:a="http://schemas.openxmlformats.org/drawingml/2006/main">
              <a:ext uri="{FF2B5EF4-FFF2-40B4-BE49-F238E27FC236}">
                <a16:creationId xmlns:a16="http://schemas.microsoft.com/office/drawing/2014/main" id="{F485E7B6-6B01-4B59-B7E7-7D1F9F23A831}"/>
              </a:ext>
            </a:extLst>
          </p:cNvPr>
          <p:cNvSpPr>
            <a:spLocks xmlns:a="http://schemas.openxmlformats.org/drawingml/2006/main" noGrp="1"/>
          </p:cNvSpPr>
          <p:nvPr/>
        </p:nvSpPr>
        <p:spPr>
          <a:xfrm xmlns:a="http://schemas.openxmlformats.org/drawingml/2006/main">
            <a:off x="6519672" y="1928241"/>
            <a:ext cx="0" cy="123832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8" name="Shape 5">
            <a:extLst xmlns:a="http://schemas.openxmlformats.org/drawingml/2006/main">
              <a:ext uri="{FF2B5EF4-FFF2-40B4-BE49-F238E27FC236}">
                <a16:creationId xmlns:a16="http://schemas.microsoft.com/office/drawing/2014/main" id="{8E0C9F09-5A61-4B5F-95F0-3C77C54AE236}"/>
              </a:ext>
            </a:extLst>
          </p:cNvPr>
          <p:cNvSpPr>
            <a:spLocks xmlns:a="http://schemas.openxmlformats.org/drawingml/2006/main" noGrp="1"/>
          </p:cNvSpPr>
          <p:nvPr/>
        </p:nvSpPr>
        <p:spPr>
          <a:xfrm xmlns:a="http://schemas.openxmlformats.org/drawingml/2006/main">
            <a:off x="6519672" y="1928241"/>
            <a:ext cx="420624"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9" name="Shape 6">
            <a:extLst xmlns:a="http://schemas.openxmlformats.org/drawingml/2006/main">
              <a:ext uri="{FF2B5EF4-FFF2-40B4-BE49-F238E27FC236}">
                <a16:creationId xmlns:a16="http://schemas.microsoft.com/office/drawing/2014/main" id="{86B51347-4568-482D-849B-43F57EEB25CD}"/>
              </a:ext>
            </a:extLst>
          </p:cNvPr>
          <p:cNvSpPr>
            <a:spLocks xmlns:a="http://schemas.openxmlformats.org/drawingml/2006/main" noGrp="1"/>
          </p:cNvSpPr>
          <p:nvPr/>
        </p:nvSpPr>
        <p:spPr>
          <a:xfrm xmlns:a="http://schemas.openxmlformats.org/drawingml/2006/main">
            <a:off x="6210400" y="3527334"/>
            <a:ext cx="342190"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0" name="Shape 7">
            <a:extLst xmlns:a="http://schemas.openxmlformats.org/drawingml/2006/main">
              <a:ext uri="{FF2B5EF4-FFF2-40B4-BE49-F238E27FC236}">
                <a16:creationId xmlns:a16="http://schemas.microsoft.com/office/drawing/2014/main" id="{4BE6EACA-DFC6-43CB-835A-C4191BCCC48E}"/>
              </a:ext>
            </a:extLst>
          </p:cNvPr>
          <p:cNvSpPr>
            <a:spLocks xmlns:a="http://schemas.openxmlformats.org/drawingml/2006/main" noGrp="1"/>
          </p:cNvSpPr>
          <p:nvPr/>
        </p:nvSpPr>
        <p:spPr>
          <a:xfrm xmlns:a="http://schemas.openxmlformats.org/drawingml/2006/main">
            <a:off x="6552590" y="3187827"/>
            <a:ext cx="0" cy="339507"/>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1" name="Shape 8">
            <a:extLst xmlns:a="http://schemas.openxmlformats.org/drawingml/2006/main">
              <a:ext uri="{FF2B5EF4-FFF2-40B4-BE49-F238E27FC236}">
                <a16:creationId xmlns:a16="http://schemas.microsoft.com/office/drawing/2014/main" id="{025B390D-6925-4A34-B347-233C4812D5B9}"/>
              </a:ext>
            </a:extLst>
          </p:cNvPr>
          <p:cNvSpPr>
            <a:spLocks xmlns:a="http://schemas.openxmlformats.org/drawingml/2006/main" noGrp="1"/>
          </p:cNvSpPr>
          <p:nvPr/>
        </p:nvSpPr>
        <p:spPr>
          <a:xfrm xmlns:a="http://schemas.openxmlformats.org/drawingml/2006/main">
            <a:off x="6552590" y="3187827"/>
            <a:ext cx="387706"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12" name="Shape 9">
            <a:extLst xmlns:a="http://schemas.openxmlformats.org/drawingml/2006/main">
              <a:ext uri="{FF2B5EF4-FFF2-40B4-BE49-F238E27FC236}">
                <a16:creationId xmlns:a16="http://schemas.microsoft.com/office/drawing/2014/main" id="{F9D9FAD6-FEAA-4D68-8E58-E0E9BFDAB59B}"/>
              </a:ext>
            </a:extLst>
          </p:cNvPr>
          <p:cNvSpPr>
            <a:spLocks xmlns:a="http://schemas.openxmlformats.org/drawingml/2006/main" noGrp="1"/>
          </p:cNvSpPr>
          <p:nvPr/>
        </p:nvSpPr>
        <p:spPr>
          <a:xfrm xmlns:a="http://schemas.openxmlformats.org/drawingml/2006/main">
            <a:off x="3408995" y="3166561"/>
            <a:ext cx="0" cy="1022829"/>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3" name="Shape 10">
            <a:extLst xmlns:a="http://schemas.openxmlformats.org/drawingml/2006/main">
              <a:ext uri="{FF2B5EF4-FFF2-40B4-BE49-F238E27FC236}">
                <a16:creationId xmlns:a16="http://schemas.microsoft.com/office/drawing/2014/main" id="{FC454864-DD33-4948-BC93-6CF7E40ADD95}"/>
              </a:ext>
            </a:extLst>
          </p:cNvPr>
          <p:cNvSpPr>
            <a:spLocks xmlns:a="http://schemas.openxmlformats.org/drawingml/2006/main" noGrp="1"/>
          </p:cNvSpPr>
          <p:nvPr/>
        </p:nvSpPr>
        <p:spPr>
          <a:xfrm xmlns:a="http://schemas.openxmlformats.org/drawingml/2006/main">
            <a:off x="3408995" y="3166561"/>
            <a:ext cx="3176513"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4" name="Shape 11">
            <a:extLst xmlns:a="http://schemas.openxmlformats.org/drawingml/2006/main">
              <a:ext uri="{FF2B5EF4-FFF2-40B4-BE49-F238E27FC236}">
                <a16:creationId xmlns:a16="http://schemas.microsoft.com/office/drawing/2014/main" id="{28CEAE15-6A2A-4F38-8021-B9C41D9D6302}"/>
              </a:ext>
            </a:extLst>
          </p:cNvPr>
          <p:cNvSpPr>
            <a:spLocks xmlns:a="http://schemas.openxmlformats.org/drawingml/2006/main" noGrp="1"/>
          </p:cNvSpPr>
          <p:nvPr/>
        </p:nvSpPr>
        <p:spPr>
          <a:xfrm xmlns:a="http://schemas.openxmlformats.org/drawingml/2006/main">
            <a:off x="6585509" y="3166561"/>
            <a:ext cx="0" cy="1280852"/>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5" name="Shape 12">
            <a:extLst xmlns:a="http://schemas.openxmlformats.org/drawingml/2006/main">
              <a:ext uri="{FF2B5EF4-FFF2-40B4-BE49-F238E27FC236}">
                <a16:creationId xmlns:a16="http://schemas.microsoft.com/office/drawing/2014/main" id="{DDA527A0-1CA1-46B7-B7D6-CE5EF8FF9276}"/>
              </a:ext>
            </a:extLst>
          </p:cNvPr>
          <p:cNvSpPr>
            <a:spLocks xmlns:a="http://schemas.openxmlformats.org/drawingml/2006/main" noGrp="1"/>
          </p:cNvSpPr>
          <p:nvPr/>
        </p:nvSpPr>
        <p:spPr>
          <a:xfrm xmlns:a="http://schemas.openxmlformats.org/drawingml/2006/main">
            <a:off x="6585509" y="4447413"/>
            <a:ext cx="354787"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16" name="Shape 13">
            <a:extLst xmlns:a="http://schemas.openxmlformats.org/drawingml/2006/main">
              <a:ext uri="{FF2B5EF4-FFF2-40B4-BE49-F238E27FC236}">
                <a16:creationId xmlns:a16="http://schemas.microsoft.com/office/drawing/2014/main" id="{9FDA3306-1E72-49A1-9723-ED944FC08318}"/>
              </a:ext>
            </a:extLst>
          </p:cNvPr>
          <p:cNvSpPr>
            <a:spLocks xmlns:a="http://schemas.openxmlformats.org/drawingml/2006/main" noGrp="1"/>
          </p:cNvSpPr>
          <p:nvPr/>
        </p:nvSpPr>
        <p:spPr>
          <a:xfrm xmlns:a="http://schemas.openxmlformats.org/drawingml/2006/main">
            <a:off x="6210400" y="4189390"/>
            <a:ext cx="408027"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7" name="Shape 14">
            <a:extLst xmlns:a="http://schemas.openxmlformats.org/drawingml/2006/main">
              <a:ext uri="{FF2B5EF4-FFF2-40B4-BE49-F238E27FC236}">
                <a16:creationId xmlns:a16="http://schemas.microsoft.com/office/drawing/2014/main" id="{C6655779-54EF-42A8-A812-FFAA5A447C75}"/>
              </a:ext>
            </a:extLst>
          </p:cNvPr>
          <p:cNvSpPr>
            <a:spLocks xmlns:a="http://schemas.openxmlformats.org/drawingml/2006/main" noGrp="1"/>
          </p:cNvSpPr>
          <p:nvPr/>
        </p:nvSpPr>
        <p:spPr>
          <a:xfrm xmlns:a="http://schemas.openxmlformats.org/drawingml/2006/main">
            <a:off x="6618427" y="4189390"/>
            <a:ext cx="0" cy="1517609"/>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8" name="Shape 15">
            <a:extLst xmlns:a="http://schemas.openxmlformats.org/drawingml/2006/main">
              <a:ext uri="{FF2B5EF4-FFF2-40B4-BE49-F238E27FC236}">
                <a16:creationId xmlns:a16="http://schemas.microsoft.com/office/drawing/2014/main" id="{783AA403-5CB1-42EF-8E49-F6D44B3385BA}"/>
              </a:ext>
            </a:extLst>
          </p:cNvPr>
          <p:cNvSpPr>
            <a:spLocks xmlns:a="http://schemas.openxmlformats.org/drawingml/2006/main" noGrp="1"/>
          </p:cNvSpPr>
          <p:nvPr/>
        </p:nvSpPr>
        <p:spPr>
          <a:xfrm xmlns:a="http://schemas.openxmlformats.org/drawingml/2006/main">
            <a:off x="6618427" y="5706999"/>
            <a:ext cx="321869"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19" name="Shape 16">
            <a:extLst xmlns:a="http://schemas.openxmlformats.org/drawingml/2006/main">
              <a:ext uri="{FF2B5EF4-FFF2-40B4-BE49-F238E27FC236}">
                <a16:creationId xmlns:a16="http://schemas.microsoft.com/office/drawing/2014/main" id="{8D183628-1A01-44B7-9E1C-74800EBEDE7D}"/>
              </a:ext>
            </a:extLst>
          </p:cNvPr>
          <p:cNvSpPr>
            <a:spLocks xmlns:a="http://schemas.openxmlformats.org/drawingml/2006/main" noGrp="1"/>
          </p:cNvSpPr>
          <p:nvPr/>
        </p:nvSpPr>
        <p:spPr>
          <a:xfrm xmlns:a="http://schemas.openxmlformats.org/drawingml/2006/main">
            <a:off x="3280979" y="3399318"/>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20" name="Text 17">
            <a:extLst xmlns:a="http://schemas.openxmlformats.org/drawingml/2006/main">
              <a:ext uri="{FF2B5EF4-FFF2-40B4-BE49-F238E27FC236}">
                <a16:creationId xmlns:a16="http://schemas.microsoft.com/office/drawing/2014/main" id="{4169156F-7E7D-47E2-A291-13D931713770}"/>
              </a:ext>
            </a:extLst>
          </p:cNvPr>
          <p:cNvSpPr>
            <a:spLocks xmlns:a="http://schemas.openxmlformats.org/drawingml/2006/main" noGrp="1"/>
          </p:cNvSpPr>
          <p:nvPr/>
        </p:nvSpPr>
        <p:spPr>
          <a:xfrm xmlns:a="http://schemas.openxmlformats.org/drawingml/2006/main">
            <a:off x="3280979" y="3399318"/>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1</a:t>
            </a:r>
            <a:endParaRPr sz="850"/>
          </a:p>
        </p:txBody>
      </p:sp>
      <p:sp>
        <p:nvSpPr>
          <p:cNvPr id="21" name="Shape 18">
            <a:extLst xmlns:a="http://schemas.openxmlformats.org/drawingml/2006/main">
              <a:ext uri="{FF2B5EF4-FFF2-40B4-BE49-F238E27FC236}">
                <a16:creationId xmlns:a16="http://schemas.microsoft.com/office/drawing/2014/main" id="{78804DD8-F153-4A64-B60A-71EF361D025F}"/>
              </a:ext>
            </a:extLst>
          </p:cNvPr>
          <p:cNvSpPr>
            <a:spLocks xmlns:a="http://schemas.openxmlformats.org/drawingml/2006/main" noGrp="1"/>
          </p:cNvSpPr>
          <p:nvPr/>
        </p:nvSpPr>
        <p:spPr>
          <a:xfrm xmlns:a="http://schemas.openxmlformats.org/drawingml/2006/main">
            <a:off x="6940296" y="1371600"/>
            <a:ext cx="4654296" cy="1113282"/>
          </a:xfrm>
          <a:prstGeom xmlns:a="http://schemas.openxmlformats.org/drawingml/2006/main" prst="roundRect">
            <a:avLst>
              <a:gd name="adj" fmla="val 4928"/>
            </a:avLst>
          </a:prstGeom>
          <a:solidFill xmlns:a="http://schemas.openxmlformats.org/drawingml/2006/main">
            <a:srgbClr val="F4F6FB"/>
          </a:solidFill>
          <a:ln xmlns:a="http://schemas.openxmlformats.org/drawingml/2006/main" w="12700">
            <a:solidFill>
              <a:srgbClr val="D8DEEC"/>
            </a:solidFill>
            <a:prstDash val="solid"/>
          </a:ln>
        </p:spPr>
      </p:sp>
      <p:sp>
        <p:nvSpPr>
          <p:cNvPr id="22" name="Shape 19">
            <a:extLst xmlns:a="http://schemas.openxmlformats.org/drawingml/2006/main">
              <a:ext uri="{FF2B5EF4-FFF2-40B4-BE49-F238E27FC236}">
                <a16:creationId xmlns:a16="http://schemas.microsoft.com/office/drawing/2014/main" id="{B551EC17-06D1-40F7-8B69-4F289B6E8FD7}"/>
              </a:ext>
            </a:extLst>
          </p:cNvPr>
          <p:cNvSpPr>
            <a:spLocks xmlns:a="http://schemas.openxmlformats.org/drawingml/2006/main" noGrp="1"/>
          </p:cNvSpPr>
          <p:nvPr/>
        </p:nvSpPr>
        <p:spPr>
          <a:xfrm xmlns:a="http://schemas.openxmlformats.org/drawingml/2006/main">
            <a:off x="7050024" y="1481328"/>
            <a:ext cx="237744" cy="237744"/>
          </a:xfrm>
          <a:prstGeom xmlns:a="http://schemas.openxmlformats.org/drawingml/2006/main" prst="ellipse">
            <a:avLst/>
          </a:prstGeom>
          <a:solidFill xmlns:a="http://schemas.openxmlformats.org/drawingml/2006/main">
            <a:srgbClr val="1E2761"/>
          </a:solidFill>
        </p:spPr>
      </p:sp>
      <p:sp>
        <p:nvSpPr>
          <p:cNvPr id="23" name="Text 20">
            <a:extLst xmlns:a="http://schemas.openxmlformats.org/drawingml/2006/main">
              <a:ext uri="{FF2B5EF4-FFF2-40B4-BE49-F238E27FC236}">
                <a16:creationId xmlns:a16="http://schemas.microsoft.com/office/drawing/2014/main" id="{CDBF197F-B135-4DC8-8A7B-A4FB32133D4F}"/>
              </a:ext>
            </a:extLst>
          </p:cNvPr>
          <p:cNvSpPr>
            <a:spLocks xmlns:a="http://schemas.openxmlformats.org/drawingml/2006/main" noGrp="1"/>
          </p:cNvSpPr>
          <p:nvPr/>
        </p:nvSpPr>
        <p:spPr>
          <a:xfrm xmlns:a="http://schemas.openxmlformats.org/drawingml/2006/main">
            <a:off x="7050024" y="1481328"/>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1</a:t>
            </a:r>
            <a:endParaRPr sz="800"/>
          </a:p>
        </p:txBody>
      </p:sp>
      <p:sp>
        <p:nvSpPr>
          <p:cNvPr id="24" name="Text 21">
            <a:extLst xmlns:a="http://schemas.openxmlformats.org/drawingml/2006/main">
              <a:ext uri="{FF2B5EF4-FFF2-40B4-BE49-F238E27FC236}">
                <a16:creationId xmlns:a16="http://schemas.microsoft.com/office/drawing/2014/main" id="{90B4B2F4-DDE7-4819-8BE8-D82750F802A0}"/>
              </a:ext>
            </a:extLst>
          </p:cNvPr>
          <p:cNvSpPr>
            <a:spLocks xmlns:a="http://schemas.openxmlformats.org/drawingml/2006/main" noGrp="1"/>
          </p:cNvSpPr>
          <p:nvPr/>
        </p:nvSpPr>
        <p:spPr>
          <a:xfrm xmlns:a="http://schemas.openxmlformats.org/drawingml/2006/main">
            <a:off x="7379208" y="1444752"/>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E2761"/>
                </a:solidFill>
                <a:latin typeface="Calibri"/>
                <a:ea typeface="Calibri"/>
                <a:cs typeface="Calibri"/>
              </a:rPr>
              <a:t>Code and category</a:t>
            </a:r>
            <a:endParaRPr sz="1150"/>
          </a:p>
        </p:txBody>
      </p:sp>
      <p:sp>
        <p:nvSpPr>
          <p:cNvPr id="25" name="Text 22">
            <a:extLst xmlns:a="http://schemas.openxmlformats.org/drawingml/2006/main">
              <a:ext uri="{FF2B5EF4-FFF2-40B4-BE49-F238E27FC236}">
                <a16:creationId xmlns:a16="http://schemas.microsoft.com/office/drawing/2014/main" id="{33C452A2-F88B-4473-B3AB-130837F3F1E1}"/>
              </a:ext>
            </a:extLst>
          </p:cNvPr>
          <p:cNvSpPr>
            <a:spLocks xmlns:a="http://schemas.openxmlformats.org/drawingml/2006/main" noGrp="1"/>
          </p:cNvSpPr>
          <p:nvPr/>
        </p:nvSpPr>
        <p:spPr>
          <a:xfrm xmlns:a="http://schemas.openxmlformats.org/drawingml/2006/main">
            <a:off x="7068312" y="1755648"/>
            <a:ext cx="4398264" cy="65608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00"/>
              </a:lnSpc>
              <a:buNone/>
            </a:pPr>
            <a:r>
              <a:rPr sz="1000">
                <a:solidFill>
                  <a:srgbClr val="4B4458"/>
                </a:solidFill>
                <a:latin typeface="Calibri"/>
                <a:ea typeface="Calibri"/>
                <a:cs typeface="Calibri"/>
              </a:rPr>
              <a:t>The stable identifier and business family used when mapping a source to computations or assignments.</a:t>
            </a:r>
            <a:endParaRPr sz="1000"/>
          </a:p>
        </p:txBody>
      </p:sp>
      <p:sp>
        <p:nvSpPr>
          <p:cNvPr id="26" name="Shape 23">
            <a:extLst xmlns:a="http://schemas.openxmlformats.org/drawingml/2006/main">
              <a:ext uri="{FF2B5EF4-FFF2-40B4-BE49-F238E27FC236}">
                <a16:creationId xmlns:a16="http://schemas.microsoft.com/office/drawing/2014/main" id="{4C83DB6C-2344-4D95-8D9C-C33F7B67A4B4}"/>
              </a:ext>
            </a:extLst>
          </p:cNvPr>
          <p:cNvSpPr>
            <a:spLocks xmlns:a="http://schemas.openxmlformats.org/drawingml/2006/main" noGrp="1"/>
          </p:cNvSpPr>
          <p:nvPr/>
        </p:nvSpPr>
        <p:spPr>
          <a:xfrm xmlns:a="http://schemas.openxmlformats.org/drawingml/2006/main">
            <a:off x="6082384" y="3399318"/>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27" name="Text 24">
            <a:extLst xmlns:a="http://schemas.openxmlformats.org/drawingml/2006/main">
              <a:ext uri="{FF2B5EF4-FFF2-40B4-BE49-F238E27FC236}">
                <a16:creationId xmlns:a16="http://schemas.microsoft.com/office/drawing/2014/main" id="{C180BADE-9ED1-45AA-94D9-1F58F7D8CECF}"/>
              </a:ext>
            </a:extLst>
          </p:cNvPr>
          <p:cNvSpPr>
            <a:spLocks xmlns:a="http://schemas.openxmlformats.org/drawingml/2006/main" noGrp="1"/>
          </p:cNvSpPr>
          <p:nvPr/>
        </p:nvSpPr>
        <p:spPr>
          <a:xfrm xmlns:a="http://schemas.openxmlformats.org/drawingml/2006/main">
            <a:off x="6082384" y="3399318"/>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2</a:t>
            </a:r>
            <a:endParaRPr sz="850"/>
          </a:p>
        </p:txBody>
      </p:sp>
      <p:sp>
        <p:nvSpPr>
          <p:cNvPr id="28" name="Shape 25">
            <a:extLst xmlns:a="http://schemas.openxmlformats.org/drawingml/2006/main">
              <a:ext uri="{FF2B5EF4-FFF2-40B4-BE49-F238E27FC236}">
                <a16:creationId xmlns:a16="http://schemas.microsoft.com/office/drawing/2014/main" id="{6E7FECD0-CA65-42A9-A323-F08B399985EE}"/>
              </a:ext>
            </a:extLst>
          </p:cNvPr>
          <p:cNvSpPr>
            <a:spLocks xmlns:a="http://schemas.openxmlformats.org/drawingml/2006/main" noGrp="1"/>
          </p:cNvSpPr>
          <p:nvPr/>
        </p:nvSpPr>
        <p:spPr>
          <a:xfrm xmlns:a="http://schemas.openxmlformats.org/drawingml/2006/main">
            <a:off x="6940296" y="2631186"/>
            <a:ext cx="4654296" cy="1113282"/>
          </a:xfrm>
          <a:prstGeom xmlns:a="http://schemas.openxmlformats.org/drawingml/2006/main" prst="roundRect">
            <a:avLst>
              <a:gd name="adj" fmla="val 4928"/>
            </a:avLst>
          </a:prstGeom>
          <a:solidFill xmlns:a="http://schemas.openxmlformats.org/drawingml/2006/main">
            <a:srgbClr val="F4F6FB"/>
          </a:solidFill>
          <a:ln xmlns:a="http://schemas.openxmlformats.org/drawingml/2006/main" w="12700">
            <a:solidFill>
              <a:srgbClr val="D8DEEC"/>
            </a:solidFill>
            <a:prstDash val="solid"/>
          </a:ln>
        </p:spPr>
      </p:sp>
      <p:sp>
        <p:nvSpPr>
          <p:cNvPr id="29" name="Shape 26">
            <a:extLst xmlns:a="http://schemas.openxmlformats.org/drawingml/2006/main">
              <a:ext uri="{FF2B5EF4-FFF2-40B4-BE49-F238E27FC236}">
                <a16:creationId xmlns:a16="http://schemas.microsoft.com/office/drawing/2014/main" id="{865ED2C6-E4DC-4BD1-A6CB-75E8558C78AA}"/>
              </a:ext>
            </a:extLst>
          </p:cNvPr>
          <p:cNvSpPr>
            <a:spLocks xmlns:a="http://schemas.openxmlformats.org/drawingml/2006/main" noGrp="1"/>
          </p:cNvSpPr>
          <p:nvPr/>
        </p:nvSpPr>
        <p:spPr>
          <a:xfrm xmlns:a="http://schemas.openxmlformats.org/drawingml/2006/main">
            <a:off x="7050024" y="2740914"/>
            <a:ext cx="237744" cy="237744"/>
          </a:xfrm>
          <a:prstGeom xmlns:a="http://schemas.openxmlformats.org/drawingml/2006/main" prst="ellipse">
            <a:avLst/>
          </a:prstGeom>
          <a:solidFill xmlns:a="http://schemas.openxmlformats.org/drawingml/2006/main">
            <a:srgbClr val="1E2761"/>
          </a:solidFill>
        </p:spPr>
      </p:sp>
      <p:sp>
        <p:nvSpPr>
          <p:cNvPr id="30" name="Text 27">
            <a:extLst xmlns:a="http://schemas.openxmlformats.org/drawingml/2006/main">
              <a:ext uri="{FF2B5EF4-FFF2-40B4-BE49-F238E27FC236}">
                <a16:creationId xmlns:a16="http://schemas.microsoft.com/office/drawing/2014/main" id="{AD2E055D-EEAC-40F5-AE8E-2735D446B7DC}"/>
              </a:ext>
            </a:extLst>
          </p:cNvPr>
          <p:cNvSpPr>
            <a:spLocks xmlns:a="http://schemas.openxmlformats.org/drawingml/2006/main" noGrp="1"/>
          </p:cNvSpPr>
          <p:nvPr/>
        </p:nvSpPr>
        <p:spPr>
          <a:xfrm xmlns:a="http://schemas.openxmlformats.org/drawingml/2006/main">
            <a:off x="7050024" y="2740914"/>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2</a:t>
            </a:r>
            <a:endParaRPr sz="800"/>
          </a:p>
        </p:txBody>
      </p:sp>
      <p:sp>
        <p:nvSpPr>
          <p:cNvPr id="31" name="Text 28">
            <a:extLst xmlns:a="http://schemas.openxmlformats.org/drawingml/2006/main">
              <a:ext uri="{FF2B5EF4-FFF2-40B4-BE49-F238E27FC236}">
                <a16:creationId xmlns:a16="http://schemas.microsoft.com/office/drawing/2014/main" id="{51F1FD1D-A730-4BAE-B1E0-55A9ADA3AF81}"/>
              </a:ext>
            </a:extLst>
          </p:cNvPr>
          <p:cNvSpPr>
            <a:spLocks xmlns:a="http://schemas.openxmlformats.org/drawingml/2006/main" noGrp="1"/>
          </p:cNvSpPr>
          <p:nvPr/>
        </p:nvSpPr>
        <p:spPr>
          <a:xfrm xmlns:a="http://schemas.openxmlformats.org/drawingml/2006/main">
            <a:off x="7379208" y="2704338"/>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E2761"/>
                </a:solidFill>
                <a:latin typeface="Calibri"/>
                <a:ea typeface="Calibri"/>
                <a:cs typeface="Calibri"/>
              </a:rPr>
              <a:t>Name</a:t>
            </a:r>
            <a:endParaRPr sz="1150"/>
          </a:p>
        </p:txBody>
      </p:sp>
      <p:sp>
        <p:nvSpPr>
          <p:cNvPr id="32" name="Text 29">
            <a:extLst xmlns:a="http://schemas.openxmlformats.org/drawingml/2006/main">
              <a:ext uri="{FF2B5EF4-FFF2-40B4-BE49-F238E27FC236}">
                <a16:creationId xmlns:a16="http://schemas.microsoft.com/office/drawing/2014/main" id="{97D847C2-1958-429F-A1E0-C3F594F59EEE}"/>
              </a:ext>
            </a:extLst>
          </p:cNvPr>
          <p:cNvSpPr>
            <a:spLocks xmlns:a="http://schemas.openxmlformats.org/drawingml/2006/main" noGrp="1"/>
          </p:cNvSpPr>
          <p:nvPr/>
        </p:nvSpPr>
        <p:spPr>
          <a:xfrm xmlns:a="http://schemas.openxmlformats.org/drawingml/2006/main">
            <a:off x="7068312" y="3015234"/>
            <a:ext cx="4398264" cy="65608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00"/>
              </a:lnSpc>
              <a:buNone/>
            </a:pPr>
            <a:r>
              <a:rPr sz="1000">
                <a:solidFill>
                  <a:srgbClr val="4B4458"/>
                </a:solidFill>
                <a:latin typeface="Calibri"/>
                <a:ea typeface="Calibri"/>
                <a:cs typeface="Calibri"/>
              </a:rPr>
              <a:t>The finance-facing title of the rate, table, ceiling or code list.</a:t>
            </a:r>
            <a:endParaRPr sz="1000"/>
          </a:p>
        </p:txBody>
      </p:sp>
      <p:sp>
        <p:nvSpPr>
          <p:cNvPr id="33" name="Shape 30">
            <a:extLst xmlns:a="http://schemas.openxmlformats.org/drawingml/2006/main">
              <a:ext uri="{FF2B5EF4-FFF2-40B4-BE49-F238E27FC236}">
                <a16:creationId xmlns:a16="http://schemas.microsoft.com/office/drawing/2014/main" id="{631BF821-9CD9-4190-B55E-FB24FB990008}"/>
              </a:ext>
            </a:extLst>
          </p:cNvPr>
          <p:cNvSpPr>
            <a:spLocks xmlns:a="http://schemas.openxmlformats.org/drawingml/2006/main" noGrp="1"/>
          </p:cNvSpPr>
          <p:nvPr/>
        </p:nvSpPr>
        <p:spPr>
          <a:xfrm xmlns:a="http://schemas.openxmlformats.org/drawingml/2006/main">
            <a:off x="3280979" y="4061374"/>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34" name="Text 31">
            <a:extLst xmlns:a="http://schemas.openxmlformats.org/drawingml/2006/main">
              <a:ext uri="{FF2B5EF4-FFF2-40B4-BE49-F238E27FC236}">
                <a16:creationId xmlns:a16="http://schemas.microsoft.com/office/drawing/2014/main" id="{568DF016-4EA9-40C7-A1A2-7FB4E1CAEE30}"/>
              </a:ext>
            </a:extLst>
          </p:cNvPr>
          <p:cNvSpPr>
            <a:spLocks xmlns:a="http://schemas.openxmlformats.org/drawingml/2006/main" noGrp="1"/>
          </p:cNvSpPr>
          <p:nvPr/>
        </p:nvSpPr>
        <p:spPr>
          <a:xfrm xmlns:a="http://schemas.openxmlformats.org/drawingml/2006/main">
            <a:off x="3280979" y="4061374"/>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3</a:t>
            </a:r>
            <a:endParaRPr sz="850"/>
          </a:p>
        </p:txBody>
      </p:sp>
      <p:sp>
        <p:nvSpPr>
          <p:cNvPr id="35" name="Shape 32">
            <a:extLst xmlns:a="http://schemas.openxmlformats.org/drawingml/2006/main">
              <a:ext uri="{FF2B5EF4-FFF2-40B4-BE49-F238E27FC236}">
                <a16:creationId xmlns:a16="http://schemas.microsoft.com/office/drawing/2014/main" id="{AC009B79-0DBD-4A08-91F4-0B31E1FDB49B}"/>
              </a:ext>
            </a:extLst>
          </p:cNvPr>
          <p:cNvSpPr>
            <a:spLocks xmlns:a="http://schemas.openxmlformats.org/drawingml/2006/main" noGrp="1"/>
          </p:cNvSpPr>
          <p:nvPr/>
        </p:nvSpPr>
        <p:spPr>
          <a:xfrm xmlns:a="http://schemas.openxmlformats.org/drawingml/2006/main">
            <a:off x="6940296" y="3890772"/>
            <a:ext cx="4654296" cy="1113282"/>
          </a:xfrm>
          <a:prstGeom xmlns:a="http://schemas.openxmlformats.org/drawingml/2006/main" prst="roundRect">
            <a:avLst>
              <a:gd name="adj" fmla="val 4928"/>
            </a:avLst>
          </a:prstGeom>
          <a:solidFill xmlns:a="http://schemas.openxmlformats.org/drawingml/2006/main">
            <a:srgbClr val="F4F6FB"/>
          </a:solidFill>
          <a:ln xmlns:a="http://schemas.openxmlformats.org/drawingml/2006/main" w="12700">
            <a:solidFill>
              <a:srgbClr val="D8DEEC"/>
            </a:solidFill>
            <a:prstDash val="solid"/>
          </a:ln>
        </p:spPr>
      </p:sp>
      <p:sp>
        <p:nvSpPr>
          <p:cNvPr id="36" name="Shape 33">
            <a:extLst xmlns:a="http://schemas.openxmlformats.org/drawingml/2006/main">
              <a:ext uri="{FF2B5EF4-FFF2-40B4-BE49-F238E27FC236}">
                <a16:creationId xmlns:a16="http://schemas.microsoft.com/office/drawing/2014/main" id="{956F22C2-5AB1-48F4-8079-9680FC692B6A}"/>
              </a:ext>
            </a:extLst>
          </p:cNvPr>
          <p:cNvSpPr>
            <a:spLocks xmlns:a="http://schemas.openxmlformats.org/drawingml/2006/main" noGrp="1"/>
          </p:cNvSpPr>
          <p:nvPr/>
        </p:nvSpPr>
        <p:spPr>
          <a:xfrm xmlns:a="http://schemas.openxmlformats.org/drawingml/2006/main">
            <a:off x="7050024" y="4000500"/>
            <a:ext cx="237744" cy="237744"/>
          </a:xfrm>
          <a:prstGeom xmlns:a="http://schemas.openxmlformats.org/drawingml/2006/main" prst="ellipse">
            <a:avLst/>
          </a:prstGeom>
          <a:solidFill xmlns:a="http://schemas.openxmlformats.org/drawingml/2006/main">
            <a:srgbClr val="1E2761"/>
          </a:solidFill>
        </p:spPr>
      </p:sp>
      <p:sp>
        <p:nvSpPr>
          <p:cNvPr id="37" name="Text 34">
            <a:extLst xmlns:a="http://schemas.openxmlformats.org/drawingml/2006/main">
              <a:ext uri="{FF2B5EF4-FFF2-40B4-BE49-F238E27FC236}">
                <a16:creationId xmlns:a16="http://schemas.microsoft.com/office/drawing/2014/main" id="{32EEDDA7-B9ED-401B-9020-386D00775BE4}"/>
              </a:ext>
            </a:extLst>
          </p:cNvPr>
          <p:cNvSpPr>
            <a:spLocks xmlns:a="http://schemas.openxmlformats.org/drawingml/2006/main" noGrp="1"/>
          </p:cNvSpPr>
          <p:nvPr/>
        </p:nvSpPr>
        <p:spPr>
          <a:xfrm xmlns:a="http://schemas.openxmlformats.org/drawingml/2006/main">
            <a:off x="7050024" y="4000500"/>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3</a:t>
            </a:r>
            <a:endParaRPr sz="800"/>
          </a:p>
        </p:txBody>
      </p:sp>
      <p:sp>
        <p:nvSpPr>
          <p:cNvPr id="38" name="Text 35">
            <a:extLst xmlns:a="http://schemas.openxmlformats.org/drawingml/2006/main">
              <a:ext uri="{FF2B5EF4-FFF2-40B4-BE49-F238E27FC236}">
                <a16:creationId xmlns:a16="http://schemas.microsoft.com/office/drawing/2014/main" id="{AC77A32C-BBE4-41BC-A3BA-8844E610E4C7}"/>
              </a:ext>
            </a:extLst>
          </p:cNvPr>
          <p:cNvSpPr>
            <a:spLocks xmlns:a="http://schemas.openxmlformats.org/drawingml/2006/main" noGrp="1"/>
          </p:cNvSpPr>
          <p:nvPr/>
        </p:nvSpPr>
        <p:spPr>
          <a:xfrm xmlns:a="http://schemas.openxmlformats.org/drawingml/2006/main">
            <a:off x="7379208" y="3963924"/>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E2761"/>
                </a:solidFill>
                <a:latin typeface="Calibri"/>
                <a:ea typeface="Calibri"/>
                <a:cs typeface="Calibri"/>
              </a:rPr>
              <a:t>Configured rows</a:t>
            </a:r>
            <a:endParaRPr sz="1150"/>
          </a:p>
        </p:txBody>
      </p:sp>
      <p:sp>
        <p:nvSpPr>
          <p:cNvPr id="39" name="Text 36">
            <a:extLst xmlns:a="http://schemas.openxmlformats.org/drawingml/2006/main">
              <a:ext uri="{FF2B5EF4-FFF2-40B4-BE49-F238E27FC236}">
                <a16:creationId xmlns:a16="http://schemas.microsoft.com/office/drawing/2014/main" id="{826A4775-FA0E-458A-A1A3-0A619077C60C}"/>
              </a:ext>
            </a:extLst>
          </p:cNvPr>
          <p:cNvSpPr>
            <a:spLocks xmlns:a="http://schemas.openxmlformats.org/drawingml/2006/main" noGrp="1"/>
          </p:cNvSpPr>
          <p:nvPr/>
        </p:nvSpPr>
        <p:spPr>
          <a:xfrm xmlns:a="http://schemas.openxmlformats.org/drawingml/2006/main">
            <a:off x="7068312" y="4274820"/>
            <a:ext cx="4398264" cy="65608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00"/>
              </a:lnSpc>
              <a:buNone/>
            </a:pPr>
            <a:r>
              <a:rPr sz="1000">
                <a:solidFill>
                  <a:srgbClr val="4B4458"/>
                </a:solidFill>
                <a:latin typeface="Calibri"/>
                <a:ea typeface="Calibri"/>
                <a:cs typeface="Calibri"/>
              </a:rPr>
              <a:t>A quick count of records loaded into the current version. Unexpected changes deserve review.</a:t>
            </a:r>
            <a:endParaRPr sz="1000"/>
          </a:p>
        </p:txBody>
      </p:sp>
      <p:sp>
        <p:nvSpPr>
          <p:cNvPr id="40" name="Shape 37">
            <a:extLst xmlns:a="http://schemas.openxmlformats.org/drawingml/2006/main">
              <a:ext uri="{FF2B5EF4-FFF2-40B4-BE49-F238E27FC236}">
                <a16:creationId xmlns:a16="http://schemas.microsoft.com/office/drawing/2014/main" id="{7748C43A-7DF9-423B-9D99-46DE9C1F152D}"/>
              </a:ext>
            </a:extLst>
          </p:cNvPr>
          <p:cNvSpPr>
            <a:spLocks xmlns:a="http://schemas.openxmlformats.org/drawingml/2006/main" noGrp="1"/>
          </p:cNvSpPr>
          <p:nvPr/>
        </p:nvSpPr>
        <p:spPr>
          <a:xfrm xmlns:a="http://schemas.openxmlformats.org/drawingml/2006/main">
            <a:off x="6082384" y="4061374"/>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41" name="Text 38">
            <a:extLst xmlns:a="http://schemas.openxmlformats.org/drawingml/2006/main">
              <a:ext uri="{FF2B5EF4-FFF2-40B4-BE49-F238E27FC236}">
                <a16:creationId xmlns:a16="http://schemas.microsoft.com/office/drawing/2014/main" id="{986D16AA-7F1D-4032-9E45-09EBE146AB59}"/>
              </a:ext>
            </a:extLst>
          </p:cNvPr>
          <p:cNvSpPr>
            <a:spLocks xmlns:a="http://schemas.openxmlformats.org/drawingml/2006/main" noGrp="1"/>
          </p:cNvSpPr>
          <p:nvPr/>
        </p:nvSpPr>
        <p:spPr>
          <a:xfrm xmlns:a="http://schemas.openxmlformats.org/drawingml/2006/main">
            <a:off x="6082384" y="4061374"/>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4</a:t>
            </a:r>
            <a:endParaRPr sz="850"/>
          </a:p>
        </p:txBody>
      </p:sp>
      <p:sp>
        <p:nvSpPr>
          <p:cNvPr id="42" name="Shape 39">
            <a:extLst xmlns:a="http://schemas.openxmlformats.org/drawingml/2006/main">
              <a:ext uri="{FF2B5EF4-FFF2-40B4-BE49-F238E27FC236}">
                <a16:creationId xmlns:a16="http://schemas.microsoft.com/office/drawing/2014/main" id="{42C18E5E-0DDF-4A01-BB47-A2886AD8447D}"/>
              </a:ext>
            </a:extLst>
          </p:cNvPr>
          <p:cNvSpPr>
            <a:spLocks xmlns:a="http://schemas.openxmlformats.org/drawingml/2006/main" noGrp="1"/>
          </p:cNvSpPr>
          <p:nvPr/>
        </p:nvSpPr>
        <p:spPr>
          <a:xfrm xmlns:a="http://schemas.openxmlformats.org/drawingml/2006/main">
            <a:off x="6940296" y="5150358"/>
            <a:ext cx="4654296" cy="1113282"/>
          </a:xfrm>
          <a:prstGeom xmlns:a="http://schemas.openxmlformats.org/drawingml/2006/main" prst="roundRect">
            <a:avLst>
              <a:gd name="adj" fmla="val 4928"/>
            </a:avLst>
          </a:prstGeom>
          <a:solidFill xmlns:a="http://schemas.openxmlformats.org/drawingml/2006/main">
            <a:srgbClr val="F4F6FB"/>
          </a:solidFill>
          <a:ln xmlns:a="http://schemas.openxmlformats.org/drawingml/2006/main" w="12700">
            <a:solidFill>
              <a:srgbClr val="D8DEEC"/>
            </a:solidFill>
            <a:prstDash val="solid"/>
          </a:ln>
        </p:spPr>
      </p:sp>
      <p:sp>
        <p:nvSpPr>
          <p:cNvPr id="43" name="Shape 40">
            <a:extLst xmlns:a="http://schemas.openxmlformats.org/drawingml/2006/main">
              <a:ext uri="{FF2B5EF4-FFF2-40B4-BE49-F238E27FC236}">
                <a16:creationId xmlns:a16="http://schemas.microsoft.com/office/drawing/2014/main" id="{BE6934CF-8EBA-446C-A534-100127EE73D8}"/>
              </a:ext>
            </a:extLst>
          </p:cNvPr>
          <p:cNvSpPr>
            <a:spLocks xmlns:a="http://schemas.openxmlformats.org/drawingml/2006/main" noGrp="1"/>
          </p:cNvSpPr>
          <p:nvPr/>
        </p:nvSpPr>
        <p:spPr>
          <a:xfrm xmlns:a="http://schemas.openxmlformats.org/drawingml/2006/main">
            <a:off x="7050024" y="5260086"/>
            <a:ext cx="237744" cy="237744"/>
          </a:xfrm>
          <a:prstGeom xmlns:a="http://schemas.openxmlformats.org/drawingml/2006/main" prst="ellipse">
            <a:avLst/>
          </a:prstGeom>
          <a:solidFill xmlns:a="http://schemas.openxmlformats.org/drawingml/2006/main">
            <a:srgbClr val="1E2761"/>
          </a:solidFill>
        </p:spPr>
      </p:sp>
      <p:sp>
        <p:nvSpPr>
          <p:cNvPr id="44" name="Text 41">
            <a:extLst xmlns:a="http://schemas.openxmlformats.org/drawingml/2006/main">
              <a:ext uri="{FF2B5EF4-FFF2-40B4-BE49-F238E27FC236}">
                <a16:creationId xmlns:a16="http://schemas.microsoft.com/office/drawing/2014/main" id="{7814A440-D2A0-41B2-B949-D90ABFCB147E}"/>
              </a:ext>
            </a:extLst>
          </p:cNvPr>
          <p:cNvSpPr>
            <a:spLocks xmlns:a="http://schemas.openxmlformats.org/drawingml/2006/main" noGrp="1"/>
          </p:cNvSpPr>
          <p:nvPr/>
        </p:nvSpPr>
        <p:spPr>
          <a:xfrm xmlns:a="http://schemas.openxmlformats.org/drawingml/2006/main">
            <a:off x="7050024" y="5260086"/>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4</a:t>
            </a:r>
            <a:endParaRPr sz="800"/>
          </a:p>
        </p:txBody>
      </p:sp>
      <p:sp>
        <p:nvSpPr>
          <p:cNvPr id="45" name="Text 42">
            <a:extLst xmlns:a="http://schemas.openxmlformats.org/drawingml/2006/main">
              <a:ext uri="{FF2B5EF4-FFF2-40B4-BE49-F238E27FC236}">
                <a16:creationId xmlns:a16="http://schemas.microsoft.com/office/drawing/2014/main" id="{09628046-452A-4C70-B2DB-96BFE472CBAF}"/>
              </a:ext>
            </a:extLst>
          </p:cNvPr>
          <p:cNvSpPr>
            <a:spLocks xmlns:a="http://schemas.openxmlformats.org/drawingml/2006/main" noGrp="1"/>
          </p:cNvSpPr>
          <p:nvPr/>
        </p:nvSpPr>
        <p:spPr>
          <a:xfrm xmlns:a="http://schemas.openxmlformats.org/drawingml/2006/main">
            <a:off x="7379208" y="5223510"/>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E2761"/>
                </a:solidFill>
                <a:latin typeface="Calibri"/>
                <a:ea typeface="Calibri"/>
                <a:cs typeface="Calibri"/>
              </a:rPr>
              <a:t>Version and effective date</a:t>
            </a:r>
            <a:endParaRPr sz="1150"/>
          </a:p>
        </p:txBody>
      </p:sp>
      <p:sp>
        <p:nvSpPr>
          <p:cNvPr id="46" name="Text 43">
            <a:extLst xmlns:a="http://schemas.openxmlformats.org/drawingml/2006/main">
              <a:ext uri="{FF2B5EF4-FFF2-40B4-BE49-F238E27FC236}">
                <a16:creationId xmlns:a16="http://schemas.microsoft.com/office/drawing/2014/main" id="{7700EF10-3E28-4D65-BB45-6DE7C29C1584}"/>
              </a:ext>
            </a:extLst>
          </p:cNvPr>
          <p:cNvSpPr>
            <a:spLocks xmlns:a="http://schemas.openxmlformats.org/drawingml/2006/main" noGrp="1"/>
          </p:cNvSpPr>
          <p:nvPr/>
        </p:nvSpPr>
        <p:spPr>
          <a:xfrm xmlns:a="http://schemas.openxmlformats.org/drawingml/2006/main">
            <a:off x="7068312" y="5534406"/>
            <a:ext cx="4398264" cy="65608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00"/>
              </a:lnSpc>
              <a:buNone/>
            </a:pPr>
            <a:r>
              <a:rPr sz="1000">
                <a:solidFill>
                  <a:srgbClr val="4B4458"/>
                </a:solidFill>
                <a:latin typeface="Calibri"/>
                <a:ea typeface="Calibri"/>
                <a:cs typeface="Calibri"/>
              </a:rPr>
              <a:t>Together they identify which dataset is valid for a payroll date and which historical copy must be retained.</a:t>
            </a:r>
            <a:endParaRPr sz="1000"/>
          </a:p>
        </p:txBody>
      </p:sp>
    </p:spTree>
    <p:extLst>
      <p:ext uri="{BB962C8B-B14F-4D97-AF65-F5344CB8AC3E}">
        <p14:creationId xmlns:p14="http://schemas.microsoft.com/office/powerpoint/2010/main" val="77532409"/>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063F4A9-F6BB-4502-A09A-E6558985C2A4}"/>
              </a:ext>
            </a:extLst>
          </p:cNvPr>
          <p:cNvSpPr>
            <a:spLocks xmlns:a="http://schemas.openxmlformats.org/drawingml/2006/main" noGrp="1"/>
          </p:cNvSpPr>
          <p:nvPr/>
        </p:nvSpPr>
        <p:spPr>
          <a:xfrm xmlns:a="http://schemas.openxmlformats.org/drawingml/2006/main">
            <a:off x="566928" y="329184"/>
            <a:ext cx="11027664"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REFERENCE SOURCE · FIELD GUIDE 2 OF 2</a:t>
            </a:r>
            <a:endParaRPr sz="1000"/>
          </a:p>
        </p:txBody>
      </p:sp>
      <p:sp>
        <p:nvSpPr>
          <p:cNvPr id="3" name="Text 1">
            <a:extLst xmlns:a="http://schemas.openxmlformats.org/drawingml/2006/main">
              <a:ext uri="{FF2B5EF4-FFF2-40B4-BE49-F238E27FC236}">
                <a16:creationId xmlns:a16="http://schemas.microsoft.com/office/drawing/2014/main" id="{20594839-A003-4AD6-B80A-604255CFC618}"/>
              </a:ext>
            </a:extLst>
          </p:cNvPr>
          <p:cNvSpPr>
            <a:spLocks xmlns:a="http://schemas.openxmlformats.org/drawingml/2006/main" noGrp="1"/>
          </p:cNvSpPr>
          <p:nvPr/>
        </p:nvSpPr>
        <p:spPr>
          <a:xfrm xmlns:a="http://schemas.openxmlformats.org/drawingml/2006/main">
            <a:off x="566928" y="548640"/>
            <a:ext cx="110276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Enable, maintain and replace a source</a:t>
            </a:r>
            <a:endParaRPr sz="3000"/>
          </a:p>
        </p:txBody>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45067aedd96347be"/>
          <a:srcRect xmlns:a="http://schemas.openxmlformats.org/drawingml/2006/main" l="0" t="15759" r="0" b="15759"/>
          <a:stretch xmlns:a="http://schemas.openxmlformats.org/drawingml/2006/main">
            <a:fillRect l="0" t="0" r="0" b="0"/>
          </a:stretch>
        </p:blipFill>
        <p:spPr>
          <a:xfrm xmlns:a="http://schemas.openxmlformats.org/drawingml/2006/main">
            <a:off x="566928" y="3084265"/>
            <a:ext cx="5806440" cy="1466709"/>
          </a:xfrm>
          <a:prstGeom xmlns:a="http://schemas.openxmlformats.org/drawingml/2006/main" prst="rect">
            <a:avLst/>
          </a:prstGeom>
          <a:effectLst xmlns:a="http://schemas.openxmlformats.org/drawingml/2006/main">
            <a:outerShdw blurRad="127000" dist="25400" dir="5400000" algn="bl" rotWithShape="0">
              <a:srgbClr val="8892B0">
                <a:alpha val="28000"/>
              </a:srgbClr>
            </a:outerShdw>
          </a:effectLst>
        </p:spPr>
      </p:pic>
      <p:sp>
        <p:nvSpPr>
          <p:cNvPr id="5" name="Shape 2">
            <a:extLst xmlns:a="http://schemas.openxmlformats.org/drawingml/2006/main">
              <a:ext uri="{FF2B5EF4-FFF2-40B4-BE49-F238E27FC236}">
                <a16:creationId xmlns:a16="http://schemas.microsoft.com/office/drawing/2014/main" id="{9C45E345-A6CD-4B8E-AEB5-3AD6AF770BA2}"/>
              </a:ext>
            </a:extLst>
          </p:cNvPr>
          <p:cNvSpPr>
            <a:spLocks xmlns:a="http://schemas.openxmlformats.org/drawingml/2006/main" noGrp="1"/>
          </p:cNvSpPr>
          <p:nvPr/>
        </p:nvSpPr>
        <p:spPr>
          <a:xfrm xmlns:a="http://schemas.openxmlformats.org/drawingml/2006/main">
            <a:off x="3408995" y="3166561"/>
            <a:ext cx="0" cy="360772"/>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6" name="Shape 3">
            <a:extLst xmlns:a="http://schemas.openxmlformats.org/drawingml/2006/main">
              <a:ext uri="{FF2B5EF4-FFF2-40B4-BE49-F238E27FC236}">
                <a16:creationId xmlns:a16="http://schemas.microsoft.com/office/drawing/2014/main" id="{C3CAFA6D-C013-45AB-852D-7098261D5E46}"/>
              </a:ext>
            </a:extLst>
          </p:cNvPr>
          <p:cNvSpPr>
            <a:spLocks xmlns:a="http://schemas.openxmlformats.org/drawingml/2006/main" noGrp="1"/>
          </p:cNvSpPr>
          <p:nvPr/>
        </p:nvSpPr>
        <p:spPr>
          <a:xfrm xmlns:a="http://schemas.openxmlformats.org/drawingml/2006/main">
            <a:off x="3408995" y="3166561"/>
            <a:ext cx="3110677"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7" name="Shape 4">
            <a:extLst xmlns:a="http://schemas.openxmlformats.org/drawingml/2006/main">
              <a:ext uri="{FF2B5EF4-FFF2-40B4-BE49-F238E27FC236}">
                <a16:creationId xmlns:a16="http://schemas.microsoft.com/office/drawing/2014/main" id="{372B52EB-9E9F-488D-9A57-CD2E911B281C}"/>
              </a:ext>
            </a:extLst>
          </p:cNvPr>
          <p:cNvSpPr>
            <a:spLocks xmlns:a="http://schemas.openxmlformats.org/drawingml/2006/main" noGrp="1"/>
          </p:cNvSpPr>
          <p:nvPr/>
        </p:nvSpPr>
        <p:spPr>
          <a:xfrm xmlns:a="http://schemas.openxmlformats.org/drawingml/2006/main">
            <a:off x="6519672" y="1928241"/>
            <a:ext cx="0" cy="123832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8" name="Shape 5">
            <a:extLst xmlns:a="http://schemas.openxmlformats.org/drawingml/2006/main">
              <a:ext uri="{FF2B5EF4-FFF2-40B4-BE49-F238E27FC236}">
                <a16:creationId xmlns:a16="http://schemas.microsoft.com/office/drawing/2014/main" id="{7D7BABF7-4E3F-486D-AE7A-57644B9F9565}"/>
              </a:ext>
            </a:extLst>
          </p:cNvPr>
          <p:cNvSpPr>
            <a:spLocks xmlns:a="http://schemas.openxmlformats.org/drawingml/2006/main" noGrp="1"/>
          </p:cNvSpPr>
          <p:nvPr/>
        </p:nvSpPr>
        <p:spPr>
          <a:xfrm xmlns:a="http://schemas.openxmlformats.org/drawingml/2006/main">
            <a:off x="6519672" y="1928241"/>
            <a:ext cx="420624"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9" name="Shape 6">
            <a:extLst xmlns:a="http://schemas.openxmlformats.org/drawingml/2006/main">
              <a:ext uri="{FF2B5EF4-FFF2-40B4-BE49-F238E27FC236}">
                <a16:creationId xmlns:a16="http://schemas.microsoft.com/office/drawing/2014/main" id="{4FEED69A-9BE6-43AC-A948-570D49A44CD6}"/>
              </a:ext>
            </a:extLst>
          </p:cNvPr>
          <p:cNvSpPr>
            <a:spLocks xmlns:a="http://schemas.openxmlformats.org/drawingml/2006/main" noGrp="1"/>
          </p:cNvSpPr>
          <p:nvPr/>
        </p:nvSpPr>
        <p:spPr>
          <a:xfrm xmlns:a="http://schemas.openxmlformats.org/drawingml/2006/main">
            <a:off x="6210400" y="3527334"/>
            <a:ext cx="342190"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0" name="Shape 7">
            <a:extLst xmlns:a="http://schemas.openxmlformats.org/drawingml/2006/main">
              <a:ext uri="{FF2B5EF4-FFF2-40B4-BE49-F238E27FC236}">
                <a16:creationId xmlns:a16="http://schemas.microsoft.com/office/drawing/2014/main" id="{1E92CF30-2977-4B1C-BFE9-6EFDEAA8FAA4}"/>
              </a:ext>
            </a:extLst>
          </p:cNvPr>
          <p:cNvSpPr>
            <a:spLocks xmlns:a="http://schemas.openxmlformats.org/drawingml/2006/main" noGrp="1"/>
          </p:cNvSpPr>
          <p:nvPr/>
        </p:nvSpPr>
        <p:spPr>
          <a:xfrm xmlns:a="http://schemas.openxmlformats.org/drawingml/2006/main">
            <a:off x="6552590" y="3187827"/>
            <a:ext cx="0" cy="339507"/>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1" name="Shape 8">
            <a:extLst xmlns:a="http://schemas.openxmlformats.org/drawingml/2006/main">
              <a:ext uri="{FF2B5EF4-FFF2-40B4-BE49-F238E27FC236}">
                <a16:creationId xmlns:a16="http://schemas.microsoft.com/office/drawing/2014/main" id="{D2A9F17E-5C28-4FE4-8BCE-14EFBED89E88}"/>
              </a:ext>
            </a:extLst>
          </p:cNvPr>
          <p:cNvSpPr>
            <a:spLocks xmlns:a="http://schemas.openxmlformats.org/drawingml/2006/main" noGrp="1"/>
          </p:cNvSpPr>
          <p:nvPr/>
        </p:nvSpPr>
        <p:spPr>
          <a:xfrm xmlns:a="http://schemas.openxmlformats.org/drawingml/2006/main">
            <a:off x="6552590" y="3187827"/>
            <a:ext cx="387706"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12" name="Shape 9">
            <a:extLst xmlns:a="http://schemas.openxmlformats.org/drawingml/2006/main">
              <a:ext uri="{FF2B5EF4-FFF2-40B4-BE49-F238E27FC236}">
                <a16:creationId xmlns:a16="http://schemas.microsoft.com/office/drawing/2014/main" id="{5A7F782F-9B0F-4C16-B997-8A01357F05F5}"/>
              </a:ext>
            </a:extLst>
          </p:cNvPr>
          <p:cNvSpPr>
            <a:spLocks xmlns:a="http://schemas.openxmlformats.org/drawingml/2006/main" noGrp="1"/>
          </p:cNvSpPr>
          <p:nvPr/>
        </p:nvSpPr>
        <p:spPr>
          <a:xfrm xmlns:a="http://schemas.openxmlformats.org/drawingml/2006/main">
            <a:off x="3408995" y="3166561"/>
            <a:ext cx="0" cy="1022829"/>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3" name="Shape 10">
            <a:extLst xmlns:a="http://schemas.openxmlformats.org/drawingml/2006/main">
              <a:ext uri="{FF2B5EF4-FFF2-40B4-BE49-F238E27FC236}">
                <a16:creationId xmlns:a16="http://schemas.microsoft.com/office/drawing/2014/main" id="{60B46044-BEB9-494C-95E0-0C8B2A3484D4}"/>
              </a:ext>
            </a:extLst>
          </p:cNvPr>
          <p:cNvSpPr>
            <a:spLocks xmlns:a="http://schemas.openxmlformats.org/drawingml/2006/main" noGrp="1"/>
          </p:cNvSpPr>
          <p:nvPr/>
        </p:nvSpPr>
        <p:spPr>
          <a:xfrm xmlns:a="http://schemas.openxmlformats.org/drawingml/2006/main">
            <a:off x="3408995" y="3166561"/>
            <a:ext cx="3176513"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4" name="Shape 11">
            <a:extLst xmlns:a="http://schemas.openxmlformats.org/drawingml/2006/main">
              <a:ext uri="{FF2B5EF4-FFF2-40B4-BE49-F238E27FC236}">
                <a16:creationId xmlns:a16="http://schemas.microsoft.com/office/drawing/2014/main" id="{1EF42416-3A38-4DF7-BE03-CE0F7BA8481E}"/>
              </a:ext>
            </a:extLst>
          </p:cNvPr>
          <p:cNvSpPr>
            <a:spLocks xmlns:a="http://schemas.openxmlformats.org/drawingml/2006/main" noGrp="1"/>
          </p:cNvSpPr>
          <p:nvPr/>
        </p:nvSpPr>
        <p:spPr>
          <a:xfrm xmlns:a="http://schemas.openxmlformats.org/drawingml/2006/main">
            <a:off x="6585509" y="3166561"/>
            <a:ext cx="0" cy="1280852"/>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5" name="Shape 12">
            <a:extLst xmlns:a="http://schemas.openxmlformats.org/drawingml/2006/main">
              <a:ext uri="{FF2B5EF4-FFF2-40B4-BE49-F238E27FC236}">
                <a16:creationId xmlns:a16="http://schemas.microsoft.com/office/drawing/2014/main" id="{2F711D61-F81F-4E02-A24C-ECB59BDBC10C}"/>
              </a:ext>
            </a:extLst>
          </p:cNvPr>
          <p:cNvSpPr>
            <a:spLocks xmlns:a="http://schemas.openxmlformats.org/drawingml/2006/main" noGrp="1"/>
          </p:cNvSpPr>
          <p:nvPr/>
        </p:nvSpPr>
        <p:spPr>
          <a:xfrm xmlns:a="http://schemas.openxmlformats.org/drawingml/2006/main">
            <a:off x="6585509" y="4447413"/>
            <a:ext cx="354787"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16" name="Shape 13">
            <a:extLst xmlns:a="http://schemas.openxmlformats.org/drawingml/2006/main">
              <a:ext uri="{FF2B5EF4-FFF2-40B4-BE49-F238E27FC236}">
                <a16:creationId xmlns:a16="http://schemas.microsoft.com/office/drawing/2014/main" id="{F4E2D7CB-B99D-4FE1-B4D2-D8F4DFFC76AC}"/>
              </a:ext>
            </a:extLst>
          </p:cNvPr>
          <p:cNvSpPr>
            <a:spLocks xmlns:a="http://schemas.openxmlformats.org/drawingml/2006/main" noGrp="1"/>
          </p:cNvSpPr>
          <p:nvPr/>
        </p:nvSpPr>
        <p:spPr>
          <a:xfrm xmlns:a="http://schemas.openxmlformats.org/drawingml/2006/main">
            <a:off x="6210400" y="4189390"/>
            <a:ext cx="408027"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7" name="Shape 14">
            <a:extLst xmlns:a="http://schemas.openxmlformats.org/drawingml/2006/main">
              <a:ext uri="{FF2B5EF4-FFF2-40B4-BE49-F238E27FC236}">
                <a16:creationId xmlns:a16="http://schemas.microsoft.com/office/drawing/2014/main" id="{F319B4AA-4AC4-4C95-B988-F1D064FB629F}"/>
              </a:ext>
            </a:extLst>
          </p:cNvPr>
          <p:cNvSpPr>
            <a:spLocks xmlns:a="http://schemas.openxmlformats.org/drawingml/2006/main" noGrp="1"/>
          </p:cNvSpPr>
          <p:nvPr/>
        </p:nvSpPr>
        <p:spPr>
          <a:xfrm xmlns:a="http://schemas.openxmlformats.org/drawingml/2006/main">
            <a:off x="6618427" y="4189390"/>
            <a:ext cx="0" cy="1517609"/>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8" name="Shape 15">
            <a:extLst xmlns:a="http://schemas.openxmlformats.org/drawingml/2006/main">
              <a:ext uri="{FF2B5EF4-FFF2-40B4-BE49-F238E27FC236}">
                <a16:creationId xmlns:a16="http://schemas.microsoft.com/office/drawing/2014/main" id="{2AB2EA05-F8E9-4D95-B2D2-1FB871BA72E6}"/>
              </a:ext>
            </a:extLst>
          </p:cNvPr>
          <p:cNvSpPr>
            <a:spLocks xmlns:a="http://schemas.openxmlformats.org/drawingml/2006/main" noGrp="1"/>
          </p:cNvSpPr>
          <p:nvPr/>
        </p:nvSpPr>
        <p:spPr>
          <a:xfrm xmlns:a="http://schemas.openxmlformats.org/drawingml/2006/main">
            <a:off x="6618427" y="5706999"/>
            <a:ext cx="321869"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19" name="Shape 16">
            <a:extLst xmlns:a="http://schemas.openxmlformats.org/drawingml/2006/main">
              <a:ext uri="{FF2B5EF4-FFF2-40B4-BE49-F238E27FC236}">
                <a16:creationId xmlns:a16="http://schemas.microsoft.com/office/drawing/2014/main" id="{063093BB-BB26-4B76-930F-56365AF75592}"/>
              </a:ext>
            </a:extLst>
          </p:cNvPr>
          <p:cNvSpPr>
            <a:spLocks xmlns:a="http://schemas.openxmlformats.org/drawingml/2006/main" noGrp="1"/>
          </p:cNvSpPr>
          <p:nvPr/>
        </p:nvSpPr>
        <p:spPr>
          <a:xfrm xmlns:a="http://schemas.openxmlformats.org/drawingml/2006/main">
            <a:off x="3280979" y="3399318"/>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20" name="Text 17">
            <a:extLst xmlns:a="http://schemas.openxmlformats.org/drawingml/2006/main">
              <a:ext uri="{FF2B5EF4-FFF2-40B4-BE49-F238E27FC236}">
                <a16:creationId xmlns:a16="http://schemas.microsoft.com/office/drawing/2014/main" id="{84F6D739-9877-4B63-B092-818F49A7A3FD}"/>
              </a:ext>
            </a:extLst>
          </p:cNvPr>
          <p:cNvSpPr>
            <a:spLocks xmlns:a="http://schemas.openxmlformats.org/drawingml/2006/main" noGrp="1"/>
          </p:cNvSpPr>
          <p:nvPr/>
        </p:nvSpPr>
        <p:spPr>
          <a:xfrm xmlns:a="http://schemas.openxmlformats.org/drawingml/2006/main">
            <a:off x="3280979" y="3399318"/>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1</a:t>
            </a:r>
            <a:endParaRPr sz="850"/>
          </a:p>
        </p:txBody>
      </p:sp>
      <p:sp>
        <p:nvSpPr>
          <p:cNvPr id="21" name="Shape 18">
            <a:extLst xmlns:a="http://schemas.openxmlformats.org/drawingml/2006/main">
              <a:ext uri="{FF2B5EF4-FFF2-40B4-BE49-F238E27FC236}">
                <a16:creationId xmlns:a16="http://schemas.microsoft.com/office/drawing/2014/main" id="{64CA6EB2-ED0E-4F51-9398-E7ED722A80BD}"/>
              </a:ext>
            </a:extLst>
          </p:cNvPr>
          <p:cNvSpPr>
            <a:spLocks xmlns:a="http://schemas.openxmlformats.org/drawingml/2006/main" noGrp="1"/>
          </p:cNvSpPr>
          <p:nvPr/>
        </p:nvSpPr>
        <p:spPr>
          <a:xfrm xmlns:a="http://schemas.openxmlformats.org/drawingml/2006/main">
            <a:off x="6940296" y="1371600"/>
            <a:ext cx="4654296" cy="1113282"/>
          </a:xfrm>
          <a:prstGeom xmlns:a="http://schemas.openxmlformats.org/drawingml/2006/main" prst="roundRect">
            <a:avLst>
              <a:gd name="adj" fmla="val 4928"/>
            </a:avLst>
          </a:prstGeom>
          <a:solidFill xmlns:a="http://schemas.openxmlformats.org/drawingml/2006/main">
            <a:srgbClr val="F4F6FB"/>
          </a:solidFill>
          <a:ln xmlns:a="http://schemas.openxmlformats.org/drawingml/2006/main" w="12700">
            <a:solidFill>
              <a:srgbClr val="D8DEEC"/>
            </a:solidFill>
            <a:prstDash val="solid"/>
          </a:ln>
        </p:spPr>
      </p:sp>
      <p:sp>
        <p:nvSpPr>
          <p:cNvPr id="22" name="Shape 19">
            <a:extLst xmlns:a="http://schemas.openxmlformats.org/drawingml/2006/main">
              <a:ext uri="{FF2B5EF4-FFF2-40B4-BE49-F238E27FC236}">
                <a16:creationId xmlns:a16="http://schemas.microsoft.com/office/drawing/2014/main" id="{8B0583E7-AB43-4CD3-9773-934ACBA2FB2B}"/>
              </a:ext>
            </a:extLst>
          </p:cNvPr>
          <p:cNvSpPr>
            <a:spLocks xmlns:a="http://schemas.openxmlformats.org/drawingml/2006/main" noGrp="1"/>
          </p:cNvSpPr>
          <p:nvPr/>
        </p:nvSpPr>
        <p:spPr>
          <a:xfrm xmlns:a="http://schemas.openxmlformats.org/drawingml/2006/main">
            <a:off x="7050024" y="1481328"/>
            <a:ext cx="237744" cy="237744"/>
          </a:xfrm>
          <a:prstGeom xmlns:a="http://schemas.openxmlformats.org/drawingml/2006/main" prst="ellipse">
            <a:avLst/>
          </a:prstGeom>
          <a:solidFill xmlns:a="http://schemas.openxmlformats.org/drawingml/2006/main">
            <a:srgbClr val="1E2761"/>
          </a:solidFill>
        </p:spPr>
      </p:sp>
      <p:sp>
        <p:nvSpPr>
          <p:cNvPr id="23" name="Text 20">
            <a:extLst xmlns:a="http://schemas.openxmlformats.org/drawingml/2006/main">
              <a:ext uri="{FF2B5EF4-FFF2-40B4-BE49-F238E27FC236}">
                <a16:creationId xmlns:a16="http://schemas.microsoft.com/office/drawing/2014/main" id="{7ED2470B-3FAC-47E4-98B8-B01BAC0F6D15}"/>
              </a:ext>
            </a:extLst>
          </p:cNvPr>
          <p:cNvSpPr>
            <a:spLocks xmlns:a="http://schemas.openxmlformats.org/drawingml/2006/main" noGrp="1"/>
          </p:cNvSpPr>
          <p:nvPr/>
        </p:nvSpPr>
        <p:spPr>
          <a:xfrm xmlns:a="http://schemas.openxmlformats.org/drawingml/2006/main">
            <a:off x="7050024" y="1481328"/>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1</a:t>
            </a:r>
            <a:endParaRPr sz="800"/>
          </a:p>
        </p:txBody>
      </p:sp>
      <p:sp>
        <p:nvSpPr>
          <p:cNvPr id="24" name="Text 21">
            <a:extLst xmlns:a="http://schemas.openxmlformats.org/drawingml/2006/main">
              <a:ext uri="{FF2B5EF4-FFF2-40B4-BE49-F238E27FC236}">
                <a16:creationId xmlns:a16="http://schemas.microsoft.com/office/drawing/2014/main" id="{BBADCFC5-4E9A-40A9-826D-D5DDC190BCC2}"/>
              </a:ext>
            </a:extLst>
          </p:cNvPr>
          <p:cNvSpPr>
            <a:spLocks xmlns:a="http://schemas.openxmlformats.org/drawingml/2006/main" noGrp="1"/>
          </p:cNvSpPr>
          <p:nvPr/>
        </p:nvSpPr>
        <p:spPr>
          <a:xfrm xmlns:a="http://schemas.openxmlformats.org/drawingml/2006/main">
            <a:off x="7379208" y="1444752"/>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E2761"/>
                </a:solidFill>
                <a:latin typeface="Calibri"/>
                <a:ea typeface="Calibri"/>
                <a:cs typeface="Calibri"/>
              </a:rPr>
              <a:t>Company status</a:t>
            </a:r>
            <a:endParaRPr sz="1150"/>
          </a:p>
        </p:txBody>
      </p:sp>
      <p:sp>
        <p:nvSpPr>
          <p:cNvPr id="25" name="Text 22">
            <a:extLst xmlns:a="http://schemas.openxmlformats.org/drawingml/2006/main">
              <a:ext uri="{FF2B5EF4-FFF2-40B4-BE49-F238E27FC236}">
                <a16:creationId xmlns:a16="http://schemas.microsoft.com/office/drawing/2014/main" id="{D1636C47-B9AB-4EA8-9037-C37052118655}"/>
              </a:ext>
            </a:extLst>
          </p:cNvPr>
          <p:cNvSpPr>
            <a:spLocks xmlns:a="http://schemas.openxmlformats.org/drawingml/2006/main" noGrp="1"/>
          </p:cNvSpPr>
          <p:nvPr/>
        </p:nvSpPr>
        <p:spPr>
          <a:xfrm xmlns:a="http://schemas.openxmlformats.org/drawingml/2006/main">
            <a:off x="7068312" y="1755648"/>
            <a:ext cx="4398264" cy="65608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00"/>
              </a:lnSpc>
              <a:buNone/>
            </a:pPr>
            <a:r>
              <a:rPr sz="1000">
                <a:solidFill>
                  <a:srgbClr val="4B4458"/>
                </a:solidFill>
                <a:latin typeface="Calibri"/>
                <a:ea typeface="Calibri"/>
                <a:cs typeface="Calibri"/>
              </a:rPr>
              <a:t>Enabled sources can be selected by this company. Disabled sources remain visible but should not be newly assigned.</a:t>
            </a:r>
            <a:endParaRPr sz="1000"/>
          </a:p>
        </p:txBody>
      </p:sp>
      <p:sp>
        <p:nvSpPr>
          <p:cNvPr id="26" name="Shape 23">
            <a:extLst xmlns:a="http://schemas.openxmlformats.org/drawingml/2006/main">
              <a:ext uri="{FF2B5EF4-FFF2-40B4-BE49-F238E27FC236}">
                <a16:creationId xmlns:a16="http://schemas.microsoft.com/office/drawing/2014/main" id="{247ABCEE-1F7E-4294-BBCC-0BFB7A4BFD15}"/>
              </a:ext>
            </a:extLst>
          </p:cNvPr>
          <p:cNvSpPr>
            <a:spLocks xmlns:a="http://schemas.openxmlformats.org/drawingml/2006/main" noGrp="1"/>
          </p:cNvSpPr>
          <p:nvPr/>
        </p:nvSpPr>
        <p:spPr>
          <a:xfrm xmlns:a="http://schemas.openxmlformats.org/drawingml/2006/main">
            <a:off x="6082384" y="3399318"/>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27" name="Text 24">
            <a:extLst xmlns:a="http://schemas.openxmlformats.org/drawingml/2006/main">
              <a:ext uri="{FF2B5EF4-FFF2-40B4-BE49-F238E27FC236}">
                <a16:creationId xmlns:a16="http://schemas.microsoft.com/office/drawing/2014/main" id="{2E8B8BBC-D9D1-4094-A2E9-5BDC6DCD2035}"/>
              </a:ext>
            </a:extLst>
          </p:cNvPr>
          <p:cNvSpPr>
            <a:spLocks xmlns:a="http://schemas.openxmlformats.org/drawingml/2006/main" noGrp="1"/>
          </p:cNvSpPr>
          <p:nvPr/>
        </p:nvSpPr>
        <p:spPr>
          <a:xfrm xmlns:a="http://schemas.openxmlformats.org/drawingml/2006/main">
            <a:off x="6082384" y="3399318"/>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2</a:t>
            </a:r>
            <a:endParaRPr sz="850"/>
          </a:p>
        </p:txBody>
      </p:sp>
      <p:sp>
        <p:nvSpPr>
          <p:cNvPr id="28" name="Shape 25">
            <a:extLst xmlns:a="http://schemas.openxmlformats.org/drawingml/2006/main">
              <a:ext uri="{FF2B5EF4-FFF2-40B4-BE49-F238E27FC236}">
                <a16:creationId xmlns:a16="http://schemas.microsoft.com/office/drawing/2014/main" id="{F3C4A196-160D-4B9D-BDEA-BB27639E83FB}"/>
              </a:ext>
            </a:extLst>
          </p:cNvPr>
          <p:cNvSpPr>
            <a:spLocks xmlns:a="http://schemas.openxmlformats.org/drawingml/2006/main" noGrp="1"/>
          </p:cNvSpPr>
          <p:nvPr/>
        </p:nvSpPr>
        <p:spPr>
          <a:xfrm xmlns:a="http://schemas.openxmlformats.org/drawingml/2006/main">
            <a:off x="6940296" y="2631186"/>
            <a:ext cx="4654296" cy="1113282"/>
          </a:xfrm>
          <a:prstGeom xmlns:a="http://schemas.openxmlformats.org/drawingml/2006/main" prst="roundRect">
            <a:avLst>
              <a:gd name="adj" fmla="val 4928"/>
            </a:avLst>
          </a:prstGeom>
          <a:solidFill xmlns:a="http://schemas.openxmlformats.org/drawingml/2006/main">
            <a:srgbClr val="F4F6FB"/>
          </a:solidFill>
          <a:ln xmlns:a="http://schemas.openxmlformats.org/drawingml/2006/main" w="12700">
            <a:solidFill>
              <a:srgbClr val="D8DEEC"/>
            </a:solidFill>
            <a:prstDash val="solid"/>
          </a:ln>
        </p:spPr>
      </p:sp>
      <p:sp>
        <p:nvSpPr>
          <p:cNvPr id="29" name="Shape 26">
            <a:extLst xmlns:a="http://schemas.openxmlformats.org/drawingml/2006/main">
              <a:ext uri="{FF2B5EF4-FFF2-40B4-BE49-F238E27FC236}">
                <a16:creationId xmlns:a16="http://schemas.microsoft.com/office/drawing/2014/main" id="{E2F4E417-5C72-4702-9311-E81B5C6FF6BB}"/>
              </a:ext>
            </a:extLst>
          </p:cNvPr>
          <p:cNvSpPr>
            <a:spLocks xmlns:a="http://schemas.openxmlformats.org/drawingml/2006/main" noGrp="1"/>
          </p:cNvSpPr>
          <p:nvPr/>
        </p:nvSpPr>
        <p:spPr>
          <a:xfrm xmlns:a="http://schemas.openxmlformats.org/drawingml/2006/main">
            <a:off x="7050024" y="2740914"/>
            <a:ext cx="237744" cy="237744"/>
          </a:xfrm>
          <a:prstGeom xmlns:a="http://schemas.openxmlformats.org/drawingml/2006/main" prst="ellipse">
            <a:avLst/>
          </a:prstGeom>
          <a:solidFill xmlns:a="http://schemas.openxmlformats.org/drawingml/2006/main">
            <a:srgbClr val="1E2761"/>
          </a:solidFill>
        </p:spPr>
      </p:sp>
      <p:sp>
        <p:nvSpPr>
          <p:cNvPr id="30" name="Text 27">
            <a:extLst xmlns:a="http://schemas.openxmlformats.org/drawingml/2006/main">
              <a:ext uri="{FF2B5EF4-FFF2-40B4-BE49-F238E27FC236}">
                <a16:creationId xmlns:a16="http://schemas.microsoft.com/office/drawing/2014/main" id="{8BFD9F1F-4D9E-4E51-A7AF-D29EFB29D751}"/>
              </a:ext>
            </a:extLst>
          </p:cNvPr>
          <p:cNvSpPr>
            <a:spLocks xmlns:a="http://schemas.openxmlformats.org/drawingml/2006/main" noGrp="1"/>
          </p:cNvSpPr>
          <p:nvPr/>
        </p:nvSpPr>
        <p:spPr>
          <a:xfrm xmlns:a="http://schemas.openxmlformats.org/drawingml/2006/main">
            <a:off x="7050024" y="2740914"/>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2</a:t>
            </a:r>
            <a:endParaRPr sz="800"/>
          </a:p>
        </p:txBody>
      </p:sp>
      <p:sp>
        <p:nvSpPr>
          <p:cNvPr id="31" name="Text 28">
            <a:extLst xmlns:a="http://schemas.openxmlformats.org/drawingml/2006/main">
              <a:ext uri="{FF2B5EF4-FFF2-40B4-BE49-F238E27FC236}">
                <a16:creationId xmlns:a16="http://schemas.microsoft.com/office/drawing/2014/main" id="{8337B1C3-A136-4C66-B956-1CE21A9E667C}"/>
              </a:ext>
            </a:extLst>
          </p:cNvPr>
          <p:cNvSpPr>
            <a:spLocks xmlns:a="http://schemas.openxmlformats.org/drawingml/2006/main" noGrp="1"/>
          </p:cNvSpPr>
          <p:nvPr/>
        </p:nvSpPr>
        <p:spPr>
          <a:xfrm xmlns:a="http://schemas.openxmlformats.org/drawingml/2006/main">
            <a:off x="7379208" y="2704338"/>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E2761"/>
                </a:solidFill>
                <a:latin typeface="Calibri"/>
                <a:ea typeface="Calibri"/>
                <a:cs typeface="Calibri"/>
              </a:rPr>
              <a:t>Manage</a:t>
            </a:r>
            <a:endParaRPr sz="1150"/>
          </a:p>
        </p:txBody>
      </p:sp>
      <p:sp>
        <p:nvSpPr>
          <p:cNvPr id="32" name="Text 29">
            <a:extLst xmlns:a="http://schemas.openxmlformats.org/drawingml/2006/main">
              <a:ext uri="{FF2B5EF4-FFF2-40B4-BE49-F238E27FC236}">
                <a16:creationId xmlns:a16="http://schemas.microsoft.com/office/drawing/2014/main" id="{5511E23E-8807-4F3D-94AE-9AF9316720F1}"/>
              </a:ext>
            </a:extLst>
          </p:cNvPr>
          <p:cNvSpPr>
            <a:spLocks xmlns:a="http://schemas.openxmlformats.org/drawingml/2006/main" noGrp="1"/>
          </p:cNvSpPr>
          <p:nvPr/>
        </p:nvSpPr>
        <p:spPr>
          <a:xfrm xmlns:a="http://schemas.openxmlformats.org/drawingml/2006/main">
            <a:off x="7068312" y="3015234"/>
            <a:ext cx="4398264" cy="65608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00"/>
              </a:lnSpc>
              <a:buNone/>
            </a:pPr>
            <a:r>
              <a:rPr sz="1000">
                <a:solidFill>
                  <a:srgbClr val="4B4458"/>
                </a:solidFill>
                <a:latin typeface="Calibri"/>
                <a:ea typeface="Calibri"/>
                <a:cs typeface="Calibri"/>
              </a:rPr>
              <a:t>Opens company-maintained rows. Linked statutory sources are managed in Settings so the standard table stays controlled.</a:t>
            </a:r>
            <a:endParaRPr sz="1000"/>
          </a:p>
        </p:txBody>
      </p:sp>
      <p:sp>
        <p:nvSpPr>
          <p:cNvPr id="33" name="Shape 30">
            <a:extLst xmlns:a="http://schemas.openxmlformats.org/drawingml/2006/main">
              <a:ext uri="{FF2B5EF4-FFF2-40B4-BE49-F238E27FC236}">
                <a16:creationId xmlns:a16="http://schemas.microsoft.com/office/drawing/2014/main" id="{06A8CC16-A225-4829-83A1-CAB4D7D258E0}"/>
              </a:ext>
            </a:extLst>
          </p:cNvPr>
          <p:cNvSpPr>
            <a:spLocks xmlns:a="http://schemas.openxmlformats.org/drawingml/2006/main" noGrp="1"/>
          </p:cNvSpPr>
          <p:nvPr/>
        </p:nvSpPr>
        <p:spPr>
          <a:xfrm xmlns:a="http://schemas.openxmlformats.org/drawingml/2006/main">
            <a:off x="3280979" y="4061374"/>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34" name="Text 31">
            <a:extLst xmlns:a="http://schemas.openxmlformats.org/drawingml/2006/main">
              <a:ext uri="{FF2B5EF4-FFF2-40B4-BE49-F238E27FC236}">
                <a16:creationId xmlns:a16="http://schemas.microsoft.com/office/drawing/2014/main" id="{56FF5E77-4933-43A2-9B49-48B41460BA0E}"/>
              </a:ext>
            </a:extLst>
          </p:cNvPr>
          <p:cNvSpPr>
            <a:spLocks xmlns:a="http://schemas.openxmlformats.org/drawingml/2006/main" noGrp="1"/>
          </p:cNvSpPr>
          <p:nvPr/>
        </p:nvSpPr>
        <p:spPr>
          <a:xfrm xmlns:a="http://schemas.openxmlformats.org/drawingml/2006/main">
            <a:off x="3280979" y="4061374"/>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3</a:t>
            </a:r>
            <a:endParaRPr sz="850"/>
          </a:p>
        </p:txBody>
      </p:sp>
      <p:sp>
        <p:nvSpPr>
          <p:cNvPr id="35" name="Shape 32">
            <a:extLst xmlns:a="http://schemas.openxmlformats.org/drawingml/2006/main">
              <a:ext uri="{FF2B5EF4-FFF2-40B4-BE49-F238E27FC236}">
                <a16:creationId xmlns:a16="http://schemas.microsoft.com/office/drawing/2014/main" id="{F9FB0456-6B43-453C-B6D0-0713A7272A41}"/>
              </a:ext>
            </a:extLst>
          </p:cNvPr>
          <p:cNvSpPr>
            <a:spLocks xmlns:a="http://schemas.openxmlformats.org/drawingml/2006/main" noGrp="1"/>
          </p:cNvSpPr>
          <p:nvPr/>
        </p:nvSpPr>
        <p:spPr>
          <a:xfrm xmlns:a="http://schemas.openxmlformats.org/drawingml/2006/main">
            <a:off x="6940296" y="3890772"/>
            <a:ext cx="4654296" cy="1113282"/>
          </a:xfrm>
          <a:prstGeom xmlns:a="http://schemas.openxmlformats.org/drawingml/2006/main" prst="roundRect">
            <a:avLst>
              <a:gd name="adj" fmla="val 4928"/>
            </a:avLst>
          </a:prstGeom>
          <a:solidFill xmlns:a="http://schemas.openxmlformats.org/drawingml/2006/main">
            <a:srgbClr val="F4F6FB"/>
          </a:solidFill>
          <a:ln xmlns:a="http://schemas.openxmlformats.org/drawingml/2006/main" w="12700">
            <a:solidFill>
              <a:srgbClr val="D8DEEC"/>
            </a:solidFill>
            <a:prstDash val="solid"/>
          </a:ln>
        </p:spPr>
      </p:sp>
      <p:sp>
        <p:nvSpPr>
          <p:cNvPr id="36" name="Shape 33">
            <a:extLst xmlns:a="http://schemas.openxmlformats.org/drawingml/2006/main">
              <a:ext uri="{FF2B5EF4-FFF2-40B4-BE49-F238E27FC236}">
                <a16:creationId xmlns:a16="http://schemas.microsoft.com/office/drawing/2014/main" id="{AC55DD4C-ECEA-42F9-B0FF-5D7F69764C61}"/>
              </a:ext>
            </a:extLst>
          </p:cNvPr>
          <p:cNvSpPr>
            <a:spLocks xmlns:a="http://schemas.openxmlformats.org/drawingml/2006/main" noGrp="1"/>
          </p:cNvSpPr>
          <p:nvPr/>
        </p:nvSpPr>
        <p:spPr>
          <a:xfrm xmlns:a="http://schemas.openxmlformats.org/drawingml/2006/main">
            <a:off x="7050024" y="4000500"/>
            <a:ext cx="237744" cy="237744"/>
          </a:xfrm>
          <a:prstGeom xmlns:a="http://schemas.openxmlformats.org/drawingml/2006/main" prst="ellipse">
            <a:avLst/>
          </a:prstGeom>
          <a:solidFill xmlns:a="http://schemas.openxmlformats.org/drawingml/2006/main">
            <a:srgbClr val="1E2761"/>
          </a:solidFill>
        </p:spPr>
      </p:sp>
      <p:sp>
        <p:nvSpPr>
          <p:cNvPr id="37" name="Text 34">
            <a:extLst xmlns:a="http://schemas.openxmlformats.org/drawingml/2006/main">
              <a:ext uri="{FF2B5EF4-FFF2-40B4-BE49-F238E27FC236}">
                <a16:creationId xmlns:a16="http://schemas.microsoft.com/office/drawing/2014/main" id="{6BCDEDD5-482F-494F-B651-648F78438C22}"/>
              </a:ext>
            </a:extLst>
          </p:cNvPr>
          <p:cNvSpPr>
            <a:spLocks xmlns:a="http://schemas.openxmlformats.org/drawingml/2006/main" noGrp="1"/>
          </p:cNvSpPr>
          <p:nvPr/>
        </p:nvSpPr>
        <p:spPr>
          <a:xfrm xmlns:a="http://schemas.openxmlformats.org/drawingml/2006/main">
            <a:off x="7050024" y="4000500"/>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3</a:t>
            </a:r>
            <a:endParaRPr sz="800"/>
          </a:p>
        </p:txBody>
      </p:sp>
      <p:sp>
        <p:nvSpPr>
          <p:cNvPr id="38" name="Text 35">
            <a:extLst xmlns:a="http://schemas.openxmlformats.org/drawingml/2006/main">
              <a:ext uri="{FF2B5EF4-FFF2-40B4-BE49-F238E27FC236}">
                <a16:creationId xmlns:a16="http://schemas.microsoft.com/office/drawing/2014/main" id="{42FDFD04-D030-489D-BF54-3ED2311CAE1E}"/>
              </a:ext>
            </a:extLst>
          </p:cNvPr>
          <p:cNvSpPr>
            <a:spLocks xmlns:a="http://schemas.openxmlformats.org/drawingml/2006/main" noGrp="1"/>
          </p:cNvSpPr>
          <p:nvPr/>
        </p:nvSpPr>
        <p:spPr>
          <a:xfrm xmlns:a="http://schemas.openxmlformats.org/drawingml/2006/main">
            <a:off x="7379208" y="3963924"/>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E2761"/>
                </a:solidFill>
                <a:latin typeface="Calibri"/>
                <a:ea typeface="Calibri"/>
                <a:cs typeface="Calibri"/>
              </a:rPr>
              <a:t>Upload version</a:t>
            </a:r>
            <a:endParaRPr sz="1150"/>
          </a:p>
        </p:txBody>
      </p:sp>
      <p:sp>
        <p:nvSpPr>
          <p:cNvPr id="39" name="Text 36">
            <a:extLst xmlns:a="http://schemas.openxmlformats.org/drawingml/2006/main">
              <a:ext uri="{FF2B5EF4-FFF2-40B4-BE49-F238E27FC236}">
                <a16:creationId xmlns:a16="http://schemas.microsoft.com/office/drawing/2014/main" id="{1BC677B3-CA6F-43F0-A941-3ED3A257057E}"/>
              </a:ext>
            </a:extLst>
          </p:cNvPr>
          <p:cNvSpPr>
            <a:spLocks xmlns:a="http://schemas.openxmlformats.org/drawingml/2006/main" noGrp="1"/>
          </p:cNvSpPr>
          <p:nvPr/>
        </p:nvSpPr>
        <p:spPr>
          <a:xfrm xmlns:a="http://schemas.openxmlformats.org/drawingml/2006/main">
            <a:off x="7068312" y="4274820"/>
            <a:ext cx="4398264" cy="65608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00"/>
              </a:lnSpc>
              <a:buNone/>
            </a:pPr>
            <a:r>
              <a:rPr sz="1000">
                <a:solidFill>
                  <a:srgbClr val="4B4458"/>
                </a:solidFill>
                <a:latin typeface="Calibri"/>
                <a:ea typeface="Calibri"/>
                <a:cs typeface="Calibri"/>
              </a:rPr>
              <a:t>Adds a new effective dataset instead of overwriting the version used by earlier payroll transactions.</a:t>
            </a:r>
            <a:endParaRPr sz="1000"/>
          </a:p>
        </p:txBody>
      </p:sp>
      <p:sp>
        <p:nvSpPr>
          <p:cNvPr id="40" name="Shape 37">
            <a:extLst xmlns:a="http://schemas.openxmlformats.org/drawingml/2006/main">
              <a:ext uri="{FF2B5EF4-FFF2-40B4-BE49-F238E27FC236}">
                <a16:creationId xmlns:a16="http://schemas.microsoft.com/office/drawing/2014/main" id="{D2E04F29-7A30-4E52-9A7B-9AF38567DBFE}"/>
              </a:ext>
            </a:extLst>
          </p:cNvPr>
          <p:cNvSpPr>
            <a:spLocks xmlns:a="http://schemas.openxmlformats.org/drawingml/2006/main" noGrp="1"/>
          </p:cNvSpPr>
          <p:nvPr/>
        </p:nvSpPr>
        <p:spPr>
          <a:xfrm xmlns:a="http://schemas.openxmlformats.org/drawingml/2006/main">
            <a:off x="6082384" y="4061374"/>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41" name="Text 38">
            <a:extLst xmlns:a="http://schemas.openxmlformats.org/drawingml/2006/main">
              <a:ext uri="{FF2B5EF4-FFF2-40B4-BE49-F238E27FC236}">
                <a16:creationId xmlns:a16="http://schemas.microsoft.com/office/drawing/2014/main" id="{B7E7028B-1F31-4E77-A426-C477EFC7B161}"/>
              </a:ext>
            </a:extLst>
          </p:cNvPr>
          <p:cNvSpPr>
            <a:spLocks xmlns:a="http://schemas.openxmlformats.org/drawingml/2006/main" noGrp="1"/>
          </p:cNvSpPr>
          <p:nvPr/>
        </p:nvSpPr>
        <p:spPr>
          <a:xfrm xmlns:a="http://schemas.openxmlformats.org/drawingml/2006/main">
            <a:off x="6082384" y="4061374"/>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4</a:t>
            </a:r>
            <a:endParaRPr sz="850"/>
          </a:p>
        </p:txBody>
      </p:sp>
      <p:sp>
        <p:nvSpPr>
          <p:cNvPr id="42" name="Shape 39">
            <a:extLst xmlns:a="http://schemas.openxmlformats.org/drawingml/2006/main">
              <a:ext uri="{FF2B5EF4-FFF2-40B4-BE49-F238E27FC236}">
                <a16:creationId xmlns:a16="http://schemas.microsoft.com/office/drawing/2014/main" id="{0922037D-EF92-48DA-8829-487313B664D5}"/>
              </a:ext>
            </a:extLst>
          </p:cNvPr>
          <p:cNvSpPr>
            <a:spLocks xmlns:a="http://schemas.openxmlformats.org/drawingml/2006/main" noGrp="1"/>
          </p:cNvSpPr>
          <p:nvPr/>
        </p:nvSpPr>
        <p:spPr>
          <a:xfrm xmlns:a="http://schemas.openxmlformats.org/drawingml/2006/main">
            <a:off x="6940296" y="5150358"/>
            <a:ext cx="4654296" cy="1113282"/>
          </a:xfrm>
          <a:prstGeom xmlns:a="http://schemas.openxmlformats.org/drawingml/2006/main" prst="roundRect">
            <a:avLst>
              <a:gd name="adj" fmla="val 4928"/>
            </a:avLst>
          </a:prstGeom>
          <a:solidFill xmlns:a="http://schemas.openxmlformats.org/drawingml/2006/main">
            <a:srgbClr val="F4F6FB"/>
          </a:solidFill>
          <a:ln xmlns:a="http://schemas.openxmlformats.org/drawingml/2006/main" w="12700">
            <a:solidFill>
              <a:srgbClr val="D8DEEC"/>
            </a:solidFill>
            <a:prstDash val="solid"/>
          </a:ln>
        </p:spPr>
      </p:sp>
      <p:sp>
        <p:nvSpPr>
          <p:cNvPr id="43" name="Shape 40">
            <a:extLst xmlns:a="http://schemas.openxmlformats.org/drawingml/2006/main">
              <a:ext uri="{FF2B5EF4-FFF2-40B4-BE49-F238E27FC236}">
                <a16:creationId xmlns:a16="http://schemas.microsoft.com/office/drawing/2014/main" id="{48AC6124-AEB4-47BA-92C6-C1F372DF19DD}"/>
              </a:ext>
            </a:extLst>
          </p:cNvPr>
          <p:cNvSpPr>
            <a:spLocks xmlns:a="http://schemas.openxmlformats.org/drawingml/2006/main" noGrp="1"/>
          </p:cNvSpPr>
          <p:nvPr/>
        </p:nvSpPr>
        <p:spPr>
          <a:xfrm xmlns:a="http://schemas.openxmlformats.org/drawingml/2006/main">
            <a:off x="7050024" y="5260086"/>
            <a:ext cx="237744" cy="237744"/>
          </a:xfrm>
          <a:prstGeom xmlns:a="http://schemas.openxmlformats.org/drawingml/2006/main" prst="ellipse">
            <a:avLst/>
          </a:prstGeom>
          <a:solidFill xmlns:a="http://schemas.openxmlformats.org/drawingml/2006/main">
            <a:srgbClr val="1E2761"/>
          </a:solidFill>
        </p:spPr>
      </p:sp>
      <p:sp>
        <p:nvSpPr>
          <p:cNvPr id="44" name="Text 41">
            <a:extLst xmlns:a="http://schemas.openxmlformats.org/drawingml/2006/main">
              <a:ext uri="{FF2B5EF4-FFF2-40B4-BE49-F238E27FC236}">
                <a16:creationId xmlns:a16="http://schemas.microsoft.com/office/drawing/2014/main" id="{7F28F518-58F1-47B7-8C34-999418A3DFD5}"/>
              </a:ext>
            </a:extLst>
          </p:cNvPr>
          <p:cNvSpPr>
            <a:spLocks xmlns:a="http://schemas.openxmlformats.org/drawingml/2006/main" noGrp="1"/>
          </p:cNvSpPr>
          <p:nvPr/>
        </p:nvSpPr>
        <p:spPr>
          <a:xfrm xmlns:a="http://schemas.openxmlformats.org/drawingml/2006/main">
            <a:off x="7050024" y="5260086"/>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4</a:t>
            </a:r>
            <a:endParaRPr sz="800"/>
          </a:p>
        </p:txBody>
      </p:sp>
      <p:sp>
        <p:nvSpPr>
          <p:cNvPr id="45" name="Text 42">
            <a:extLst xmlns:a="http://schemas.openxmlformats.org/drawingml/2006/main">
              <a:ext uri="{FF2B5EF4-FFF2-40B4-BE49-F238E27FC236}">
                <a16:creationId xmlns:a16="http://schemas.microsoft.com/office/drawing/2014/main" id="{E1221EDA-6DCD-4C29-9C88-1C5021D7DC2E}"/>
              </a:ext>
            </a:extLst>
          </p:cNvPr>
          <p:cNvSpPr>
            <a:spLocks xmlns:a="http://schemas.openxmlformats.org/drawingml/2006/main" noGrp="1"/>
          </p:cNvSpPr>
          <p:nvPr/>
        </p:nvSpPr>
        <p:spPr>
          <a:xfrm xmlns:a="http://schemas.openxmlformats.org/drawingml/2006/main">
            <a:off x="7379208" y="5223510"/>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E2761"/>
                </a:solidFill>
                <a:latin typeface="Calibri"/>
                <a:ea typeface="Calibri"/>
                <a:cs typeface="Calibri"/>
              </a:rPr>
              <a:t>Downstream effect</a:t>
            </a:r>
            <a:endParaRPr sz="1150"/>
          </a:p>
        </p:txBody>
      </p:sp>
      <p:sp>
        <p:nvSpPr>
          <p:cNvPr id="46" name="Text 43">
            <a:extLst xmlns:a="http://schemas.openxmlformats.org/drawingml/2006/main">
              <a:ext uri="{FF2B5EF4-FFF2-40B4-BE49-F238E27FC236}">
                <a16:creationId xmlns:a16="http://schemas.microsoft.com/office/drawing/2014/main" id="{F78D2975-96E4-417F-BFB5-E0B06DF02287}"/>
              </a:ext>
            </a:extLst>
          </p:cNvPr>
          <p:cNvSpPr>
            <a:spLocks xmlns:a="http://schemas.openxmlformats.org/drawingml/2006/main" noGrp="1"/>
          </p:cNvSpPr>
          <p:nvPr/>
        </p:nvSpPr>
        <p:spPr>
          <a:xfrm xmlns:a="http://schemas.openxmlformats.org/drawingml/2006/main">
            <a:off x="7068312" y="5534406"/>
            <a:ext cx="4398264" cy="65608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00"/>
              </a:lnSpc>
              <a:buNone/>
            </a:pPr>
            <a:r>
              <a:rPr sz="1000">
                <a:solidFill>
                  <a:srgbClr val="4B4458"/>
                </a:solidFill>
                <a:latin typeface="Calibri"/>
                <a:ea typeface="Calibri"/>
                <a:cs typeface="Calibri"/>
              </a:rPr>
              <a:t>A new source version can change every computation that reads it, so test affected assignments before its effective date.</a:t>
            </a:r>
            <a:endParaRPr sz="1000"/>
          </a:p>
        </p:txBody>
      </p:sp>
    </p:spTree>
    <p:extLst>
      <p:ext uri="{BB962C8B-B14F-4D97-AF65-F5344CB8AC3E}">
        <p14:creationId xmlns:p14="http://schemas.microsoft.com/office/powerpoint/2010/main" val="1655376434"/>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DAA0301-46E4-4D2C-BAE9-2E6BF2FB5D48}"/>
              </a:ext>
            </a:extLst>
          </p:cNvPr>
          <p:cNvSpPr>
            <a:spLocks xmlns:a="http://schemas.openxmlformats.org/drawingml/2006/main" noGrp="1"/>
          </p:cNvSpPr>
          <p:nvPr/>
        </p:nvSpPr>
        <p:spPr>
          <a:xfrm xmlns:a="http://schemas.openxmlformats.org/drawingml/2006/main">
            <a:off x="566928" y="329184"/>
            <a:ext cx="11027664"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CHANGE HISTORY</a:t>
            </a:r>
            <a:endParaRPr sz="1000"/>
          </a:p>
        </p:txBody>
      </p:sp>
      <p:sp>
        <p:nvSpPr>
          <p:cNvPr id="3" name="Text 1">
            <a:extLst xmlns:a="http://schemas.openxmlformats.org/drawingml/2006/main">
              <a:ext uri="{FF2B5EF4-FFF2-40B4-BE49-F238E27FC236}">
                <a16:creationId xmlns:a16="http://schemas.microsoft.com/office/drawing/2014/main" id="{F55B149C-0C7D-4BF3-B5D1-B9631FEB3635}"/>
              </a:ext>
            </a:extLst>
          </p:cNvPr>
          <p:cNvSpPr>
            <a:spLocks xmlns:a="http://schemas.openxmlformats.org/drawingml/2006/main" noGrp="1"/>
          </p:cNvSpPr>
          <p:nvPr/>
        </p:nvSpPr>
        <p:spPr>
          <a:xfrm xmlns:a="http://schemas.openxmlformats.org/drawingml/2006/main">
            <a:off x="566928" y="548640"/>
            <a:ext cx="110276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The history answers who changed what and when</a:t>
            </a:r>
            <a:endParaRPr sz="3000"/>
          </a:p>
        </p:txBody>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f09cdc3e70b941b4"/>
          <a:srcRect xmlns:a="http://schemas.openxmlformats.org/drawingml/2006/main" l="0" t="10643" r="0" b="10643"/>
          <a:stretch xmlns:a="http://schemas.openxmlformats.org/drawingml/2006/main">
            <a:fillRect l="0" t="0" r="0" b="0"/>
          </a:stretch>
        </p:blipFill>
        <p:spPr>
          <a:xfrm xmlns:a="http://schemas.openxmlformats.org/drawingml/2006/main">
            <a:off x="612648" y="1371600"/>
            <a:ext cx="7315200" cy="4572000"/>
          </a:xfrm>
          <a:prstGeom xmlns:a="http://schemas.openxmlformats.org/drawingml/2006/main" prst="rect">
            <a:avLst/>
          </a:prstGeom>
          <a:effectLst xmlns:a="http://schemas.openxmlformats.org/drawingml/2006/main">
            <a:outerShdw blurRad="127000" dist="25400" dir="5400000" algn="bl" rotWithShape="0">
              <a:srgbClr val="8892B0">
                <a:alpha val="28000"/>
              </a:srgbClr>
            </a:outerShdw>
          </a:effectLst>
        </p:spPr>
      </p:pic>
      <p:sp>
        <p:nvSpPr>
          <p:cNvPr id="5" name="Text 2">
            <a:extLst xmlns:a="http://schemas.openxmlformats.org/drawingml/2006/main">
              <a:ext uri="{FF2B5EF4-FFF2-40B4-BE49-F238E27FC236}">
                <a16:creationId xmlns:a16="http://schemas.microsoft.com/office/drawing/2014/main" id="{D7EDB7FD-E5BB-4664-9D1B-9FF987D68F74}"/>
              </a:ext>
            </a:extLst>
          </p:cNvPr>
          <p:cNvSpPr>
            <a:spLocks xmlns:a="http://schemas.openxmlformats.org/drawingml/2006/main" noGrp="1"/>
          </p:cNvSpPr>
          <p:nvPr/>
        </p:nvSpPr>
        <p:spPr>
          <a:xfrm xmlns:a="http://schemas.openxmlformats.org/drawingml/2006/main">
            <a:off x="566928" y="5971032"/>
            <a:ext cx="74066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950" i="1">
                <a:solidFill>
                  <a:srgbClr val="5A6280"/>
                </a:solidFill>
                <a:latin typeface="Calibri"/>
                <a:ea typeface="Calibri"/>
                <a:cs typeface="Calibri"/>
              </a:rPr>
              <a:t>Change history — live ATLAS screen</a:t>
            </a:r>
            <a:endParaRPr sz="950"/>
          </a:p>
        </p:txBody>
      </p:sp>
      <p:sp>
        <p:nvSpPr>
          <p:cNvPr id="6" name="Text 3">
            <a:extLst xmlns:a="http://schemas.openxmlformats.org/drawingml/2006/main">
              <a:ext uri="{FF2B5EF4-FFF2-40B4-BE49-F238E27FC236}">
                <a16:creationId xmlns:a16="http://schemas.microsoft.com/office/drawing/2014/main" id="{19046C39-3A37-4EB8-B788-DEC3B9193F3F}"/>
              </a:ext>
            </a:extLst>
          </p:cNvPr>
          <p:cNvSpPr>
            <a:spLocks xmlns:a="http://schemas.openxmlformats.org/drawingml/2006/main" noGrp="1"/>
          </p:cNvSpPr>
          <p:nvPr/>
        </p:nvSpPr>
        <p:spPr>
          <a:xfrm xmlns:a="http://schemas.openxmlformats.org/drawingml/2006/main">
            <a:off x="8385048" y="1371600"/>
            <a:ext cx="32095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Formula work</a:t>
            </a:r>
            <a:endParaRPr sz="1000"/>
          </a:p>
        </p:txBody>
      </p:sp>
      <p:sp>
        <p:nvSpPr>
          <p:cNvPr id="7" name="Text 4">
            <a:extLst xmlns:a="http://schemas.openxmlformats.org/drawingml/2006/main">
              <a:ext uri="{FF2B5EF4-FFF2-40B4-BE49-F238E27FC236}">
                <a16:creationId xmlns:a16="http://schemas.microsoft.com/office/drawing/2014/main" id="{775242E0-69E8-40CC-9A98-63F22C280735}"/>
              </a:ext>
            </a:extLst>
          </p:cNvPr>
          <p:cNvSpPr>
            <a:spLocks xmlns:a="http://schemas.openxmlformats.org/drawingml/2006/main" noGrp="1"/>
          </p:cNvSpPr>
          <p:nvPr/>
        </p:nvSpPr>
        <p:spPr>
          <a:xfrm xmlns:a="http://schemas.openxmlformats.org/drawingml/2006/main">
            <a:off x="8385048" y="1609344"/>
            <a:ext cx="320954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50">
                <a:solidFill>
                  <a:srgbClr val="2B3350"/>
                </a:solidFill>
                <a:latin typeface="Calibri"/>
                <a:ea typeface="Calibri"/>
                <a:cs typeface="Calibri"/>
              </a:rPr>
              <a:t>Records formula edits, versions and tests.</a:t>
            </a:r>
            <a:endParaRPr sz="1250"/>
          </a:p>
        </p:txBody>
      </p:sp>
      <p:sp>
        <p:nvSpPr>
          <p:cNvPr id="8" name="Text 5">
            <a:extLst xmlns:a="http://schemas.openxmlformats.org/drawingml/2006/main">
              <a:ext uri="{FF2B5EF4-FFF2-40B4-BE49-F238E27FC236}">
                <a16:creationId xmlns:a16="http://schemas.microsoft.com/office/drawing/2014/main" id="{D73E1CF3-24E9-4F17-AF97-7AEBB3EE26B8}"/>
              </a:ext>
            </a:extLst>
          </p:cNvPr>
          <p:cNvSpPr>
            <a:spLocks xmlns:a="http://schemas.openxmlformats.org/drawingml/2006/main" noGrp="1"/>
          </p:cNvSpPr>
          <p:nvPr/>
        </p:nvSpPr>
        <p:spPr>
          <a:xfrm xmlns:a="http://schemas.openxmlformats.org/drawingml/2006/main">
            <a:off x="8385048" y="2286000"/>
            <a:ext cx="32095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Source work</a:t>
            </a:r>
            <a:endParaRPr sz="1000"/>
          </a:p>
        </p:txBody>
      </p:sp>
      <p:sp>
        <p:nvSpPr>
          <p:cNvPr id="9" name="Text 6">
            <a:extLst xmlns:a="http://schemas.openxmlformats.org/drawingml/2006/main">
              <a:ext uri="{FF2B5EF4-FFF2-40B4-BE49-F238E27FC236}">
                <a16:creationId xmlns:a16="http://schemas.microsoft.com/office/drawing/2014/main" id="{0A381862-1878-4A79-B548-C0F5209EF8B9}"/>
              </a:ext>
            </a:extLst>
          </p:cNvPr>
          <p:cNvSpPr>
            <a:spLocks xmlns:a="http://schemas.openxmlformats.org/drawingml/2006/main" noGrp="1"/>
          </p:cNvSpPr>
          <p:nvPr/>
        </p:nvSpPr>
        <p:spPr>
          <a:xfrm xmlns:a="http://schemas.openxmlformats.org/drawingml/2006/main">
            <a:off x="8385048" y="2523744"/>
            <a:ext cx="320954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50">
                <a:solidFill>
                  <a:srgbClr val="2B3350"/>
                </a:solidFill>
                <a:latin typeface="Calibri"/>
                <a:ea typeface="Calibri"/>
                <a:cs typeface="Calibri"/>
              </a:rPr>
              <a:t>Records table uploads, effectivity and enablement changes.</a:t>
            </a:r>
            <a:endParaRPr sz="1250"/>
          </a:p>
        </p:txBody>
      </p:sp>
      <p:sp>
        <p:nvSpPr>
          <p:cNvPr id="10" name="Text 7">
            <a:extLst xmlns:a="http://schemas.openxmlformats.org/drawingml/2006/main">
              <a:ext uri="{FF2B5EF4-FFF2-40B4-BE49-F238E27FC236}">
                <a16:creationId xmlns:a16="http://schemas.microsoft.com/office/drawing/2014/main" id="{8764065C-BD91-4183-84B1-E1631362E2A9}"/>
              </a:ext>
            </a:extLst>
          </p:cNvPr>
          <p:cNvSpPr>
            <a:spLocks xmlns:a="http://schemas.openxmlformats.org/drawingml/2006/main" noGrp="1"/>
          </p:cNvSpPr>
          <p:nvPr/>
        </p:nvSpPr>
        <p:spPr>
          <a:xfrm xmlns:a="http://schemas.openxmlformats.org/drawingml/2006/main">
            <a:off x="8385048" y="3200400"/>
            <a:ext cx="32095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Assignment work</a:t>
            </a:r>
            <a:endParaRPr sz="1000"/>
          </a:p>
        </p:txBody>
      </p:sp>
      <p:sp>
        <p:nvSpPr>
          <p:cNvPr id="11" name="Text 8">
            <a:extLst xmlns:a="http://schemas.openxmlformats.org/drawingml/2006/main">
              <a:ext uri="{FF2B5EF4-FFF2-40B4-BE49-F238E27FC236}">
                <a16:creationId xmlns:a16="http://schemas.microsoft.com/office/drawing/2014/main" id="{8FD1C475-3E88-40CD-8EED-D1D671F55756}"/>
              </a:ext>
            </a:extLst>
          </p:cNvPr>
          <p:cNvSpPr>
            <a:spLocks xmlns:a="http://schemas.openxmlformats.org/drawingml/2006/main" noGrp="1"/>
          </p:cNvSpPr>
          <p:nvPr/>
        </p:nvSpPr>
        <p:spPr>
          <a:xfrm xmlns:a="http://schemas.openxmlformats.org/drawingml/2006/main">
            <a:off x="8385048" y="3438144"/>
            <a:ext cx="320954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50">
                <a:solidFill>
                  <a:srgbClr val="2B3350"/>
                </a:solidFill>
                <a:latin typeface="Calibri"/>
                <a:ea typeface="Calibri"/>
                <a:cs typeface="Calibri"/>
              </a:rPr>
              <a:t>Shows client enablement and maintenance so the payroll setup can be reconstructed.</a:t>
            </a:r>
            <a:endParaRPr sz="1250"/>
          </a:p>
        </p:txBody>
      </p:sp>
      <p:sp>
        <p:nvSpPr>
          <p:cNvPr id="12" name="Shape 9">
            <a:extLst xmlns:a="http://schemas.openxmlformats.org/drawingml/2006/main">
              <a:ext uri="{FF2B5EF4-FFF2-40B4-BE49-F238E27FC236}">
                <a16:creationId xmlns:a16="http://schemas.microsoft.com/office/drawing/2014/main" id="{279ECC24-879C-4A09-87BB-4DCD9C085F16}"/>
              </a:ext>
            </a:extLst>
          </p:cNvPr>
          <p:cNvSpPr>
            <a:spLocks xmlns:a="http://schemas.openxmlformats.org/drawingml/2006/main" noGrp="1"/>
          </p:cNvSpPr>
          <p:nvPr/>
        </p:nvSpPr>
        <p:spPr>
          <a:xfrm xmlns:a="http://schemas.openxmlformats.org/drawingml/2006/main">
            <a:off x="8385048" y="6053328"/>
            <a:ext cx="3209544" cy="384048"/>
          </a:xfrm>
          <a:prstGeom xmlns:a="http://schemas.openxmlformats.org/drawingml/2006/main" prst="roundRect">
            <a:avLst>
              <a:gd name="adj" fmla="val 47619"/>
            </a:avLst>
          </a:prstGeom>
          <a:solidFill xmlns:a="http://schemas.openxmlformats.org/drawingml/2006/main">
            <a:srgbClr val="F4F6FB"/>
          </a:solidFill>
          <a:ln xmlns:a="http://schemas.openxmlformats.org/drawingml/2006/main" w="12700">
            <a:solidFill>
              <a:srgbClr val="D8DEEC"/>
            </a:solidFill>
            <a:prstDash val="solid"/>
          </a:ln>
        </p:spPr>
      </p:sp>
      <p:sp>
        <p:nvSpPr>
          <p:cNvPr id="13" name="Text 10">
            <a:extLst xmlns:a="http://schemas.openxmlformats.org/drawingml/2006/main">
              <a:ext uri="{FF2B5EF4-FFF2-40B4-BE49-F238E27FC236}">
                <a16:creationId xmlns:a16="http://schemas.microsoft.com/office/drawing/2014/main" id="{C3080187-1331-40BF-9BCD-EE312CE3396C}"/>
              </a:ext>
            </a:extLst>
          </p:cNvPr>
          <p:cNvSpPr>
            <a:spLocks xmlns:a="http://schemas.openxmlformats.org/drawingml/2006/main" noGrp="1"/>
          </p:cNvSpPr>
          <p:nvPr/>
        </p:nvSpPr>
        <p:spPr>
          <a:xfrm xmlns:a="http://schemas.openxmlformats.org/drawingml/2006/main">
            <a:off x="8531352" y="6053328"/>
            <a:ext cx="293522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1E2761"/>
                </a:solidFill>
                <a:latin typeface="Calibri"/>
                <a:ea typeface="Calibri"/>
                <a:cs typeface="Calibri"/>
              </a:rPr>
              <a:t>Source · live ATLAS Computational Basis → Change history</a:t>
            </a:r>
            <a:endParaRPr sz="1000"/>
          </a:p>
        </p:txBody>
      </p:sp>
    </p:spTree>
    <p:extLst>
      <p:ext uri="{BB962C8B-B14F-4D97-AF65-F5344CB8AC3E}">
        <p14:creationId xmlns:p14="http://schemas.microsoft.com/office/powerpoint/2010/main" val="1595224844"/>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29ABBE3-7961-44AB-AB97-B9B79E3262EC}"/>
              </a:ext>
            </a:extLst>
          </p:cNvPr>
          <p:cNvSpPr>
            <a:spLocks xmlns:a="http://schemas.openxmlformats.org/drawingml/2006/main" noGrp="1"/>
          </p:cNvSpPr>
          <p:nvPr/>
        </p:nvSpPr>
        <p:spPr>
          <a:xfrm xmlns:a="http://schemas.openxmlformats.org/drawingml/2006/main">
            <a:off x="566928" y="329184"/>
            <a:ext cx="11027664"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CHANGE HISTORY · FIELD GUIDE</a:t>
            </a:r>
            <a:endParaRPr sz="1000"/>
          </a:p>
        </p:txBody>
      </p:sp>
      <p:sp>
        <p:nvSpPr>
          <p:cNvPr id="3" name="Text 1">
            <a:extLst xmlns:a="http://schemas.openxmlformats.org/drawingml/2006/main">
              <a:ext uri="{FF2B5EF4-FFF2-40B4-BE49-F238E27FC236}">
                <a16:creationId xmlns:a16="http://schemas.microsoft.com/office/drawing/2014/main" id="{94806A28-BE6C-4DFC-A25A-752D71F0ED4D}"/>
              </a:ext>
            </a:extLst>
          </p:cNvPr>
          <p:cNvSpPr>
            <a:spLocks xmlns:a="http://schemas.openxmlformats.org/drawingml/2006/main" noGrp="1"/>
          </p:cNvSpPr>
          <p:nvPr/>
        </p:nvSpPr>
        <p:spPr>
          <a:xfrm xmlns:a="http://schemas.openxmlformats.org/drawingml/2006/main">
            <a:off x="566928" y="548640"/>
            <a:ext cx="110276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How to read the audit columns</a:t>
            </a:r>
            <a:endParaRPr sz="3000"/>
          </a:p>
        </p:txBody>
      </p:sp>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03a038b202ce4d45"/>
          <a:srcRect xmlns:a="http://schemas.openxmlformats.org/drawingml/2006/main" l="871" t="0" r="871" b="0"/>
          <a:stretch xmlns:a="http://schemas.openxmlformats.org/drawingml/2006/main">
            <a:fillRect l="0" t="0" r="0" b="0"/>
          </a:stretch>
        </p:blipFill>
        <p:spPr>
          <a:xfrm xmlns:a="http://schemas.openxmlformats.org/drawingml/2006/main">
            <a:off x="566928" y="2727774"/>
            <a:ext cx="5806440" cy="2179693"/>
          </a:xfrm>
          <a:prstGeom xmlns:a="http://schemas.openxmlformats.org/drawingml/2006/main" prst="rect">
            <a:avLst/>
          </a:prstGeom>
          <a:effectLst xmlns:a="http://schemas.openxmlformats.org/drawingml/2006/main">
            <a:outerShdw blurRad="127000" dist="25400" dir="5400000" algn="bl" rotWithShape="0">
              <a:srgbClr val="8892B0">
                <a:alpha val="28000"/>
              </a:srgbClr>
            </a:outerShdw>
          </a:effectLst>
        </p:spPr>
      </p:pic>
      <p:sp>
        <p:nvSpPr>
          <p:cNvPr id="5" name="Shape 2">
            <a:extLst xmlns:a="http://schemas.openxmlformats.org/drawingml/2006/main">
              <a:ext uri="{FF2B5EF4-FFF2-40B4-BE49-F238E27FC236}">
                <a16:creationId xmlns:a16="http://schemas.microsoft.com/office/drawing/2014/main" id="{04D98F1D-70CC-48F7-BE79-D1F20776E105}"/>
              </a:ext>
            </a:extLst>
          </p:cNvPr>
          <p:cNvSpPr>
            <a:spLocks xmlns:a="http://schemas.openxmlformats.org/drawingml/2006/main" noGrp="1"/>
          </p:cNvSpPr>
          <p:nvPr/>
        </p:nvSpPr>
        <p:spPr>
          <a:xfrm xmlns:a="http://schemas.openxmlformats.org/drawingml/2006/main">
            <a:off x="3408995" y="3170842"/>
            <a:ext cx="3110677"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6" name="Shape 3">
            <a:extLst xmlns:a="http://schemas.openxmlformats.org/drawingml/2006/main">
              <a:ext uri="{FF2B5EF4-FFF2-40B4-BE49-F238E27FC236}">
                <a16:creationId xmlns:a16="http://schemas.microsoft.com/office/drawing/2014/main" id="{F960C2E4-CD5A-46D1-93C9-C83F4451CB29}"/>
              </a:ext>
            </a:extLst>
          </p:cNvPr>
          <p:cNvSpPr>
            <a:spLocks xmlns:a="http://schemas.openxmlformats.org/drawingml/2006/main" noGrp="1"/>
          </p:cNvSpPr>
          <p:nvPr/>
        </p:nvSpPr>
        <p:spPr>
          <a:xfrm xmlns:a="http://schemas.openxmlformats.org/drawingml/2006/main">
            <a:off x="6519672" y="2482596"/>
            <a:ext cx="0" cy="688246"/>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7" name="Shape 4">
            <a:extLst xmlns:a="http://schemas.openxmlformats.org/drawingml/2006/main">
              <a:ext uri="{FF2B5EF4-FFF2-40B4-BE49-F238E27FC236}">
                <a16:creationId xmlns:a16="http://schemas.microsoft.com/office/drawing/2014/main" id="{F6EA0AD5-9D79-4733-9F9B-BC5BE72E2375}"/>
              </a:ext>
            </a:extLst>
          </p:cNvPr>
          <p:cNvSpPr>
            <a:spLocks xmlns:a="http://schemas.openxmlformats.org/drawingml/2006/main" noGrp="1"/>
          </p:cNvSpPr>
          <p:nvPr/>
        </p:nvSpPr>
        <p:spPr>
          <a:xfrm xmlns:a="http://schemas.openxmlformats.org/drawingml/2006/main">
            <a:off x="6519672" y="2482596"/>
            <a:ext cx="420624"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8" name="Shape 5">
            <a:extLst xmlns:a="http://schemas.openxmlformats.org/drawingml/2006/main">
              <a:ext uri="{FF2B5EF4-FFF2-40B4-BE49-F238E27FC236}">
                <a16:creationId xmlns:a16="http://schemas.microsoft.com/office/drawing/2014/main" id="{BE18393F-7336-425C-8AAF-71FA8561D400}"/>
              </a:ext>
            </a:extLst>
          </p:cNvPr>
          <p:cNvSpPr>
            <a:spLocks xmlns:a="http://schemas.openxmlformats.org/drawingml/2006/main" noGrp="1"/>
          </p:cNvSpPr>
          <p:nvPr/>
        </p:nvSpPr>
        <p:spPr>
          <a:xfrm xmlns:a="http://schemas.openxmlformats.org/drawingml/2006/main">
            <a:off x="6210400" y="3832898"/>
            <a:ext cx="342190"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9" name="Shape 6">
            <a:extLst xmlns:a="http://schemas.openxmlformats.org/drawingml/2006/main">
              <a:ext uri="{FF2B5EF4-FFF2-40B4-BE49-F238E27FC236}">
                <a16:creationId xmlns:a16="http://schemas.microsoft.com/office/drawing/2014/main" id="{7226DECD-69BE-41C0-9F24-57D2E4744764}"/>
              </a:ext>
            </a:extLst>
          </p:cNvPr>
          <p:cNvSpPr>
            <a:spLocks xmlns:a="http://schemas.openxmlformats.org/drawingml/2006/main" noGrp="1"/>
          </p:cNvSpPr>
          <p:nvPr/>
        </p:nvSpPr>
        <p:spPr>
          <a:xfrm xmlns:a="http://schemas.openxmlformats.org/drawingml/2006/main">
            <a:off x="6552590" y="3817620"/>
            <a:ext cx="0" cy="15278"/>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0" name="Shape 7">
            <a:extLst xmlns:a="http://schemas.openxmlformats.org/drawingml/2006/main">
              <a:ext uri="{FF2B5EF4-FFF2-40B4-BE49-F238E27FC236}">
                <a16:creationId xmlns:a16="http://schemas.microsoft.com/office/drawing/2014/main" id="{0B201702-6A06-4DDF-B21B-31A71384D9F8}"/>
              </a:ext>
            </a:extLst>
          </p:cNvPr>
          <p:cNvSpPr>
            <a:spLocks xmlns:a="http://schemas.openxmlformats.org/drawingml/2006/main" noGrp="1"/>
          </p:cNvSpPr>
          <p:nvPr/>
        </p:nvSpPr>
        <p:spPr>
          <a:xfrm xmlns:a="http://schemas.openxmlformats.org/drawingml/2006/main">
            <a:off x="6552590" y="3817620"/>
            <a:ext cx="387706"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11" name="Shape 8">
            <a:extLst xmlns:a="http://schemas.openxmlformats.org/drawingml/2006/main">
              <a:ext uri="{FF2B5EF4-FFF2-40B4-BE49-F238E27FC236}">
                <a16:creationId xmlns:a16="http://schemas.microsoft.com/office/drawing/2014/main" id="{0C043567-17BC-40B5-A2E2-2209680DDCFD}"/>
              </a:ext>
            </a:extLst>
          </p:cNvPr>
          <p:cNvSpPr>
            <a:spLocks xmlns:a="http://schemas.openxmlformats.org/drawingml/2006/main" noGrp="1"/>
          </p:cNvSpPr>
          <p:nvPr/>
        </p:nvSpPr>
        <p:spPr>
          <a:xfrm xmlns:a="http://schemas.openxmlformats.org/drawingml/2006/main">
            <a:off x="6200215" y="4550975"/>
            <a:ext cx="385294" cy="0"/>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2" name="Shape 9">
            <a:extLst xmlns:a="http://schemas.openxmlformats.org/drawingml/2006/main">
              <a:ext uri="{FF2B5EF4-FFF2-40B4-BE49-F238E27FC236}">
                <a16:creationId xmlns:a16="http://schemas.microsoft.com/office/drawing/2014/main" id="{74405484-913C-4019-953D-486203E4343C}"/>
              </a:ext>
            </a:extLst>
          </p:cNvPr>
          <p:cNvSpPr>
            <a:spLocks xmlns:a="http://schemas.openxmlformats.org/drawingml/2006/main" noGrp="1"/>
          </p:cNvSpPr>
          <p:nvPr/>
        </p:nvSpPr>
        <p:spPr>
          <a:xfrm xmlns:a="http://schemas.openxmlformats.org/drawingml/2006/main">
            <a:off x="6585509" y="4550975"/>
            <a:ext cx="0" cy="601669"/>
          </a:xfrm>
          <a:prstGeom xmlns:a="http://schemas.openxmlformats.org/drawingml/2006/main" prst="line">
            <a:avLst/>
          </a:prstGeom>
          <a:noFill xmlns:a="http://schemas.openxmlformats.org/drawingml/2006/main"/>
          <a:ln xmlns:a="http://schemas.openxmlformats.org/drawingml/2006/main" w="12700">
            <a:solidFill>
              <a:srgbClr val="6E7EBD"/>
            </a:solidFill>
            <a:prstDash val="solid"/>
          </a:ln>
        </p:spPr>
      </p:sp>
      <p:sp>
        <p:nvSpPr>
          <p:cNvPr id="13" name="Shape 10">
            <a:extLst xmlns:a="http://schemas.openxmlformats.org/drawingml/2006/main">
              <a:ext uri="{FF2B5EF4-FFF2-40B4-BE49-F238E27FC236}">
                <a16:creationId xmlns:a16="http://schemas.microsoft.com/office/drawing/2014/main" id="{11E9B047-1BE1-4668-AE7D-447D5BBB39BF}"/>
              </a:ext>
            </a:extLst>
          </p:cNvPr>
          <p:cNvSpPr>
            <a:spLocks xmlns:a="http://schemas.openxmlformats.org/drawingml/2006/main" noGrp="1"/>
          </p:cNvSpPr>
          <p:nvPr/>
        </p:nvSpPr>
        <p:spPr>
          <a:xfrm xmlns:a="http://schemas.openxmlformats.org/drawingml/2006/main">
            <a:off x="6585509" y="5152644"/>
            <a:ext cx="354787" cy="0"/>
          </a:xfrm>
          <a:prstGeom xmlns:a="http://schemas.openxmlformats.org/drawingml/2006/main" prst="line">
            <a:avLst/>
          </a:prstGeom>
          <a:noFill xmlns:a="http://schemas.openxmlformats.org/drawingml/2006/main"/>
          <a:ln xmlns:a="http://schemas.openxmlformats.org/drawingml/2006/main" w="15875">
            <a:solidFill>
              <a:srgbClr val="6E7EBD"/>
            </a:solidFill>
            <a:prstDash val="solid"/>
            <a:tailEnd type="triangle"/>
          </a:ln>
        </p:spPr>
      </p:sp>
      <p:sp>
        <p:nvSpPr>
          <p:cNvPr id="14" name="Shape 11">
            <a:extLst xmlns:a="http://schemas.openxmlformats.org/drawingml/2006/main">
              <a:ext uri="{FF2B5EF4-FFF2-40B4-BE49-F238E27FC236}">
                <a16:creationId xmlns:a16="http://schemas.microsoft.com/office/drawing/2014/main" id="{CBBFA514-F5AF-4D8D-8F4F-7FBFB22027AD}"/>
              </a:ext>
            </a:extLst>
          </p:cNvPr>
          <p:cNvSpPr>
            <a:spLocks xmlns:a="http://schemas.openxmlformats.org/drawingml/2006/main" noGrp="1"/>
          </p:cNvSpPr>
          <p:nvPr/>
        </p:nvSpPr>
        <p:spPr>
          <a:xfrm xmlns:a="http://schemas.openxmlformats.org/drawingml/2006/main">
            <a:off x="3280979" y="3042826"/>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15" name="Text 12">
            <a:extLst xmlns:a="http://schemas.openxmlformats.org/drawingml/2006/main">
              <a:ext uri="{FF2B5EF4-FFF2-40B4-BE49-F238E27FC236}">
                <a16:creationId xmlns:a16="http://schemas.microsoft.com/office/drawing/2014/main" id="{847F6805-4928-4A0B-97B2-CAD15611732F}"/>
              </a:ext>
            </a:extLst>
          </p:cNvPr>
          <p:cNvSpPr>
            <a:spLocks xmlns:a="http://schemas.openxmlformats.org/drawingml/2006/main" noGrp="1"/>
          </p:cNvSpPr>
          <p:nvPr/>
        </p:nvSpPr>
        <p:spPr>
          <a:xfrm xmlns:a="http://schemas.openxmlformats.org/drawingml/2006/main">
            <a:off x="3280979" y="3042826"/>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1</a:t>
            </a:r>
            <a:endParaRPr sz="850"/>
          </a:p>
        </p:txBody>
      </p:sp>
      <p:sp>
        <p:nvSpPr>
          <p:cNvPr id="16" name="Shape 13">
            <a:extLst xmlns:a="http://schemas.openxmlformats.org/drawingml/2006/main">
              <a:ext uri="{FF2B5EF4-FFF2-40B4-BE49-F238E27FC236}">
                <a16:creationId xmlns:a16="http://schemas.microsoft.com/office/drawing/2014/main" id="{961E0636-263F-42AF-9672-0FCF8B0EA4FD}"/>
              </a:ext>
            </a:extLst>
          </p:cNvPr>
          <p:cNvSpPr>
            <a:spLocks xmlns:a="http://schemas.openxmlformats.org/drawingml/2006/main" noGrp="1"/>
          </p:cNvSpPr>
          <p:nvPr/>
        </p:nvSpPr>
        <p:spPr>
          <a:xfrm xmlns:a="http://schemas.openxmlformats.org/drawingml/2006/main">
            <a:off x="6940296" y="1888236"/>
            <a:ext cx="4654296" cy="1188720"/>
          </a:xfrm>
          <a:prstGeom xmlns:a="http://schemas.openxmlformats.org/drawingml/2006/main" prst="roundRect">
            <a:avLst>
              <a:gd name="adj" fmla="val 4615"/>
            </a:avLst>
          </a:prstGeom>
          <a:solidFill xmlns:a="http://schemas.openxmlformats.org/drawingml/2006/main">
            <a:srgbClr val="F4F6FB"/>
          </a:solidFill>
          <a:ln xmlns:a="http://schemas.openxmlformats.org/drawingml/2006/main" w="12700">
            <a:solidFill>
              <a:srgbClr val="D8DEEC"/>
            </a:solidFill>
            <a:prstDash val="solid"/>
          </a:ln>
        </p:spPr>
      </p:sp>
      <p:sp>
        <p:nvSpPr>
          <p:cNvPr id="17" name="Shape 14">
            <a:extLst xmlns:a="http://schemas.openxmlformats.org/drawingml/2006/main">
              <a:ext uri="{FF2B5EF4-FFF2-40B4-BE49-F238E27FC236}">
                <a16:creationId xmlns:a16="http://schemas.microsoft.com/office/drawing/2014/main" id="{78FF98D2-D91E-4711-B1F4-40D59692115B}"/>
              </a:ext>
            </a:extLst>
          </p:cNvPr>
          <p:cNvSpPr>
            <a:spLocks xmlns:a="http://schemas.openxmlformats.org/drawingml/2006/main" noGrp="1"/>
          </p:cNvSpPr>
          <p:nvPr/>
        </p:nvSpPr>
        <p:spPr>
          <a:xfrm xmlns:a="http://schemas.openxmlformats.org/drawingml/2006/main">
            <a:off x="7050024" y="1997964"/>
            <a:ext cx="237744" cy="237744"/>
          </a:xfrm>
          <a:prstGeom xmlns:a="http://schemas.openxmlformats.org/drawingml/2006/main" prst="ellipse">
            <a:avLst/>
          </a:prstGeom>
          <a:solidFill xmlns:a="http://schemas.openxmlformats.org/drawingml/2006/main">
            <a:srgbClr val="1E2761"/>
          </a:solidFill>
        </p:spPr>
      </p:sp>
      <p:sp>
        <p:nvSpPr>
          <p:cNvPr id="18" name="Text 15">
            <a:extLst xmlns:a="http://schemas.openxmlformats.org/drawingml/2006/main">
              <a:ext uri="{FF2B5EF4-FFF2-40B4-BE49-F238E27FC236}">
                <a16:creationId xmlns:a16="http://schemas.microsoft.com/office/drawing/2014/main" id="{D9955054-50AD-4FBF-A500-2FD381F2086C}"/>
              </a:ext>
            </a:extLst>
          </p:cNvPr>
          <p:cNvSpPr>
            <a:spLocks xmlns:a="http://schemas.openxmlformats.org/drawingml/2006/main" noGrp="1"/>
          </p:cNvSpPr>
          <p:nvPr/>
        </p:nvSpPr>
        <p:spPr>
          <a:xfrm xmlns:a="http://schemas.openxmlformats.org/drawingml/2006/main">
            <a:off x="7050024" y="1997964"/>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1</a:t>
            </a:r>
            <a:endParaRPr sz="800"/>
          </a:p>
        </p:txBody>
      </p:sp>
      <p:sp>
        <p:nvSpPr>
          <p:cNvPr id="19" name="Text 16">
            <a:extLst xmlns:a="http://schemas.openxmlformats.org/drawingml/2006/main">
              <a:ext uri="{FF2B5EF4-FFF2-40B4-BE49-F238E27FC236}">
                <a16:creationId xmlns:a16="http://schemas.microsoft.com/office/drawing/2014/main" id="{7301BA13-A734-4C76-A4FF-9A31C8455758}"/>
              </a:ext>
            </a:extLst>
          </p:cNvPr>
          <p:cNvSpPr>
            <a:spLocks xmlns:a="http://schemas.openxmlformats.org/drawingml/2006/main" noGrp="1"/>
          </p:cNvSpPr>
          <p:nvPr/>
        </p:nvSpPr>
        <p:spPr>
          <a:xfrm xmlns:a="http://schemas.openxmlformats.org/drawingml/2006/main">
            <a:off x="7379208" y="1961388"/>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E2761"/>
                </a:solidFill>
                <a:latin typeface="Calibri"/>
                <a:ea typeface="Calibri"/>
                <a:cs typeface="Calibri"/>
              </a:rPr>
              <a:t>Item and type</a:t>
            </a:r>
            <a:endParaRPr sz="1200"/>
          </a:p>
        </p:txBody>
      </p:sp>
      <p:sp>
        <p:nvSpPr>
          <p:cNvPr id="20" name="Text 17">
            <a:extLst xmlns:a="http://schemas.openxmlformats.org/drawingml/2006/main">
              <a:ext uri="{FF2B5EF4-FFF2-40B4-BE49-F238E27FC236}">
                <a16:creationId xmlns:a16="http://schemas.microsoft.com/office/drawing/2014/main" id="{50019E9A-68E4-4750-ADED-F12B0278E80F}"/>
              </a:ext>
            </a:extLst>
          </p:cNvPr>
          <p:cNvSpPr>
            <a:spLocks xmlns:a="http://schemas.openxmlformats.org/drawingml/2006/main" noGrp="1"/>
          </p:cNvSpPr>
          <p:nvPr/>
        </p:nvSpPr>
        <p:spPr>
          <a:xfrm xmlns:a="http://schemas.openxmlformats.org/drawingml/2006/main">
            <a:off x="7068312" y="2272284"/>
            <a:ext cx="439826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50"/>
              </a:lnSpc>
              <a:buNone/>
            </a:pPr>
            <a:r>
              <a:rPr sz="1050">
                <a:solidFill>
                  <a:srgbClr val="4B4458"/>
                </a:solidFill>
                <a:latin typeface="Calibri"/>
                <a:ea typeface="Calibri"/>
                <a:cs typeface="Calibri"/>
              </a:rPr>
              <a:t>Identifies the computation, source or assignment that changed and the kind of record it belongs to.</a:t>
            </a:r>
            <a:endParaRPr sz="1050"/>
          </a:p>
        </p:txBody>
      </p:sp>
      <p:sp>
        <p:nvSpPr>
          <p:cNvPr id="21" name="Shape 18">
            <a:extLst xmlns:a="http://schemas.openxmlformats.org/drawingml/2006/main">
              <a:ext uri="{FF2B5EF4-FFF2-40B4-BE49-F238E27FC236}">
                <a16:creationId xmlns:a16="http://schemas.microsoft.com/office/drawing/2014/main" id="{C9ECA79A-54E9-4E5F-B152-DABEC22B8352}"/>
              </a:ext>
            </a:extLst>
          </p:cNvPr>
          <p:cNvSpPr>
            <a:spLocks xmlns:a="http://schemas.openxmlformats.org/drawingml/2006/main" noGrp="1"/>
          </p:cNvSpPr>
          <p:nvPr/>
        </p:nvSpPr>
        <p:spPr>
          <a:xfrm xmlns:a="http://schemas.openxmlformats.org/drawingml/2006/main">
            <a:off x="6082384" y="3704882"/>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22" name="Text 19">
            <a:extLst xmlns:a="http://schemas.openxmlformats.org/drawingml/2006/main">
              <a:ext uri="{FF2B5EF4-FFF2-40B4-BE49-F238E27FC236}">
                <a16:creationId xmlns:a16="http://schemas.microsoft.com/office/drawing/2014/main" id="{B4FC6667-F05B-4860-A654-D4C4BB02E1B5}"/>
              </a:ext>
            </a:extLst>
          </p:cNvPr>
          <p:cNvSpPr>
            <a:spLocks xmlns:a="http://schemas.openxmlformats.org/drawingml/2006/main" noGrp="1"/>
          </p:cNvSpPr>
          <p:nvPr/>
        </p:nvSpPr>
        <p:spPr>
          <a:xfrm xmlns:a="http://schemas.openxmlformats.org/drawingml/2006/main">
            <a:off x="6082384" y="3704882"/>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2</a:t>
            </a:r>
            <a:endParaRPr sz="850"/>
          </a:p>
        </p:txBody>
      </p:sp>
      <p:sp>
        <p:nvSpPr>
          <p:cNvPr id="23" name="Shape 20">
            <a:extLst xmlns:a="http://schemas.openxmlformats.org/drawingml/2006/main">
              <a:ext uri="{FF2B5EF4-FFF2-40B4-BE49-F238E27FC236}">
                <a16:creationId xmlns:a16="http://schemas.microsoft.com/office/drawing/2014/main" id="{1F584DE3-1142-41F6-BBDD-48CA7268E29B}"/>
              </a:ext>
            </a:extLst>
          </p:cNvPr>
          <p:cNvSpPr>
            <a:spLocks xmlns:a="http://schemas.openxmlformats.org/drawingml/2006/main" noGrp="1"/>
          </p:cNvSpPr>
          <p:nvPr/>
        </p:nvSpPr>
        <p:spPr>
          <a:xfrm xmlns:a="http://schemas.openxmlformats.org/drawingml/2006/main">
            <a:off x="6940296" y="3223260"/>
            <a:ext cx="4654296" cy="1188720"/>
          </a:xfrm>
          <a:prstGeom xmlns:a="http://schemas.openxmlformats.org/drawingml/2006/main" prst="roundRect">
            <a:avLst>
              <a:gd name="adj" fmla="val 4615"/>
            </a:avLst>
          </a:prstGeom>
          <a:solidFill xmlns:a="http://schemas.openxmlformats.org/drawingml/2006/main">
            <a:srgbClr val="F4F6FB"/>
          </a:solidFill>
          <a:ln xmlns:a="http://schemas.openxmlformats.org/drawingml/2006/main" w="12700">
            <a:solidFill>
              <a:srgbClr val="D8DEEC"/>
            </a:solidFill>
            <a:prstDash val="solid"/>
          </a:ln>
        </p:spPr>
      </p:sp>
      <p:sp>
        <p:nvSpPr>
          <p:cNvPr id="24" name="Shape 21">
            <a:extLst xmlns:a="http://schemas.openxmlformats.org/drawingml/2006/main">
              <a:ext uri="{FF2B5EF4-FFF2-40B4-BE49-F238E27FC236}">
                <a16:creationId xmlns:a16="http://schemas.microsoft.com/office/drawing/2014/main" id="{532AAB75-94CF-41D2-BDA7-F4AE747E8EDA}"/>
              </a:ext>
            </a:extLst>
          </p:cNvPr>
          <p:cNvSpPr>
            <a:spLocks xmlns:a="http://schemas.openxmlformats.org/drawingml/2006/main" noGrp="1"/>
          </p:cNvSpPr>
          <p:nvPr/>
        </p:nvSpPr>
        <p:spPr>
          <a:xfrm xmlns:a="http://schemas.openxmlformats.org/drawingml/2006/main">
            <a:off x="7050024" y="3332988"/>
            <a:ext cx="237744" cy="237744"/>
          </a:xfrm>
          <a:prstGeom xmlns:a="http://schemas.openxmlformats.org/drawingml/2006/main" prst="ellipse">
            <a:avLst/>
          </a:prstGeom>
          <a:solidFill xmlns:a="http://schemas.openxmlformats.org/drawingml/2006/main">
            <a:srgbClr val="1E2761"/>
          </a:solidFill>
        </p:spPr>
      </p:sp>
      <p:sp>
        <p:nvSpPr>
          <p:cNvPr id="25" name="Text 22">
            <a:extLst xmlns:a="http://schemas.openxmlformats.org/drawingml/2006/main">
              <a:ext uri="{FF2B5EF4-FFF2-40B4-BE49-F238E27FC236}">
                <a16:creationId xmlns:a16="http://schemas.microsoft.com/office/drawing/2014/main" id="{EBB576F5-DD74-4DA5-80DC-569173C96210}"/>
              </a:ext>
            </a:extLst>
          </p:cNvPr>
          <p:cNvSpPr>
            <a:spLocks xmlns:a="http://schemas.openxmlformats.org/drawingml/2006/main" noGrp="1"/>
          </p:cNvSpPr>
          <p:nvPr/>
        </p:nvSpPr>
        <p:spPr>
          <a:xfrm xmlns:a="http://schemas.openxmlformats.org/drawingml/2006/main">
            <a:off x="7050024" y="3332988"/>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2</a:t>
            </a:r>
            <a:endParaRPr sz="800"/>
          </a:p>
        </p:txBody>
      </p:sp>
      <p:sp>
        <p:nvSpPr>
          <p:cNvPr id="26" name="Text 23">
            <a:extLst xmlns:a="http://schemas.openxmlformats.org/drawingml/2006/main">
              <a:ext uri="{FF2B5EF4-FFF2-40B4-BE49-F238E27FC236}">
                <a16:creationId xmlns:a16="http://schemas.microsoft.com/office/drawing/2014/main" id="{8933506E-55DE-44A0-AC49-A01C02A27A90}"/>
              </a:ext>
            </a:extLst>
          </p:cNvPr>
          <p:cNvSpPr>
            <a:spLocks xmlns:a="http://schemas.openxmlformats.org/drawingml/2006/main" noGrp="1"/>
          </p:cNvSpPr>
          <p:nvPr/>
        </p:nvSpPr>
        <p:spPr>
          <a:xfrm xmlns:a="http://schemas.openxmlformats.org/drawingml/2006/main">
            <a:off x="7379208" y="3296412"/>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E2761"/>
                </a:solidFill>
                <a:latin typeface="Calibri"/>
                <a:ea typeface="Calibri"/>
                <a:cs typeface="Calibri"/>
              </a:rPr>
              <a:t>Action, date and user</a:t>
            </a:r>
            <a:endParaRPr sz="1200"/>
          </a:p>
        </p:txBody>
      </p:sp>
      <p:sp>
        <p:nvSpPr>
          <p:cNvPr id="27" name="Text 24">
            <a:extLst xmlns:a="http://schemas.openxmlformats.org/drawingml/2006/main">
              <a:ext uri="{FF2B5EF4-FFF2-40B4-BE49-F238E27FC236}">
                <a16:creationId xmlns:a16="http://schemas.microsoft.com/office/drawing/2014/main" id="{A4C71082-30B0-46B3-A772-E452F24C1F44}"/>
              </a:ext>
            </a:extLst>
          </p:cNvPr>
          <p:cNvSpPr>
            <a:spLocks xmlns:a="http://schemas.openxmlformats.org/drawingml/2006/main" noGrp="1"/>
          </p:cNvSpPr>
          <p:nvPr/>
        </p:nvSpPr>
        <p:spPr>
          <a:xfrm xmlns:a="http://schemas.openxmlformats.org/drawingml/2006/main">
            <a:off x="7068312" y="3607308"/>
            <a:ext cx="439826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50"/>
              </a:lnSpc>
              <a:buNone/>
            </a:pPr>
            <a:r>
              <a:rPr sz="1050">
                <a:solidFill>
                  <a:srgbClr val="4B4458"/>
                </a:solidFill>
                <a:latin typeface="Calibri"/>
                <a:ea typeface="Calibri"/>
                <a:cs typeface="Calibri"/>
              </a:rPr>
              <a:t>Shows what happened, when it happened and who performed it.</a:t>
            </a:r>
            <a:endParaRPr sz="1050"/>
          </a:p>
        </p:txBody>
      </p:sp>
      <p:sp>
        <p:nvSpPr>
          <p:cNvPr id="28" name="Shape 25">
            <a:extLst xmlns:a="http://schemas.openxmlformats.org/drawingml/2006/main">
              <a:ext uri="{FF2B5EF4-FFF2-40B4-BE49-F238E27FC236}">
                <a16:creationId xmlns:a16="http://schemas.microsoft.com/office/drawing/2014/main" id="{89C05ED7-42FF-473B-8AE1-F7F13D094013}"/>
              </a:ext>
            </a:extLst>
          </p:cNvPr>
          <p:cNvSpPr>
            <a:spLocks xmlns:a="http://schemas.openxmlformats.org/drawingml/2006/main" noGrp="1"/>
          </p:cNvSpPr>
          <p:nvPr/>
        </p:nvSpPr>
        <p:spPr>
          <a:xfrm xmlns:a="http://schemas.openxmlformats.org/drawingml/2006/main">
            <a:off x="6072199" y="4422959"/>
            <a:ext cx="256032" cy="256032"/>
          </a:xfrm>
          <a:prstGeom xmlns:a="http://schemas.openxmlformats.org/drawingml/2006/main" prst="ellipse">
            <a:avLst/>
          </a:prstGeom>
          <a:solidFill xmlns:a="http://schemas.openxmlformats.org/drawingml/2006/main">
            <a:srgbClr val="1E2761"/>
          </a:solidFill>
          <a:ln xmlns:a="http://schemas.openxmlformats.org/drawingml/2006/main" w="19050">
            <a:solidFill>
              <a:srgbClr val="FFFFFF"/>
            </a:solidFill>
            <a:prstDash val="solid"/>
          </a:ln>
        </p:spPr>
      </p:sp>
      <p:sp>
        <p:nvSpPr>
          <p:cNvPr id="29" name="Text 26">
            <a:extLst xmlns:a="http://schemas.openxmlformats.org/drawingml/2006/main">
              <a:ext uri="{FF2B5EF4-FFF2-40B4-BE49-F238E27FC236}">
                <a16:creationId xmlns:a16="http://schemas.microsoft.com/office/drawing/2014/main" id="{B448572E-B173-464E-A8AF-F2ED93C15AE8}"/>
              </a:ext>
            </a:extLst>
          </p:cNvPr>
          <p:cNvSpPr>
            <a:spLocks xmlns:a="http://schemas.openxmlformats.org/drawingml/2006/main" noGrp="1"/>
          </p:cNvSpPr>
          <p:nvPr/>
        </p:nvSpPr>
        <p:spPr>
          <a:xfrm xmlns:a="http://schemas.openxmlformats.org/drawingml/2006/main">
            <a:off x="6072199" y="4422959"/>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Calibri"/>
                <a:ea typeface="Calibri"/>
                <a:cs typeface="Calibri"/>
              </a:rPr>
              <a:t>3</a:t>
            </a:r>
            <a:endParaRPr sz="850"/>
          </a:p>
        </p:txBody>
      </p:sp>
      <p:sp>
        <p:nvSpPr>
          <p:cNvPr id="30" name="Shape 27">
            <a:extLst xmlns:a="http://schemas.openxmlformats.org/drawingml/2006/main">
              <a:ext uri="{FF2B5EF4-FFF2-40B4-BE49-F238E27FC236}">
                <a16:creationId xmlns:a16="http://schemas.microsoft.com/office/drawing/2014/main" id="{A422FE7B-B352-40AC-90DE-40B48A16D42A}"/>
              </a:ext>
            </a:extLst>
          </p:cNvPr>
          <p:cNvSpPr>
            <a:spLocks xmlns:a="http://schemas.openxmlformats.org/drawingml/2006/main" noGrp="1"/>
          </p:cNvSpPr>
          <p:nvPr/>
        </p:nvSpPr>
        <p:spPr>
          <a:xfrm xmlns:a="http://schemas.openxmlformats.org/drawingml/2006/main">
            <a:off x="6940296" y="4558284"/>
            <a:ext cx="4654296" cy="1188720"/>
          </a:xfrm>
          <a:prstGeom xmlns:a="http://schemas.openxmlformats.org/drawingml/2006/main" prst="roundRect">
            <a:avLst>
              <a:gd name="adj" fmla="val 4615"/>
            </a:avLst>
          </a:prstGeom>
          <a:solidFill xmlns:a="http://schemas.openxmlformats.org/drawingml/2006/main">
            <a:srgbClr val="F4F6FB"/>
          </a:solidFill>
          <a:ln xmlns:a="http://schemas.openxmlformats.org/drawingml/2006/main" w="12700">
            <a:solidFill>
              <a:srgbClr val="D8DEEC"/>
            </a:solidFill>
            <a:prstDash val="solid"/>
          </a:ln>
        </p:spPr>
      </p:sp>
      <p:sp>
        <p:nvSpPr>
          <p:cNvPr id="31" name="Shape 28">
            <a:extLst xmlns:a="http://schemas.openxmlformats.org/drawingml/2006/main">
              <a:ext uri="{FF2B5EF4-FFF2-40B4-BE49-F238E27FC236}">
                <a16:creationId xmlns:a16="http://schemas.microsoft.com/office/drawing/2014/main" id="{46FBE0A2-6B8C-4C9D-B8A7-59CC029F7AA5}"/>
              </a:ext>
            </a:extLst>
          </p:cNvPr>
          <p:cNvSpPr>
            <a:spLocks xmlns:a="http://schemas.openxmlformats.org/drawingml/2006/main" noGrp="1"/>
          </p:cNvSpPr>
          <p:nvPr/>
        </p:nvSpPr>
        <p:spPr>
          <a:xfrm xmlns:a="http://schemas.openxmlformats.org/drawingml/2006/main">
            <a:off x="7050024" y="4668012"/>
            <a:ext cx="237744" cy="237744"/>
          </a:xfrm>
          <a:prstGeom xmlns:a="http://schemas.openxmlformats.org/drawingml/2006/main" prst="ellipse">
            <a:avLst/>
          </a:prstGeom>
          <a:solidFill xmlns:a="http://schemas.openxmlformats.org/drawingml/2006/main">
            <a:srgbClr val="1E2761"/>
          </a:solidFill>
        </p:spPr>
      </p:sp>
      <p:sp>
        <p:nvSpPr>
          <p:cNvPr id="32" name="Text 29">
            <a:extLst xmlns:a="http://schemas.openxmlformats.org/drawingml/2006/main">
              <a:ext uri="{FF2B5EF4-FFF2-40B4-BE49-F238E27FC236}">
                <a16:creationId xmlns:a16="http://schemas.microsoft.com/office/drawing/2014/main" id="{49563A9C-C3DF-46F5-81A4-72B76ACA34C8}"/>
              </a:ext>
            </a:extLst>
          </p:cNvPr>
          <p:cNvSpPr>
            <a:spLocks xmlns:a="http://schemas.openxmlformats.org/drawingml/2006/main" noGrp="1"/>
          </p:cNvSpPr>
          <p:nvPr/>
        </p:nvSpPr>
        <p:spPr>
          <a:xfrm xmlns:a="http://schemas.openxmlformats.org/drawingml/2006/main">
            <a:off x="7050024" y="4668012"/>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3</a:t>
            </a:r>
            <a:endParaRPr sz="800"/>
          </a:p>
        </p:txBody>
      </p:sp>
      <p:sp>
        <p:nvSpPr>
          <p:cNvPr id="33" name="Text 30">
            <a:extLst xmlns:a="http://schemas.openxmlformats.org/drawingml/2006/main">
              <a:ext uri="{FF2B5EF4-FFF2-40B4-BE49-F238E27FC236}">
                <a16:creationId xmlns:a16="http://schemas.microsoft.com/office/drawing/2014/main" id="{CDD888EE-6426-4AB3-B558-69ABBA633D63}"/>
              </a:ext>
            </a:extLst>
          </p:cNvPr>
          <p:cNvSpPr>
            <a:spLocks xmlns:a="http://schemas.openxmlformats.org/drawingml/2006/main" noGrp="1"/>
          </p:cNvSpPr>
          <p:nvPr/>
        </p:nvSpPr>
        <p:spPr>
          <a:xfrm xmlns:a="http://schemas.openxmlformats.org/drawingml/2006/main">
            <a:off x="7379208" y="4631436"/>
            <a:ext cx="4087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E2761"/>
                </a:solidFill>
                <a:latin typeface="Calibri"/>
                <a:ea typeface="Calibri"/>
                <a:cs typeface="Calibri"/>
              </a:rPr>
              <a:t>Version</a:t>
            </a:r>
            <a:endParaRPr sz="1200"/>
          </a:p>
        </p:txBody>
      </p:sp>
      <p:sp>
        <p:nvSpPr>
          <p:cNvPr id="34" name="Text 31">
            <a:extLst xmlns:a="http://schemas.openxmlformats.org/drawingml/2006/main">
              <a:ext uri="{FF2B5EF4-FFF2-40B4-BE49-F238E27FC236}">
                <a16:creationId xmlns:a16="http://schemas.microsoft.com/office/drawing/2014/main" id="{3FE4839B-A26D-4FAB-BE21-95D135700387}"/>
              </a:ext>
            </a:extLst>
          </p:cNvPr>
          <p:cNvSpPr>
            <a:spLocks xmlns:a="http://schemas.openxmlformats.org/drawingml/2006/main" noGrp="1"/>
          </p:cNvSpPr>
          <p:nvPr/>
        </p:nvSpPr>
        <p:spPr>
          <a:xfrm xmlns:a="http://schemas.openxmlformats.org/drawingml/2006/main">
            <a:off x="7068312" y="4942332"/>
            <a:ext cx="439826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50"/>
              </a:lnSpc>
              <a:buNone/>
            </a:pPr>
            <a:r>
              <a:rPr sz="1050">
                <a:solidFill>
                  <a:srgbClr val="4B4458"/>
                </a:solidFill>
                <a:latin typeface="Calibri"/>
                <a:ea typeface="Calibri"/>
                <a:cs typeface="Calibri"/>
              </a:rPr>
              <a:t>Links the event to the exact formula or source version used by a transaction.</a:t>
            </a:r>
            <a:endParaRPr sz="1050"/>
          </a:p>
        </p:txBody>
      </p:sp>
    </p:spTree>
    <p:extLst>
      <p:ext uri="{BB962C8B-B14F-4D97-AF65-F5344CB8AC3E}">
        <p14:creationId xmlns:p14="http://schemas.microsoft.com/office/powerpoint/2010/main" val="1866459153"/>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A870FCF-7386-41AD-9D84-DAE337CAE7B3}"/>
              </a:ext>
            </a:extLst>
          </p:cNvPr>
          <p:cNvSpPr>
            <a:spLocks xmlns:a="http://schemas.openxmlformats.org/drawingml/2006/main" noGrp="1"/>
          </p:cNvSpPr>
          <p:nvPr/>
        </p:nvSpPr>
        <p:spPr>
          <a:xfrm xmlns:a="http://schemas.openxmlformats.org/drawingml/2006/main">
            <a:off x="566928" y="329184"/>
            <a:ext cx="11027664"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THE HANDOFF</a:t>
            </a:r>
            <a:endParaRPr sz="1000"/>
          </a:p>
        </p:txBody>
      </p:sp>
      <p:sp>
        <p:nvSpPr>
          <p:cNvPr id="3" name="Text 1">
            <a:extLst xmlns:a="http://schemas.openxmlformats.org/drawingml/2006/main">
              <a:ext uri="{FF2B5EF4-FFF2-40B4-BE49-F238E27FC236}">
                <a16:creationId xmlns:a16="http://schemas.microsoft.com/office/drawing/2014/main" id="{7C80B416-02EF-4913-9772-FAC6B1676BBD}"/>
              </a:ext>
            </a:extLst>
          </p:cNvPr>
          <p:cNvSpPr>
            <a:spLocks xmlns:a="http://schemas.openxmlformats.org/drawingml/2006/main" noGrp="1"/>
          </p:cNvSpPr>
          <p:nvPr/>
        </p:nvSpPr>
        <p:spPr>
          <a:xfrm xmlns:a="http://schemas.openxmlformats.org/drawingml/2006/main">
            <a:off x="566928" y="548640"/>
            <a:ext cx="110276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A computation passes through three different states</a:t>
            </a:r>
            <a:endParaRPr sz="3000"/>
          </a:p>
        </p:txBody>
      </p:sp>
      <p:sp>
        <p:nvSpPr>
          <p:cNvPr id="4" name="Text 2">
            <a:extLst xmlns:a="http://schemas.openxmlformats.org/drawingml/2006/main">
              <a:ext uri="{FF2B5EF4-FFF2-40B4-BE49-F238E27FC236}">
                <a16:creationId xmlns:a16="http://schemas.microsoft.com/office/drawing/2014/main" id="{DEDFEA7B-57D8-4F38-93C9-FA4747770335}"/>
              </a:ext>
            </a:extLst>
          </p:cNvPr>
          <p:cNvSpPr>
            <a:spLocks xmlns:a="http://schemas.openxmlformats.org/drawingml/2006/main" noGrp="1"/>
          </p:cNvSpPr>
          <p:nvPr/>
        </p:nvSpPr>
        <p:spPr>
          <a:xfrm xmlns:a="http://schemas.openxmlformats.org/drawingml/2006/main">
            <a:off x="3703320" y="1298448"/>
            <a:ext cx="40233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5A6280"/>
                </a:solidFill>
                <a:latin typeface="Calibri"/>
                <a:ea typeface="Calibri"/>
                <a:cs typeface="Calibri"/>
              </a:rPr>
              <a:t>State</a:t>
            </a:r>
            <a:endParaRPr sz="1050"/>
          </a:p>
        </p:txBody>
      </p:sp>
      <p:sp>
        <p:nvSpPr>
          <p:cNvPr id="5" name="Text 3">
            <a:extLst xmlns:a="http://schemas.openxmlformats.org/drawingml/2006/main">
              <a:ext uri="{FF2B5EF4-FFF2-40B4-BE49-F238E27FC236}">
                <a16:creationId xmlns:a16="http://schemas.microsoft.com/office/drawing/2014/main" id="{A16DB8CB-7AB9-4FC5-8881-5B3F767B592D}"/>
              </a:ext>
            </a:extLst>
          </p:cNvPr>
          <p:cNvSpPr>
            <a:spLocks xmlns:a="http://schemas.openxmlformats.org/drawingml/2006/main" noGrp="1"/>
          </p:cNvSpPr>
          <p:nvPr/>
        </p:nvSpPr>
        <p:spPr>
          <a:xfrm xmlns:a="http://schemas.openxmlformats.org/drawingml/2006/main">
            <a:off x="8001000" y="1298448"/>
            <a:ext cx="35661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5A6280"/>
                </a:solidFill>
                <a:latin typeface="Calibri"/>
                <a:ea typeface="Calibri"/>
                <a:cs typeface="Calibri"/>
              </a:rPr>
              <a:t>What is true / what still has to happen</a:t>
            </a:r>
            <a:endParaRPr sz="1050"/>
          </a:p>
        </p:txBody>
      </p:sp>
      <p:sp>
        <p:nvSpPr>
          <p:cNvPr id="6" name="Shape 4">
            <a:extLst xmlns:a="http://schemas.openxmlformats.org/drawingml/2006/main">
              <a:ext uri="{FF2B5EF4-FFF2-40B4-BE49-F238E27FC236}">
                <a16:creationId xmlns:a16="http://schemas.microsoft.com/office/drawing/2014/main" id="{16D2A6AF-C516-4770-900D-8BCBF2F50D80}"/>
              </a:ext>
            </a:extLst>
          </p:cNvPr>
          <p:cNvSpPr>
            <a:spLocks xmlns:a="http://schemas.openxmlformats.org/drawingml/2006/main" noGrp="1"/>
          </p:cNvSpPr>
          <p:nvPr/>
        </p:nvSpPr>
        <p:spPr>
          <a:xfrm xmlns:a="http://schemas.openxmlformats.org/drawingml/2006/main">
            <a:off x="566928" y="1627632"/>
            <a:ext cx="2926080" cy="969264"/>
          </a:xfrm>
          <a:prstGeom xmlns:a="http://schemas.openxmlformats.org/drawingml/2006/main" prst="roundRect">
            <a:avLst>
              <a:gd name="adj" fmla="val 7547"/>
            </a:avLst>
          </a:prstGeom>
          <a:solidFill xmlns:a="http://schemas.openxmlformats.org/drawingml/2006/main">
            <a:srgbClr val="1E2761"/>
          </a:solidFill>
        </p:spPr>
      </p:sp>
      <p:sp>
        <p:nvSpPr>
          <p:cNvPr id="7" name="Text 5">
            <a:extLst xmlns:a="http://schemas.openxmlformats.org/drawingml/2006/main">
              <a:ext uri="{FF2B5EF4-FFF2-40B4-BE49-F238E27FC236}">
                <a16:creationId xmlns:a16="http://schemas.microsoft.com/office/drawing/2014/main" id="{44D4A872-ECF0-4834-A1AF-B319A7C90D99}"/>
              </a:ext>
            </a:extLst>
          </p:cNvPr>
          <p:cNvSpPr>
            <a:spLocks xmlns:a="http://schemas.openxmlformats.org/drawingml/2006/main" noGrp="1"/>
          </p:cNvSpPr>
          <p:nvPr/>
        </p:nvSpPr>
        <p:spPr>
          <a:xfrm xmlns:a="http://schemas.openxmlformats.org/drawingml/2006/main">
            <a:off x="749808" y="1627632"/>
            <a:ext cx="256032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FFFFFF"/>
                </a:solidFill>
                <a:latin typeface="Calibri"/>
                <a:ea typeface="Calibri"/>
                <a:cs typeface="Calibri"/>
              </a:rPr>
              <a:t>1 · Created</a:t>
            </a:r>
            <a:endParaRPr sz="1350"/>
          </a:p>
        </p:txBody>
      </p:sp>
      <p:sp>
        <p:nvSpPr>
          <p:cNvPr id="8" name="Shape 6">
            <a:extLst xmlns:a="http://schemas.openxmlformats.org/drawingml/2006/main">
              <a:ext uri="{FF2B5EF4-FFF2-40B4-BE49-F238E27FC236}">
                <a16:creationId xmlns:a16="http://schemas.microsoft.com/office/drawing/2014/main" id="{0671AC8E-DD23-46B1-AD90-41207053BBDB}"/>
              </a:ext>
            </a:extLst>
          </p:cNvPr>
          <p:cNvSpPr>
            <a:spLocks xmlns:a="http://schemas.openxmlformats.org/drawingml/2006/main" noGrp="1"/>
          </p:cNvSpPr>
          <p:nvPr/>
        </p:nvSpPr>
        <p:spPr>
          <a:xfrm xmlns:a="http://schemas.openxmlformats.org/drawingml/2006/main">
            <a:off x="3566160" y="2029968"/>
            <a:ext cx="164592" cy="164592"/>
          </a:xfrm>
          <a:prstGeom xmlns:a="http://schemas.openxmlformats.org/drawingml/2006/main" prst="rightArrow">
            <a:avLst/>
          </a:prstGeom>
          <a:solidFill xmlns:a="http://schemas.openxmlformats.org/drawingml/2006/main">
            <a:srgbClr val="9AA6C4"/>
          </a:solidFill>
          <a:ln xmlns:a="http://schemas.openxmlformats.org/drawingml/2006/main" w="12700">
            <a:solidFill>
              <a:srgbClr val="333333"/>
            </a:solidFill>
            <a:prstDash val="solid"/>
          </a:ln>
        </p:spPr>
      </p:sp>
      <p:sp>
        <p:nvSpPr>
          <p:cNvPr id="9" name="Text 7">
            <a:extLst xmlns:a="http://schemas.openxmlformats.org/drawingml/2006/main">
              <a:ext uri="{FF2B5EF4-FFF2-40B4-BE49-F238E27FC236}">
                <a16:creationId xmlns:a16="http://schemas.microsoft.com/office/drawing/2014/main" id="{2CE2F568-BDAF-42CC-81EB-47DE8BD5C302}"/>
              </a:ext>
            </a:extLst>
          </p:cNvPr>
          <p:cNvSpPr>
            <a:spLocks xmlns:a="http://schemas.openxmlformats.org/drawingml/2006/main" noGrp="1"/>
          </p:cNvSpPr>
          <p:nvPr/>
        </p:nvSpPr>
        <p:spPr>
          <a:xfrm xmlns:a="http://schemas.openxmlformats.org/drawingml/2006/main">
            <a:off x="3840480" y="1627632"/>
            <a:ext cx="397764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2B3350"/>
                </a:solidFill>
                <a:latin typeface="Calibri"/>
                <a:ea typeface="Calibri"/>
                <a:cs typeface="Calibri"/>
              </a:rPr>
              <a:t>Code, mapped fields, test, effectivity and version exist.</a:t>
            </a:r>
            <a:endParaRPr sz="1100"/>
          </a:p>
        </p:txBody>
      </p:sp>
      <p:sp>
        <p:nvSpPr>
          <p:cNvPr id="10" name="Shape 8">
            <a:extLst xmlns:a="http://schemas.openxmlformats.org/drawingml/2006/main">
              <a:ext uri="{FF2B5EF4-FFF2-40B4-BE49-F238E27FC236}">
                <a16:creationId xmlns:a16="http://schemas.microsoft.com/office/drawing/2014/main" id="{66B0CFDD-4309-4F6D-BDF1-FC2A3A116942}"/>
              </a:ext>
            </a:extLst>
          </p:cNvPr>
          <p:cNvSpPr>
            <a:spLocks xmlns:a="http://schemas.openxmlformats.org/drawingml/2006/main" noGrp="1"/>
          </p:cNvSpPr>
          <p:nvPr/>
        </p:nvSpPr>
        <p:spPr>
          <a:xfrm xmlns:a="http://schemas.openxmlformats.org/drawingml/2006/main">
            <a:off x="7882128" y="2029968"/>
            <a:ext cx="164592" cy="164592"/>
          </a:xfrm>
          <a:prstGeom xmlns:a="http://schemas.openxmlformats.org/drawingml/2006/main" prst="rightArrow">
            <a:avLst/>
          </a:prstGeom>
          <a:solidFill xmlns:a="http://schemas.openxmlformats.org/drawingml/2006/main">
            <a:srgbClr val="9AA6C4"/>
          </a:solidFill>
          <a:ln xmlns:a="http://schemas.openxmlformats.org/drawingml/2006/main" w="12700">
            <a:solidFill>
              <a:srgbClr val="333333"/>
            </a:solidFill>
            <a:prstDash val="solid"/>
          </a:ln>
        </p:spPr>
      </p:sp>
      <p:sp>
        <p:nvSpPr>
          <p:cNvPr id="11" name="Text 9">
            <a:extLst xmlns:a="http://schemas.openxmlformats.org/drawingml/2006/main">
              <a:ext uri="{FF2B5EF4-FFF2-40B4-BE49-F238E27FC236}">
                <a16:creationId xmlns:a16="http://schemas.microsoft.com/office/drawing/2014/main" id="{D06F43A3-B479-49A4-A957-D337A9436AFD}"/>
              </a:ext>
            </a:extLst>
          </p:cNvPr>
          <p:cNvSpPr>
            <a:spLocks xmlns:a="http://schemas.openxmlformats.org/drawingml/2006/main" noGrp="1"/>
          </p:cNvSpPr>
          <p:nvPr/>
        </p:nvSpPr>
        <p:spPr>
          <a:xfrm xmlns:a="http://schemas.openxmlformats.org/drawingml/2006/main">
            <a:off x="8183880" y="1627632"/>
            <a:ext cx="338328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1F7A5C"/>
                </a:solidFill>
                <a:latin typeface="Calibri"/>
                <a:ea typeface="Calibri"/>
                <a:cs typeface="Calibri"/>
              </a:rPr>
              <a:t>It is ready to assign, but no transaction has called it.</a:t>
            </a:r>
            <a:endParaRPr sz="1100"/>
          </a:p>
        </p:txBody>
      </p:sp>
      <p:sp>
        <p:nvSpPr>
          <p:cNvPr id="12" name="Shape 10">
            <a:extLst xmlns:a="http://schemas.openxmlformats.org/drawingml/2006/main">
              <a:ext uri="{FF2B5EF4-FFF2-40B4-BE49-F238E27FC236}">
                <a16:creationId xmlns:a16="http://schemas.microsoft.com/office/drawing/2014/main" id="{DB499511-251B-4306-B4BA-16ABA6A4824A}"/>
              </a:ext>
            </a:extLst>
          </p:cNvPr>
          <p:cNvSpPr>
            <a:spLocks xmlns:a="http://schemas.openxmlformats.org/drawingml/2006/main" noGrp="1"/>
          </p:cNvSpPr>
          <p:nvPr/>
        </p:nvSpPr>
        <p:spPr>
          <a:xfrm xmlns:a="http://schemas.openxmlformats.org/drawingml/2006/main">
            <a:off x="566928" y="2743200"/>
            <a:ext cx="2926080" cy="969264"/>
          </a:xfrm>
          <a:prstGeom xmlns:a="http://schemas.openxmlformats.org/drawingml/2006/main" prst="roundRect">
            <a:avLst>
              <a:gd name="adj" fmla="val 7547"/>
            </a:avLst>
          </a:prstGeom>
          <a:solidFill xmlns:a="http://schemas.openxmlformats.org/drawingml/2006/main">
            <a:srgbClr val="1E2761"/>
          </a:solidFill>
        </p:spPr>
      </p:sp>
      <p:sp>
        <p:nvSpPr>
          <p:cNvPr id="13" name="Text 11">
            <a:extLst xmlns:a="http://schemas.openxmlformats.org/drawingml/2006/main">
              <a:ext uri="{FF2B5EF4-FFF2-40B4-BE49-F238E27FC236}">
                <a16:creationId xmlns:a16="http://schemas.microsoft.com/office/drawing/2014/main" id="{601F2BFC-6662-4F04-901F-2A43FE9575B8}"/>
              </a:ext>
            </a:extLst>
          </p:cNvPr>
          <p:cNvSpPr>
            <a:spLocks xmlns:a="http://schemas.openxmlformats.org/drawingml/2006/main" noGrp="1"/>
          </p:cNvSpPr>
          <p:nvPr/>
        </p:nvSpPr>
        <p:spPr>
          <a:xfrm xmlns:a="http://schemas.openxmlformats.org/drawingml/2006/main">
            <a:off x="749808" y="2743200"/>
            <a:ext cx="256032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FFFFFF"/>
                </a:solidFill>
                <a:latin typeface="Calibri"/>
                <a:ea typeface="Calibri"/>
                <a:cs typeface="Calibri"/>
              </a:rPr>
              <a:t>2 · Assigned</a:t>
            </a:r>
            <a:endParaRPr sz="1350"/>
          </a:p>
        </p:txBody>
      </p:sp>
      <p:sp>
        <p:nvSpPr>
          <p:cNvPr id="14" name="Shape 12">
            <a:extLst xmlns:a="http://schemas.openxmlformats.org/drawingml/2006/main">
              <a:ext uri="{FF2B5EF4-FFF2-40B4-BE49-F238E27FC236}">
                <a16:creationId xmlns:a16="http://schemas.microsoft.com/office/drawing/2014/main" id="{AAC08F26-4563-423D-912B-B64908F9BE66}"/>
              </a:ext>
            </a:extLst>
          </p:cNvPr>
          <p:cNvSpPr>
            <a:spLocks xmlns:a="http://schemas.openxmlformats.org/drawingml/2006/main" noGrp="1"/>
          </p:cNvSpPr>
          <p:nvPr/>
        </p:nvSpPr>
        <p:spPr>
          <a:xfrm xmlns:a="http://schemas.openxmlformats.org/drawingml/2006/main">
            <a:off x="3566160" y="3145536"/>
            <a:ext cx="164592" cy="164592"/>
          </a:xfrm>
          <a:prstGeom xmlns:a="http://schemas.openxmlformats.org/drawingml/2006/main" prst="rightArrow">
            <a:avLst/>
          </a:prstGeom>
          <a:solidFill xmlns:a="http://schemas.openxmlformats.org/drawingml/2006/main">
            <a:srgbClr val="9AA6C4"/>
          </a:solidFill>
          <a:ln xmlns:a="http://schemas.openxmlformats.org/drawingml/2006/main" w="12700">
            <a:solidFill>
              <a:srgbClr val="333333"/>
            </a:solidFill>
            <a:prstDash val="solid"/>
          </a:ln>
        </p:spPr>
      </p:sp>
      <p:sp>
        <p:nvSpPr>
          <p:cNvPr id="15" name="Text 13">
            <a:extLst xmlns:a="http://schemas.openxmlformats.org/drawingml/2006/main">
              <a:ext uri="{FF2B5EF4-FFF2-40B4-BE49-F238E27FC236}">
                <a16:creationId xmlns:a16="http://schemas.microsoft.com/office/drawing/2014/main" id="{A06109E1-72E4-47CA-BDCA-16742DC82650}"/>
              </a:ext>
            </a:extLst>
          </p:cNvPr>
          <p:cNvSpPr>
            <a:spLocks xmlns:a="http://schemas.openxmlformats.org/drawingml/2006/main" noGrp="1"/>
          </p:cNvSpPr>
          <p:nvPr/>
        </p:nvSpPr>
        <p:spPr>
          <a:xfrm xmlns:a="http://schemas.openxmlformats.org/drawingml/2006/main">
            <a:off x="3840480" y="2743200"/>
            <a:ext cx="397764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2B3350"/>
                </a:solidFill>
                <a:latin typeface="Calibri"/>
                <a:ea typeface="Calibri"/>
                <a:cs typeface="Calibri"/>
              </a:rPr>
              <a:t>Purpose, employee scope and frequency are recorded.</a:t>
            </a:r>
            <a:endParaRPr sz="1100"/>
          </a:p>
        </p:txBody>
      </p:sp>
      <p:sp>
        <p:nvSpPr>
          <p:cNvPr id="16" name="Shape 14">
            <a:extLst xmlns:a="http://schemas.openxmlformats.org/drawingml/2006/main">
              <a:ext uri="{FF2B5EF4-FFF2-40B4-BE49-F238E27FC236}">
                <a16:creationId xmlns:a16="http://schemas.microsoft.com/office/drawing/2014/main" id="{272F1537-A6EA-46F6-85F8-60F16DB56626}"/>
              </a:ext>
            </a:extLst>
          </p:cNvPr>
          <p:cNvSpPr>
            <a:spLocks xmlns:a="http://schemas.openxmlformats.org/drawingml/2006/main" noGrp="1"/>
          </p:cNvSpPr>
          <p:nvPr/>
        </p:nvSpPr>
        <p:spPr>
          <a:xfrm xmlns:a="http://schemas.openxmlformats.org/drawingml/2006/main">
            <a:off x="7882128" y="3145536"/>
            <a:ext cx="164592" cy="164592"/>
          </a:xfrm>
          <a:prstGeom xmlns:a="http://schemas.openxmlformats.org/drawingml/2006/main" prst="rightArrow">
            <a:avLst/>
          </a:prstGeom>
          <a:solidFill xmlns:a="http://schemas.openxmlformats.org/drawingml/2006/main">
            <a:srgbClr val="9AA6C4"/>
          </a:solidFill>
          <a:ln xmlns:a="http://schemas.openxmlformats.org/drawingml/2006/main" w="12700">
            <a:solidFill>
              <a:srgbClr val="333333"/>
            </a:solidFill>
            <a:prstDash val="solid"/>
          </a:ln>
        </p:spPr>
      </p:sp>
      <p:sp>
        <p:nvSpPr>
          <p:cNvPr id="17" name="Text 15">
            <a:extLst xmlns:a="http://schemas.openxmlformats.org/drawingml/2006/main">
              <a:ext uri="{FF2B5EF4-FFF2-40B4-BE49-F238E27FC236}">
                <a16:creationId xmlns:a16="http://schemas.microsoft.com/office/drawing/2014/main" id="{7FE3CAE2-BAE5-409F-A2AA-9F9C64970F4F}"/>
              </a:ext>
            </a:extLst>
          </p:cNvPr>
          <p:cNvSpPr>
            <a:spLocks xmlns:a="http://schemas.openxmlformats.org/drawingml/2006/main" noGrp="1"/>
          </p:cNvSpPr>
          <p:nvPr/>
        </p:nvSpPr>
        <p:spPr>
          <a:xfrm xmlns:a="http://schemas.openxmlformats.org/drawingml/2006/main">
            <a:off x="8183880" y="2743200"/>
            <a:ext cx="338328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1F7A5C"/>
                </a:solidFill>
                <a:latin typeface="Calibri"/>
                <a:ea typeface="Calibri"/>
                <a:cs typeface="Calibri"/>
              </a:rPr>
              <a:t>The runtime still has to match this assignment.</a:t>
            </a:r>
            <a:endParaRPr sz="1100"/>
          </a:p>
        </p:txBody>
      </p:sp>
      <p:sp>
        <p:nvSpPr>
          <p:cNvPr id="18" name="Shape 16">
            <a:extLst xmlns:a="http://schemas.openxmlformats.org/drawingml/2006/main">
              <a:ext uri="{FF2B5EF4-FFF2-40B4-BE49-F238E27FC236}">
                <a16:creationId xmlns:a16="http://schemas.microsoft.com/office/drawing/2014/main" id="{D6AA686D-D425-40FC-93BD-3C485B95DCB1}"/>
              </a:ext>
            </a:extLst>
          </p:cNvPr>
          <p:cNvSpPr>
            <a:spLocks xmlns:a="http://schemas.openxmlformats.org/drawingml/2006/main" noGrp="1"/>
          </p:cNvSpPr>
          <p:nvPr/>
        </p:nvSpPr>
        <p:spPr>
          <a:xfrm xmlns:a="http://schemas.openxmlformats.org/drawingml/2006/main">
            <a:off x="566928" y="3858768"/>
            <a:ext cx="2926080" cy="969264"/>
          </a:xfrm>
          <a:prstGeom xmlns:a="http://schemas.openxmlformats.org/drawingml/2006/main" prst="roundRect">
            <a:avLst>
              <a:gd name="adj" fmla="val 7547"/>
            </a:avLst>
          </a:prstGeom>
          <a:solidFill xmlns:a="http://schemas.openxmlformats.org/drawingml/2006/main">
            <a:srgbClr val="1E2761"/>
          </a:solidFill>
        </p:spPr>
      </p:sp>
      <p:sp>
        <p:nvSpPr>
          <p:cNvPr id="19" name="Text 17">
            <a:extLst xmlns:a="http://schemas.openxmlformats.org/drawingml/2006/main">
              <a:ext uri="{FF2B5EF4-FFF2-40B4-BE49-F238E27FC236}">
                <a16:creationId xmlns:a16="http://schemas.microsoft.com/office/drawing/2014/main" id="{52356EAC-87D0-4DF8-A22F-3B660525124D}"/>
              </a:ext>
            </a:extLst>
          </p:cNvPr>
          <p:cNvSpPr>
            <a:spLocks xmlns:a="http://schemas.openxmlformats.org/drawingml/2006/main" noGrp="1"/>
          </p:cNvSpPr>
          <p:nvPr/>
        </p:nvSpPr>
        <p:spPr>
          <a:xfrm xmlns:a="http://schemas.openxmlformats.org/drawingml/2006/main">
            <a:off x="749808" y="3858768"/>
            <a:ext cx="256032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FFFFFF"/>
                </a:solidFill>
                <a:latin typeface="Calibri"/>
                <a:ea typeface="Calibri"/>
                <a:cs typeface="Calibri"/>
              </a:rPr>
              <a:t>3 · Executed</a:t>
            </a:r>
            <a:endParaRPr sz="1350"/>
          </a:p>
        </p:txBody>
      </p:sp>
      <p:sp>
        <p:nvSpPr>
          <p:cNvPr id="20" name="Shape 18">
            <a:extLst xmlns:a="http://schemas.openxmlformats.org/drawingml/2006/main">
              <a:ext uri="{FF2B5EF4-FFF2-40B4-BE49-F238E27FC236}">
                <a16:creationId xmlns:a16="http://schemas.microsoft.com/office/drawing/2014/main" id="{EC1D02AF-4544-4FD4-AA61-7B510A44520D}"/>
              </a:ext>
            </a:extLst>
          </p:cNvPr>
          <p:cNvSpPr>
            <a:spLocks xmlns:a="http://schemas.openxmlformats.org/drawingml/2006/main" noGrp="1"/>
          </p:cNvSpPr>
          <p:nvPr/>
        </p:nvSpPr>
        <p:spPr>
          <a:xfrm xmlns:a="http://schemas.openxmlformats.org/drawingml/2006/main">
            <a:off x="3566160" y="4261104"/>
            <a:ext cx="164592" cy="164592"/>
          </a:xfrm>
          <a:prstGeom xmlns:a="http://schemas.openxmlformats.org/drawingml/2006/main" prst="rightArrow">
            <a:avLst/>
          </a:prstGeom>
          <a:solidFill xmlns:a="http://schemas.openxmlformats.org/drawingml/2006/main">
            <a:srgbClr val="9AA6C4"/>
          </a:solidFill>
          <a:ln xmlns:a="http://schemas.openxmlformats.org/drawingml/2006/main" w="12700">
            <a:solidFill>
              <a:srgbClr val="333333"/>
            </a:solidFill>
            <a:prstDash val="solid"/>
          </a:ln>
        </p:spPr>
      </p:sp>
      <p:sp>
        <p:nvSpPr>
          <p:cNvPr id="21" name="Text 19">
            <a:extLst xmlns:a="http://schemas.openxmlformats.org/drawingml/2006/main">
              <a:ext uri="{FF2B5EF4-FFF2-40B4-BE49-F238E27FC236}">
                <a16:creationId xmlns:a16="http://schemas.microsoft.com/office/drawing/2014/main" id="{70A91380-7160-47B7-A530-D794721B1D11}"/>
              </a:ext>
            </a:extLst>
          </p:cNvPr>
          <p:cNvSpPr>
            <a:spLocks xmlns:a="http://schemas.openxmlformats.org/drawingml/2006/main" noGrp="1"/>
          </p:cNvSpPr>
          <p:nvPr/>
        </p:nvSpPr>
        <p:spPr>
          <a:xfrm xmlns:a="http://schemas.openxmlformats.org/drawingml/2006/main">
            <a:off x="3840480" y="3858768"/>
            <a:ext cx="397764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2B3350"/>
                </a:solidFill>
                <a:latin typeface="Calibri"/>
                <a:ea typeface="Calibri"/>
                <a:cs typeface="Calibri"/>
              </a:rPr>
              <a:t>A consumer supplied real values and called the code.</a:t>
            </a:r>
            <a:endParaRPr sz="1100"/>
          </a:p>
        </p:txBody>
      </p:sp>
      <p:sp>
        <p:nvSpPr>
          <p:cNvPr id="22" name="Shape 20">
            <a:extLst xmlns:a="http://schemas.openxmlformats.org/drawingml/2006/main">
              <a:ext uri="{FF2B5EF4-FFF2-40B4-BE49-F238E27FC236}">
                <a16:creationId xmlns:a16="http://schemas.microsoft.com/office/drawing/2014/main" id="{0C10E17E-F6CF-43B5-B08E-ED2B5C71DAD6}"/>
              </a:ext>
            </a:extLst>
          </p:cNvPr>
          <p:cNvSpPr>
            <a:spLocks xmlns:a="http://schemas.openxmlformats.org/drawingml/2006/main" noGrp="1"/>
          </p:cNvSpPr>
          <p:nvPr/>
        </p:nvSpPr>
        <p:spPr>
          <a:xfrm xmlns:a="http://schemas.openxmlformats.org/drawingml/2006/main">
            <a:off x="7882128" y="4261104"/>
            <a:ext cx="164592" cy="164592"/>
          </a:xfrm>
          <a:prstGeom xmlns:a="http://schemas.openxmlformats.org/drawingml/2006/main" prst="rightArrow">
            <a:avLst/>
          </a:prstGeom>
          <a:solidFill xmlns:a="http://schemas.openxmlformats.org/drawingml/2006/main">
            <a:srgbClr val="9AA6C4"/>
          </a:solidFill>
          <a:ln xmlns:a="http://schemas.openxmlformats.org/drawingml/2006/main" w="12700">
            <a:solidFill>
              <a:srgbClr val="333333"/>
            </a:solidFill>
            <a:prstDash val="solid"/>
          </a:ln>
        </p:spPr>
      </p:sp>
      <p:sp>
        <p:nvSpPr>
          <p:cNvPr id="23" name="Text 21">
            <a:extLst xmlns:a="http://schemas.openxmlformats.org/drawingml/2006/main">
              <a:ext uri="{FF2B5EF4-FFF2-40B4-BE49-F238E27FC236}">
                <a16:creationId xmlns:a16="http://schemas.microsoft.com/office/drawing/2014/main" id="{0BA18A2A-6846-48FF-ACC9-AF602968A320}"/>
              </a:ext>
            </a:extLst>
          </p:cNvPr>
          <p:cNvSpPr>
            <a:spLocks xmlns:a="http://schemas.openxmlformats.org/drawingml/2006/main" noGrp="1"/>
          </p:cNvSpPr>
          <p:nvPr/>
        </p:nvSpPr>
        <p:spPr>
          <a:xfrm xmlns:a="http://schemas.openxmlformats.org/drawingml/2006/main">
            <a:off x="8183880" y="3858768"/>
            <a:ext cx="338328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1F7A5C"/>
                </a:solidFill>
                <a:latin typeface="Calibri"/>
                <a:ea typeface="Calibri"/>
                <a:cs typeface="Calibri"/>
              </a:rPr>
              <a:t>The result and evidence are saved in a transaction.</a:t>
            </a:r>
            <a:endParaRPr sz="1100"/>
          </a:p>
        </p:txBody>
      </p:sp>
      <p:sp>
        <p:nvSpPr>
          <p:cNvPr id="24" name="Shape 22">
            <a:extLst xmlns:a="http://schemas.openxmlformats.org/drawingml/2006/main">
              <a:ext uri="{FF2B5EF4-FFF2-40B4-BE49-F238E27FC236}">
                <a16:creationId xmlns:a16="http://schemas.microsoft.com/office/drawing/2014/main" id="{87150B80-19C0-4EB6-910B-95AC1D85EED0}"/>
              </a:ext>
            </a:extLst>
          </p:cNvPr>
          <p:cNvSpPr>
            <a:spLocks xmlns:a="http://schemas.openxmlformats.org/drawingml/2006/main" noGrp="1"/>
          </p:cNvSpPr>
          <p:nvPr/>
        </p:nvSpPr>
        <p:spPr>
          <a:xfrm xmlns:a="http://schemas.openxmlformats.org/drawingml/2006/main">
            <a:off x="566928" y="4974336"/>
            <a:ext cx="2926080" cy="969264"/>
          </a:xfrm>
          <a:prstGeom xmlns:a="http://schemas.openxmlformats.org/drawingml/2006/main" prst="roundRect">
            <a:avLst>
              <a:gd name="adj" fmla="val 7547"/>
            </a:avLst>
          </a:prstGeom>
          <a:solidFill xmlns:a="http://schemas.openxmlformats.org/drawingml/2006/main">
            <a:srgbClr val="1E2761"/>
          </a:solidFill>
        </p:spPr>
      </p:sp>
      <p:sp>
        <p:nvSpPr>
          <p:cNvPr id="25" name="Text 23">
            <a:extLst xmlns:a="http://schemas.openxmlformats.org/drawingml/2006/main">
              <a:ext uri="{FF2B5EF4-FFF2-40B4-BE49-F238E27FC236}">
                <a16:creationId xmlns:a16="http://schemas.microsoft.com/office/drawing/2014/main" id="{2B559838-D752-46C6-8A61-5C84B20E2628}"/>
              </a:ext>
            </a:extLst>
          </p:cNvPr>
          <p:cNvSpPr>
            <a:spLocks xmlns:a="http://schemas.openxmlformats.org/drawingml/2006/main" noGrp="1"/>
          </p:cNvSpPr>
          <p:nvPr/>
        </p:nvSpPr>
        <p:spPr>
          <a:xfrm xmlns:a="http://schemas.openxmlformats.org/drawingml/2006/main">
            <a:off x="749808" y="4974336"/>
            <a:ext cx="256032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FFFFFF"/>
                </a:solidFill>
                <a:latin typeface="Calibri"/>
                <a:ea typeface="Calibri"/>
                <a:cs typeface="Calibri"/>
              </a:rPr>
              <a:t>Do not confuse them</a:t>
            </a:r>
            <a:endParaRPr sz="1350"/>
          </a:p>
        </p:txBody>
      </p:sp>
      <p:sp>
        <p:nvSpPr>
          <p:cNvPr id="26" name="Shape 24">
            <a:extLst xmlns:a="http://schemas.openxmlformats.org/drawingml/2006/main">
              <a:ext uri="{FF2B5EF4-FFF2-40B4-BE49-F238E27FC236}">
                <a16:creationId xmlns:a16="http://schemas.microsoft.com/office/drawing/2014/main" id="{0A0DDF09-D41C-4A51-A877-65767926E1CC}"/>
              </a:ext>
            </a:extLst>
          </p:cNvPr>
          <p:cNvSpPr>
            <a:spLocks xmlns:a="http://schemas.openxmlformats.org/drawingml/2006/main" noGrp="1"/>
          </p:cNvSpPr>
          <p:nvPr/>
        </p:nvSpPr>
        <p:spPr>
          <a:xfrm xmlns:a="http://schemas.openxmlformats.org/drawingml/2006/main">
            <a:off x="3566160" y="5376672"/>
            <a:ext cx="164592" cy="164592"/>
          </a:xfrm>
          <a:prstGeom xmlns:a="http://schemas.openxmlformats.org/drawingml/2006/main" prst="rightArrow">
            <a:avLst/>
          </a:prstGeom>
          <a:solidFill xmlns:a="http://schemas.openxmlformats.org/drawingml/2006/main">
            <a:srgbClr val="9AA6C4"/>
          </a:solidFill>
          <a:ln xmlns:a="http://schemas.openxmlformats.org/drawingml/2006/main" w="12700">
            <a:solidFill>
              <a:srgbClr val="333333"/>
            </a:solidFill>
            <a:prstDash val="solid"/>
          </a:ln>
        </p:spPr>
      </p:sp>
      <p:sp>
        <p:nvSpPr>
          <p:cNvPr id="27" name="Text 25">
            <a:extLst xmlns:a="http://schemas.openxmlformats.org/drawingml/2006/main">
              <a:ext uri="{FF2B5EF4-FFF2-40B4-BE49-F238E27FC236}">
                <a16:creationId xmlns:a16="http://schemas.microsoft.com/office/drawing/2014/main" id="{90196989-A162-40D4-90CF-62EAF435846E}"/>
              </a:ext>
            </a:extLst>
          </p:cNvPr>
          <p:cNvSpPr>
            <a:spLocks xmlns:a="http://schemas.openxmlformats.org/drawingml/2006/main" noGrp="1"/>
          </p:cNvSpPr>
          <p:nvPr/>
        </p:nvSpPr>
        <p:spPr>
          <a:xfrm xmlns:a="http://schemas.openxmlformats.org/drawingml/2006/main">
            <a:off x="3840480" y="4974336"/>
            <a:ext cx="397764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2B3350"/>
                </a:solidFill>
                <a:latin typeface="Calibri"/>
                <a:ea typeface="Calibri"/>
                <a:cs typeface="Calibri"/>
              </a:rPr>
              <a:t>A saved assignment is governance, not an automatic payroll call.</a:t>
            </a:r>
            <a:endParaRPr sz="1100"/>
          </a:p>
        </p:txBody>
      </p:sp>
      <p:sp>
        <p:nvSpPr>
          <p:cNvPr id="28" name="Shape 26">
            <a:extLst xmlns:a="http://schemas.openxmlformats.org/drawingml/2006/main">
              <a:ext uri="{FF2B5EF4-FFF2-40B4-BE49-F238E27FC236}">
                <a16:creationId xmlns:a16="http://schemas.microsoft.com/office/drawing/2014/main" id="{B3FA3C8A-9A6B-4698-8B61-C7812B6E4929}"/>
              </a:ext>
            </a:extLst>
          </p:cNvPr>
          <p:cNvSpPr>
            <a:spLocks xmlns:a="http://schemas.openxmlformats.org/drawingml/2006/main" noGrp="1"/>
          </p:cNvSpPr>
          <p:nvPr/>
        </p:nvSpPr>
        <p:spPr>
          <a:xfrm xmlns:a="http://schemas.openxmlformats.org/drawingml/2006/main">
            <a:off x="7882128" y="5376672"/>
            <a:ext cx="164592" cy="164592"/>
          </a:xfrm>
          <a:prstGeom xmlns:a="http://schemas.openxmlformats.org/drawingml/2006/main" prst="rightArrow">
            <a:avLst/>
          </a:prstGeom>
          <a:solidFill xmlns:a="http://schemas.openxmlformats.org/drawingml/2006/main">
            <a:srgbClr val="9AA6C4"/>
          </a:solidFill>
          <a:ln xmlns:a="http://schemas.openxmlformats.org/drawingml/2006/main" w="12700">
            <a:solidFill>
              <a:srgbClr val="333333"/>
            </a:solidFill>
            <a:prstDash val="solid"/>
          </a:ln>
        </p:spPr>
      </p:sp>
      <p:sp>
        <p:nvSpPr>
          <p:cNvPr id="29" name="Text 27">
            <a:extLst xmlns:a="http://schemas.openxmlformats.org/drawingml/2006/main">
              <a:ext uri="{FF2B5EF4-FFF2-40B4-BE49-F238E27FC236}">
                <a16:creationId xmlns:a16="http://schemas.microsoft.com/office/drawing/2014/main" id="{788F34A1-EFE1-4687-AC2C-B00AFDB11BCB}"/>
              </a:ext>
            </a:extLst>
          </p:cNvPr>
          <p:cNvSpPr>
            <a:spLocks xmlns:a="http://schemas.openxmlformats.org/drawingml/2006/main" noGrp="1"/>
          </p:cNvSpPr>
          <p:nvPr/>
        </p:nvSpPr>
        <p:spPr>
          <a:xfrm xmlns:a="http://schemas.openxmlformats.org/drawingml/2006/main">
            <a:off x="8183880" y="4974336"/>
            <a:ext cx="338328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1F7A5C"/>
                </a:solidFill>
                <a:latin typeface="Calibri"/>
                <a:ea typeface="Calibri"/>
                <a:cs typeface="Calibri"/>
              </a:rPr>
              <a:t>Integration must resolve and invoke the computation.</a:t>
            </a:r>
            <a:endParaRPr sz="1100"/>
          </a:p>
        </p:txBody>
      </p:sp>
    </p:spTree>
    <p:extLst>
      <p:ext uri="{BB962C8B-B14F-4D97-AF65-F5344CB8AC3E}">
        <p14:creationId xmlns:p14="http://schemas.microsoft.com/office/powerpoint/2010/main" val="910483319"/>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A870FCF-7386-41AD-9D84-DAE337CAE7B3}"/>
              </a:ext>
            </a:extLst>
          </p:cNvPr>
          <p:cNvSpPr>
            <a:spLocks xmlns:a="http://schemas.openxmlformats.org/drawingml/2006/main" noGrp="1"/>
          </p:cNvSpPr>
          <p:nvPr/>
        </p:nvSpPr>
        <p:spPr>
          <a:xfrm xmlns:a="http://schemas.openxmlformats.org/drawingml/2006/main">
            <a:off x="566928" y="329184"/>
            <a:ext cx="11027664"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HOW IT CONNECTS TO ATLAS</a:t>
            </a:r>
            <a:endParaRPr sz="1000"/>
          </a:p>
        </p:txBody>
      </p:sp>
      <p:sp>
        <p:nvSpPr>
          <p:cNvPr id="3" name="Text 1">
            <a:extLst xmlns:a="http://schemas.openxmlformats.org/drawingml/2006/main">
              <a:ext uri="{FF2B5EF4-FFF2-40B4-BE49-F238E27FC236}">
                <a16:creationId xmlns:a16="http://schemas.microsoft.com/office/drawing/2014/main" id="{7C80B416-02EF-4913-9772-FAC6B1676BBD}"/>
              </a:ext>
            </a:extLst>
          </p:cNvPr>
          <p:cNvSpPr>
            <a:spLocks xmlns:a="http://schemas.openxmlformats.org/drawingml/2006/main" noGrp="1"/>
          </p:cNvSpPr>
          <p:nvPr/>
        </p:nvSpPr>
        <p:spPr>
          <a:xfrm xmlns:a="http://schemas.openxmlformats.org/drawingml/2006/main">
            <a:off x="566928" y="548640"/>
            <a:ext cx="110276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Each module supplies something different</a:t>
            </a:r>
            <a:endParaRPr sz="3000"/>
          </a:p>
        </p:txBody>
      </p:sp>
      <p:sp>
        <p:nvSpPr>
          <p:cNvPr id="4" name="Text 2">
            <a:extLst xmlns:a="http://schemas.openxmlformats.org/drawingml/2006/main">
              <a:ext uri="{FF2B5EF4-FFF2-40B4-BE49-F238E27FC236}">
                <a16:creationId xmlns:a16="http://schemas.microsoft.com/office/drawing/2014/main" id="{DEDFEA7B-57D8-4F38-93C9-FA4747770335}"/>
              </a:ext>
            </a:extLst>
          </p:cNvPr>
          <p:cNvSpPr>
            <a:spLocks xmlns:a="http://schemas.openxmlformats.org/drawingml/2006/main" noGrp="1"/>
          </p:cNvSpPr>
          <p:nvPr/>
        </p:nvSpPr>
        <p:spPr>
          <a:xfrm xmlns:a="http://schemas.openxmlformats.org/drawingml/2006/main">
            <a:off x="3703320" y="1298448"/>
            <a:ext cx="40233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5A6280"/>
                </a:solidFill>
                <a:latin typeface="Calibri"/>
                <a:ea typeface="Calibri"/>
                <a:cs typeface="Calibri"/>
              </a:rPr>
              <a:t>ATLAS area</a:t>
            </a:r>
            <a:endParaRPr sz="1050"/>
          </a:p>
        </p:txBody>
      </p:sp>
      <p:sp>
        <p:nvSpPr>
          <p:cNvPr id="5" name="Text 3">
            <a:extLst xmlns:a="http://schemas.openxmlformats.org/drawingml/2006/main">
              <a:ext uri="{FF2B5EF4-FFF2-40B4-BE49-F238E27FC236}">
                <a16:creationId xmlns:a16="http://schemas.microsoft.com/office/drawing/2014/main" id="{A16DB8CB-7AB9-4FC5-8881-5B3F767B592D}"/>
              </a:ext>
            </a:extLst>
          </p:cNvPr>
          <p:cNvSpPr>
            <a:spLocks xmlns:a="http://schemas.openxmlformats.org/drawingml/2006/main" noGrp="1"/>
          </p:cNvSpPr>
          <p:nvPr/>
        </p:nvSpPr>
        <p:spPr>
          <a:xfrm xmlns:a="http://schemas.openxmlformats.org/drawingml/2006/main">
            <a:off x="8001000" y="1298448"/>
            <a:ext cx="35661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5A6280"/>
                </a:solidFill>
                <a:latin typeface="Calibri"/>
                <a:ea typeface="Calibri"/>
                <a:cs typeface="Calibri"/>
              </a:rPr>
              <a:t>Supplies / affects</a:t>
            </a:r>
            <a:endParaRPr sz="1050"/>
          </a:p>
        </p:txBody>
      </p:sp>
      <p:sp>
        <p:nvSpPr>
          <p:cNvPr id="6" name="Shape 4">
            <a:extLst xmlns:a="http://schemas.openxmlformats.org/drawingml/2006/main">
              <a:ext uri="{FF2B5EF4-FFF2-40B4-BE49-F238E27FC236}">
                <a16:creationId xmlns:a16="http://schemas.microsoft.com/office/drawing/2014/main" id="{16D2A6AF-C516-4770-900D-8BCBF2F50D80}"/>
              </a:ext>
            </a:extLst>
          </p:cNvPr>
          <p:cNvSpPr>
            <a:spLocks xmlns:a="http://schemas.openxmlformats.org/drawingml/2006/main" noGrp="1"/>
          </p:cNvSpPr>
          <p:nvPr/>
        </p:nvSpPr>
        <p:spPr>
          <a:xfrm xmlns:a="http://schemas.openxmlformats.org/drawingml/2006/main">
            <a:off x="566928" y="1627632"/>
            <a:ext cx="2926080" cy="969264"/>
          </a:xfrm>
          <a:prstGeom xmlns:a="http://schemas.openxmlformats.org/drawingml/2006/main" prst="roundRect">
            <a:avLst>
              <a:gd name="adj" fmla="val 7547"/>
            </a:avLst>
          </a:prstGeom>
          <a:solidFill xmlns:a="http://schemas.openxmlformats.org/drawingml/2006/main">
            <a:srgbClr val="1E2761"/>
          </a:solidFill>
        </p:spPr>
      </p:sp>
      <p:sp>
        <p:nvSpPr>
          <p:cNvPr id="7" name="Text 5">
            <a:extLst xmlns:a="http://schemas.openxmlformats.org/drawingml/2006/main">
              <a:ext uri="{FF2B5EF4-FFF2-40B4-BE49-F238E27FC236}">
                <a16:creationId xmlns:a16="http://schemas.microsoft.com/office/drawing/2014/main" id="{44D4A872-ECF0-4834-A1AF-B319A7C90D99}"/>
              </a:ext>
            </a:extLst>
          </p:cNvPr>
          <p:cNvSpPr>
            <a:spLocks xmlns:a="http://schemas.openxmlformats.org/drawingml/2006/main" noGrp="1"/>
          </p:cNvSpPr>
          <p:nvPr/>
        </p:nvSpPr>
        <p:spPr>
          <a:xfrm xmlns:a="http://schemas.openxmlformats.org/drawingml/2006/main">
            <a:off x="749808" y="1627632"/>
            <a:ext cx="256032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FFFFFF"/>
                </a:solidFill>
                <a:latin typeface="Calibri"/>
                <a:ea typeface="Calibri"/>
                <a:cs typeface="Calibri"/>
              </a:rPr>
              <a:t>HRM / Employee Masterfile</a:t>
            </a:r>
            <a:endParaRPr sz="1350"/>
          </a:p>
        </p:txBody>
      </p:sp>
      <p:sp>
        <p:nvSpPr>
          <p:cNvPr id="8" name="Shape 6">
            <a:extLst xmlns:a="http://schemas.openxmlformats.org/drawingml/2006/main">
              <a:ext uri="{FF2B5EF4-FFF2-40B4-BE49-F238E27FC236}">
                <a16:creationId xmlns:a16="http://schemas.microsoft.com/office/drawing/2014/main" id="{0671AC8E-DD23-46B1-AD90-41207053BBDB}"/>
              </a:ext>
            </a:extLst>
          </p:cNvPr>
          <p:cNvSpPr>
            <a:spLocks xmlns:a="http://schemas.openxmlformats.org/drawingml/2006/main" noGrp="1"/>
          </p:cNvSpPr>
          <p:nvPr/>
        </p:nvSpPr>
        <p:spPr>
          <a:xfrm xmlns:a="http://schemas.openxmlformats.org/drawingml/2006/main">
            <a:off x="3566160" y="2029968"/>
            <a:ext cx="164592" cy="164592"/>
          </a:xfrm>
          <a:prstGeom xmlns:a="http://schemas.openxmlformats.org/drawingml/2006/main" prst="rightArrow">
            <a:avLst/>
          </a:prstGeom>
          <a:solidFill xmlns:a="http://schemas.openxmlformats.org/drawingml/2006/main">
            <a:srgbClr val="9AA6C4"/>
          </a:solidFill>
          <a:ln xmlns:a="http://schemas.openxmlformats.org/drawingml/2006/main" w="12700">
            <a:solidFill>
              <a:srgbClr val="333333"/>
            </a:solidFill>
            <a:prstDash val="solid"/>
          </a:ln>
        </p:spPr>
      </p:sp>
      <p:sp>
        <p:nvSpPr>
          <p:cNvPr id="9" name="Text 7">
            <a:extLst xmlns:a="http://schemas.openxmlformats.org/drawingml/2006/main">
              <a:ext uri="{FF2B5EF4-FFF2-40B4-BE49-F238E27FC236}">
                <a16:creationId xmlns:a16="http://schemas.microsoft.com/office/drawing/2014/main" id="{2CE2F568-BDAF-42CC-81EB-47DE8BD5C302}"/>
              </a:ext>
            </a:extLst>
          </p:cNvPr>
          <p:cNvSpPr>
            <a:spLocks xmlns:a="http://schemas.openxmlformats.org/drawingml/2006/main" noGrp="1"/>
          </p:cNvSpPr>
          <p:nvPr/>
        </p:nvSpPr>
        <p:spPr>
          <a:xfrm xmlns:a="http://schemas.openxmlformats.org/drawingml/2006/main">
            <a:off x="3840480" y="1627632"/>
            <a:ext cx="397764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2B3350"/>
                </a:solidFill>
                <a:latin typeface="Calibri"/>
                <a:ea typeface="Calibri"/>
                <a:cs typeface="Calibri"/>
              </a:rPr>
              <a:t>Salary, dates, group, status, plan and employee attributes.</a:t>
            </a:r>
            <a:endParaRPr sz="1100"/>
          </a:p>
        </p:txBody>
      </p:sp>
      <p:sp>
        <p:nvSpPr>
          <p:cNvPr id="10" name="Shape 8">
            <a:extLst xmlns:a="http://schemas.openxmlformats.org/drawingml/2006/main">
              <a:ext uri="{FF2B5EF4-FFF2-40B4-BE49-F238E27FC236}">
                <a16:creationId xmlns:a16="http://schemas.microsoft.com/office/drawing/2014/main" id="{66B0CFDD-4309-4F6D-BDF1-FC2A3A116942}"/>
              </a:ext>
            </a:extLst>
          </p:cNvPr>
          <p:cNvSpPr>
            <a:spLocks xmlns:a="http://schemas.openxmlformats.org/drawingml/2006/main" noGrp="1"/>
          </p:cNvSpPr>
          <p:nvPr/>
        </p:nvSpPr>
        <p:spPr>
          <a:xfrm xmlns:a="http://schemas.openxmlformats.org/drawingml/2006/main">
            <a:off x="7882128" y="2029968"/>
            <a:ext cx="164592" cy="164592"/>
          </a:xfrm>
          <a:prstGeom xmlns:a="http://schemas.openxmlformats.org/drawingml/2006/main" prst="rightArrow">
            <a:avLst/>
          </a:prstGeom>
          <a:solidFill xmlns:a="http://schemas.openxmlformats.org/drawingml/2006/main">
            <a:srgbClr val="9AA6C4"/>
          </a:solidFill>
          <a:ln xmlns:a="http://schemas.openxmlformats.org/drawingml/2006/main" w="12700">
            <a:solidFill>
              <a:srgbClr val="333333"/>
            </a:solidFill>
            <a:prstDash val="solid"/>
          </a:ln>
        </p:spPr>
      </p:sp>
      <p:sp>
        <p:nvSpPr>
          <p:cNvPr id="11" name="Text 9">
            <a:extLst xmlns:a="http://schemas.openxmlformats.org/drawingml/2006/main">
              <a:ext uri="{FF2B5EF4-FFF2-40B4-BE49-F238E27FC236}">
                <a16:creationId xmlns:a16="http://schemas.microsoft.com/office/drawing/2014/main" id="{D06F43A3-B479-49A4-A957-D337A9436AFD}"/>
              </a:ext>
            </a:extLst>
          </p:cNvPr>
          <p:cNvSpPr>
            <a:spLocks xmlns:a="http://schemas.openxmlformats.org/drawingml/2006/main" noGrp="1"/>
          </p:cNvSpPr>
          <p:nvPr/>
        </p:nvSpPr>
        <p:spPr>
          <a:xfrm xmlns:a="http://schemas.openxmlformats.org/drawingml/2006/main">
            <a:off x="8183880" y="1627632"/>
            <a:ext cx="338328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1F7A5C"/>
                </a:solidFill>
                <a:latin typeface="Calibri"/>
                <a:ea typeface="Calibri"/>
                <a:cs typeface="Calibri"/>
              </a:rPr>
              <a:t>Variables, eligibility and assignment scope.</a:t>
            </a:r>
            <a:endParaRPr sz="1100"/>
          </a:p>
        </p:txBody>
      </p:sp>
      <p:sp>
        <p:nvSpPr>
          <p:cNvPr id="12" name="Shape 10">
            <a:extLst xmlns:a="http://schemas.openxmlformats.org/drawingml/2006/main">
              <a:ext uri="{FF2B5EF4-FFF2-40B4-BE49-F238E27FC236}">
                <a16:creationId xmlns:a16="http://schemas.microsoft.com/office/drawing/2014/main" id="{DB499511-251B-4306-B4BA-16ABA6A4824A}"/>
              </a:ext>
            </a:extLst>
          </p:cNvPr>
          <p:cNvSpPr>
            <a:spLocks xmlns:a="http://schemas.openxmlformats.org/drawingml/2006/main" noGrp="1"/>
          </p:cNvSpPr>
          <p:nvPr/>
        </p:nvSpPr>
        <p:spPr>
          <a:xfrm xmlns:a="http://schemas.openxmlformats.org/drawingml/2006/main">
            <a:off x="566928" y="2743200"/>
            <a:ext cx="2926080" cy="969264"/>
          </a:xfrm>
          <a:prstGeom xmlns:a="http://schemas.openxmlformats.org/drawingml/2006/main" prst="roundRect">
            <a:avLst>
              <a:gd name="adj" fmla="val 7547"/>
            </a:avLst>
          </a:prstGeom>
          <a:solidFill xmlns:a="http://schemas.openxmlformats.org/drawingml/2006/main">
            <a:srgbClr val="1E2761"/>
          </a:solidFill>
        </p:spPr>
      </p:sp>
      <p:sp>
        <p:nvSpPr>
          <p:cNvPr id="13" name="Text 11">
            <a:extLst xmlns:a="http://schemas.openxmlformats.org/drawingml/2006/main">
              <a:ext uri="{FF2B5EF4-FFF2-40B4-BE49-F238E27FC236}">
                <a16:creationId xmlns:a16="http://schemas.microsoft.com/office/drawing/2014/main" id="{601F2BFC-6662-4F04-901F-2A43FE9575B8}"/>
              </a:ext>
            </a:extLst>
          </p:cNvPr>
          <p:cNvSpPr>
            <a:spLocks xmlns:a="http://schemas.openxmlformats.org/drawingml/2006/main" noGrp="1"/>
          </p:cNvSpPr>
          <p:nvPr/>
        </p:nvSpPr>
        <p:spPr>
          <a:xfrm xmlns:a="http://schemas.openxmlformats.org/drawingml/2006/main">
            <a:off x="749808" y="2743200"/>
            <a:ext cx="256032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FFFFFF"/>
                </a:solidFill>
                <a:latin typeface="Calibri"/>
                <a:ea typeface="Calibri"/>
                <a:cs typeface="Calibri"/>
              </a:rPr>
              <a:t>Timekeeping</a:t>
            </a:r>
            <a:endParaRPr sz="1350"/>
          </a:p>
        </p:txBody>
      </p:sp>
      <p:sp>
        <p:nvSpPr>
          <p:cNvPr id="14" name="Shape 12">
            <a:extLst xmlns:a="http://schemas.openxmlformats.org/drawingml/2006/main">
              <a:ext uri="{FF2B5EF4-FFF2-40B4-BE49-F238E27FC236}">
                <a16:creationId xmlns:a16="http://schemas.microsoft.com/office/drawing/2014/main" id="{AAC08F26-4563-423D-912B-B64908F9BE66}"/>
              </a:ext>
            </a:extLst>
          </p:cNvPr>
          <p:cNvSpPr>
            <a:spLocks xmlns:a="http://schemas.openxmlformats.org/drawingml/2006/main" noGrp="1"/>
          </p:cNvSpPr>
          <p:nvPr/>
        </p:nvSpPr>
        <p:spPr>
          <a:xfrm xmlns:a="http://schemas.openxmlformats.org/drawingml/2006/main">
            <a:off x="3566160" y="3145536"/>
            <a:ext cx="164592" cy="164592"/>
          </a:xfrm>
          <a:prstGeom xmlns:a="http://schemas.openxmlformats.org/drawingml/2006/main" prst="rightArrow">
            <a:avLst/>
          </a:prstGeom>
          <a:solidFill xmlns:a="http://schemas.openxmlformats.org/drawingml/2006/main">
            <a:srgbClr val="9AA6C4"/>
          </a:solidFill>
          <a:ln xmlns:a="http://schemas.openxmlformats.org/drawingml/2006/main" w="12700">
            <a:solidFill>
              <a:srgbClr val="333333"/>
            </a:solidFill>
            <a:prstDash val="solid"/>
          </a:ln>
        </p:spPr>
      </p:sp>
      <p:sp>
        <p:nvSpPr>
          <p:cNvPr id="15" name="Text 13">
            <a:extLst xmlns:a="http://schemas.openxmlformats.org/drawingml/2006/main">
              <a:ext uri="{FF2B5EF4-FFF2-40B4-BE49-F238E27FC236}">
                <a16:creationId xmlns:a16="http://schemas.microsoft.com/office/drawing/2014/main" id="{A06109E1-72E4-47CA-BDCA-16742DC82650}"/>
              </a:ext>
            </a:extLst>
          </p:cNvPr>
          <p:cNvSpPr>
            <a:spLocks xmlns:a="http://schemas.openxmlformats.org/drawingml/2006/main" noGrp="1"/>
          </p:cNvSpPr>
          <p:nvPr/>
        </p:nvSpPr>
        <p:spPr>
          <a:xfrm xmlns:a="http://schemas.openxmlformats.org/drawingml/2006/main">
            <a:off x="3840480" y="2743200"/>
            <a:ext cx="397764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2B3350"/>
                </a:solidFill>
                <a:latin typeface="Calibri"/>
                <a:ea typeface="Calibri"/>
                <a:cs typeface="Calibri"/>
              </a:rPr>
              <a:t>Approved hours, days, shifts, overtime, absences and units.</a:t>
            </a:r>
            <a:endParaRPr sz="1100"/>
          </a:p>
        </p:txBody>
      </p:sp>
      <p:sp>
        <p:nvSpPr>
          <p:cNvPr id="16" name="Shape 14">
            <a:extLst xmlns:a="http://schemas.openxmlformats.org/drawingml/2006/main">
              <a:ext uri="{FF2B5EF4-FFF2-40B4-BE49-F238E27FC236}">
                <a16:creationId xmlns:a16="http://schemas.microsoft.com/office/drawing/2014/main" id="{272F1537-A6EA-46F6-85F8-60F16DB56626}"/>
              </a:ext>
            </a:extLst>
          </p:cNvPr>
          <p:cNvSpPr>
            <a:spLocks xmlns:a="http://schemas.openxmlformats.org/drawingml/2006/main" noGrp="1"/>
          </p:cNvSpPr>
          <p:nvPr/>
        </p:nvSpPr>
        <p:spPr>
          <a:xfrm xmlns:a="http://schemas.openxmlformats.org/drawingml/2006/main">
            <a:off x="7882128" y="3145536"/>
            <a:ext cx="164592" cy="164592"/>
          </a:xfrm>
          <a:prstGeom xmlns:a="http://schemas.openxmlformats.org/drawingml/2006/main" prst="rightArrow">
            <a:avLst/>
          </a:prstGeom>
          <a:solidFill xmlns:a="http://schemas.openxmlformats.org/drawingml/2006/main">
            <a:srgbClr val="9AA6C4"/>
          </a:solidFill>
          <a:ln xmlns:a="http://schemas.openxmlformats.org/drawingml/2006/main" w="12700">
            <a:solidFill>
              <a:srgbClr val="333333"/>
            </a:solidFill>
            <a:prstDash val="solid"/>
          </a:ln>
        </p:spPr>
      </p:sp>
      <p:sp>
        <p:nvSpPr>
          <p:cNvPr id="17" name="Text 15">
            <a:extLst xmlns:a="http://schemas.openxmlformats.org/drawingml/2006/main">
              <a:ext uri="{FF2B5EF4-FFF2-40B4-BE49-F238E27FC236}">
                <a16:creationId xmlns:a16="http://schemas.microsoft.com/office/drawing/2014/main" id="{7FE3CAE2-BAE5-409F-A2AA-9F9C64970F4F}"/>
              </a:ext>
            </a:extLst>
          </p:cNvPr>
          <p:cNvSpPr>
            <a:spLocks xmlns:a="http://schemas.openxmlformats.org/drawingml/2006/main" noGrp="1"/>
          </p:cNvSpPr>
          <p:nvPr/>
        </p:nvSpPr>
        <p:spPr>
          <a:xfrm xmlns:a="http://schemas.openxmlformats.org/drawingml/2006/main">
            <a:off x="8183880" y="2743200"/>
            <a:ext cx="338328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1F7A5C"/>
                </a:solidFill>
                <a:latin typeface="Calibri"/>
                <a:ea typeface="Calibri"/>
                <a:cs typeface="Calibri"/>
              </a:rPr>
              <a:t>Payable quantities for earnings and deductions.</a:t>
            </a:r>
            <a:endParaRPr sz="1100"/>
          </a:p>
        </p:txBody>
      </p:sp>
      <p:sp>
        <p:nvSpPr>
          <p:cNvPr id="18" name="Shape 16">
            <a:extLst xmlns:a="http://schemas.openxmlformats.org/drawingml/2006/main">
              <a:ext uri="{FF2B5EF4-FFF2-40B4-BE49-F238E27FC236}">
                <a16:creationId xmlns:a16="http://schemas.microsoft.com/office/drawing/2014/main" id="{D6AA686D-D425-40FC-93BD-3C485B95DCB1}"/>
              </a:ext>
            </a:extLst>
          </p:cNvPr>
          <p:cNvSpPr>
            <a:spLocks xmlns:a="http://schemas.openxmlformats.org/drawingml/2006/main" noGrp="1"/>
          </p:cNvSpPr>
          <p:nvPr/>
        </p:nvSpPr>
        <p:spPr>
          <a:xfrm xmlns:a="http://schemas.openxmlformats.org/drawingml/2006/main">
            <a:off x="566928" y="3858768"/>
            <a:ext cx="2926080" cy="969264"/>
          </a:xfrm>
          <a:prstGeom xmlns:a="http://schemas.openxmlformats.org/drawingml/2006/main" prst="roundRect">
            <a:avLst>
              <a:gd name="adj" fmla="val 7547"/>
            </a:avLst>
          </a:prstGeom>
          <a:solidFill xmlns:a="http://schemas.openxmlformats.org/drawingml/2006/main">
            <a:srgbClr val="1E2761"/>
          </a:solidFill>
        </p:spPr>
      </p:sp>
      <p:sp>
        <p:nvSpPr>
          <p:cNvPr id="19" name="Text 17">
            <a:extLst xmlns:a="http://schemas.openxmlformats.org/drawingml/2006/main">
              <a:ext uri="{FF2B5EF4-FFF2-40B4-BE49-F238E27FC236}">
                <a16:creationId xmlns:a16="http://schemas.microsoft.com/office/drawing/2014/main" id="{52356EAC-87D0-4DF8-A22F-3B660525124D}"/>
              </a:ext>
            </a:extLst>
          </p:cNvPr>
          <p:cNvSpPr>
            <a:spLocks xmlns:a="http://schemas.openxmlformats.org/drawingml/2006/main" noGrp="1"/>
          </p:cNvSpPr>
          <p:nvPr/>
        </p:nvSpPr>
        <p:spPr>
          <a:xfrm xmlns:a="http://schemas.openxmlformats.org/drawingml/2006/main">
            <a:off x="749808" y="3858768"/>
            <a:ext cx="256032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FFFFFF"/>
                </a:solidFill>
                <a:latin typeface="Calibri"/>
                <a:ea typeface="Calibri"/>
                <a:cs typeface="Calibri"/>
              </a:rPr>
              <a:t>Payroll setup and registers</a:t>
            </a:r>
            <a:endParaRPr sz="1350"/>
          </a:p>
        </p:txBody>
      </p:sp>
      <p:sp>
        <p:nvSpPr>
          <p:cNvPr id="20" name="Shape 18">
            <a:extLst xmlns:a="http://schemas.openxmlformats.org/drawingml/2006/main">
              <a:ext uri="{FF2B5EF4-FFF2-40B4-BE49-F238E27FC236}">
                <a16:creationId xmlns:a16="http://schemas.microsoft.com/office/drawing/2014/main" id="{EC1D02AF-4544-4FD4-AA61-7B510A44520D}"/>
              </a:ext>
            </a:extLst>
          </p:cNvPr>
          <p:cNvSpPr>
            <a:spLocks xmlns:a="http://schemas.openxmlformats.org/drawingml/2006/main" noGrp="1"/>
          </p:cNvSpPr>
          <p:nvPr/>
        </p:nvSpPr>
        <p:spPr>
          <a:xfrm xmlns:a="http://schemas.openxmlformats.org/drawingml/2006/main">
            <a:off x="3566160" y="4261104"/>
            <a:ext cx="164592" cy="164592"/>
          </a:xfrm>
          <a:prstGeom xmlns:a="http://schemas.openxmlformats.org/drawingml/2006/main" prst="rightArrow">
            <a:avLst/>
          </a:prstGeom>
          <a:solidFill xmlns:a="http://schemas.openxmlformats.org/drawingml/2006/main">
            <a:srgbClr val="9AA6C4"/>
          </a:solidFill>
          <a:ln xmlns:a="http://schemas.openxmlformats.org/drawingml/2006/main" w="12700">
            <a:solidFill>
              <a:srgbClr val="333333"/>
            </a:solidFill>
            <a:prstDash val="solid"/>
          </a:ln>
        </p:spPr>
      </p:sp>
      <p:sp>
        <p:nvSpPr>
          <p:cNvPr id="21" name="Text 19">
            <a:extLst xmlns:a="http://schemas.openxmlformats.org/drawingml/2006/main">
              <a:ext uri="{FF2B5EF4-FFF2-40B4-BE49-F238E27FC236}">
                <a16:creationId xmlns:a16="http://schemas.microsoft.com/office/drawing/2014/main" id="{70A91380-7160-47B7-A530-D794721B1D11}"/>
              </a:ext>
            </a:extLst>
          </p:cNvPr>
          <p:cNvSpPr>
            <a:spLocks xmlns:a="http://schemas.openxmlformats.org/drawingml/2006/main" noGrp="1"/>
          </p:cNvSpPr>
          <p:nvPr/>
        </p:nvSpPr>
        <p:spPr>
          <a:xfrm xmlns:a="http://schemas.openxmlformats.org/drawingml/2006/main">
            <a:off x="3840480" y="3858768"/>
            <a:ext cx="397764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2B3350"/>
                </a:solidFill>
                <a:latin typeface="Calibri"/>
                <a:ea typeface="Calibri"/>
                <a:cs typeface="Calibri"/>
              </a:rPr>
              <a:t>Codes, balances, rates, ceilings, tables and transaction settings.</a:t>
            </a:r>
            <a:endParaRPr sz="1100"/>
          </a:p>
        </p:txBody>
      </p:sp>
      <p:sp>
        <p:nvSpPr>
          <p:cNvPr id="22" name="Shape 20">
            <a:extLst xmlns:a="http://schemas.openxmlformats.org/drawingml/2006/main">
              <a:ext uri="{FF2B5EF4-FFF2-40B4-BE49-F238E27FC236}">
                <a16:creationId xmlns:a16="http://schemas.microsoft.com/office/drawing/2014/main" id="{0C10E17E-F6CF-43B5-B08E-ED2B5C71DAD6}"/>
              </a:ext>
            </a:extLst>
          </p:cNvPr>
          <p:cNvSpPr>
            <a:spLocks xmlns:a="http://schemas.openxmlformats.org/drawingml/2006/main" noGrp="1"/>
          </p:cNvSpPr>
          <p:nvPr/>
        </p:nvSpPr>
        <p:spPr>
          <a:xfrm xmlns:a="http://schemas.openxmlformats.org/drawingml/2006/main">
            <a:off x="7882128" y="4261104"/>
            <a:ext cx="164592" cy="164592"/>
          </a:xfrm>
          <a:prstGeom xmlns:a="http://schemas.openxmlformats.org/drawingml/2006/main" prst="rightArrow">
            <a:avLst/>
          </a:prstGeom>
          <a:solidFill xmlns:a="http://schemas.openxmlformats.org/drawingml/2006/main">
            <a:srgbClr val="9AA6C4"/>
          </a:solidFill>
          <a:ln xmlns:a="http://schemas.openxmlformats.org/drawingml/2006/main" w="12700">
            <a:solidFill>
              <a:srgbClr val="333333"/>
            </a:solidFill>
            <a:prstDash val="solid"/>
          </a:ln>
        </p:spPr>
      </p:sp>
      <p:sp>
        <p:nvSpPr>
          <p:cNvPr id="23" name="Text 21">
            <a:extLst xmlns:a="http://schemas.openxmlformats.org/drawingml/2006/main">
              <a:ext uri="{FF2B5EF4-FFF2-40B4-BE49-F238E27FC236}">
                <a16:creationId xmlns:a16="http://schemas.microsoft.com/office/drawing/2014/main" id="{0BA18A2A-6846-48FF-ACC9-AF602968A320}"/>
              </a:ext>
            </a:extLst>
          </p:cNvPr>
          <p:cNvSpPr>
            <a:spLocks xmlns:a="http://schemas.openxmlformats.org/drawingml/2006/main" noGrp="1"/>
          </p:cNvSpPr>
          <p:nvPr/>
        </p:nvSpPr>
        <p:spPr>
          <a:xfrm xmlns:a="http://schemas.openxmlformats.org/drawingml/2006/main">
            <a:off x="8183880" y="3858768"/>
            <a:ext cx="338328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1F7A5C"/>
                </a:solidFill>
                <a:latin typeface="Calibri"/>
                <a:ea typeface="Calibri"/>
                <a:cs typeface="Calibri"/>
              </a:rPr>
              <a:t>Business context and effective reference values.</a:t>
            </a:r>
            <a:endParaRPr sz="1100"/>
          </a:p>
        </p:txBody>
      </p:sp>
      <p:sp>
        <p:nvSpPr>
          <p:cNvPr id="24" name="Shape 22">
            <a:extLst xmlns:a="http://schemas.openxmlformats.org/drawingml/2006/main">
              <a:ext uri="{FF2B5EF4-FFF2-40B4-BE49-F238E27FC236}">
                <a16:creationId xmlns:a16="http://schemas.microsoft.com/office/drawing/2014/main" id="{87150B80-19C0-4EB6-910B-95AC1D85EED0}"/>
              </a:ext>
            </a:extLst>
          </p:cNvPr>
          <p:cNvSpPr>
            <a:spLocks xmlns:a="http://schemas.openxmlformats.org/drawingml/2006/main" noGrp="1"/>
          </p:cNvSpPr>
          <p:nvPr/>
        </p:nvSpPr>
        <p:spPr>
          <a:xfrm xmlns:a="http://schemas.openxmlformats.org/drawingml/2006/main">
            <a:off x="566928" y="4974336"/>
            <a:ext cx="2926080" cy="969264"/>
          </a:xfrm>
          <a:prstGeom xmlns:a="http://schemas.openxmlformats.org/drawingml/2006/main" prst="roundRect">
            <a:avLst>
              <a:gd name="adj" fmla="val 7547"/>
            </a:avLst>
          </a:prstGeom>
          <a:solidFill xmlns:a="http://schemas.openxmlformats.org/drawingml/2006/main">
            <a:srgbClr val="1E2761"/>
          </a:solidFill>
        </p:spPr>
      </p:sp>
      <p:sp>
        <p:nvSpPr>
          <p:cNvPr id="25" name="Text 23">
            <a:extLst xmlns:a="http://schemas.openxmlformats.org/drawingml/2006/main">
              <a:ext uri="{FF2B5EF4-FFF2-40B4-BE49-F238E27FC236}">
                <a16:creationId xmlns:a16="http://schemas.microsoft.com/office/drawing/2014/main" id="{2B559838-D752-46C6-8A61-5C84B20E2628}"/>
              </a:ext>
            </a:extLst>
          </p:cNvPr>
          <p:cNvSpPr>
            <a:spLocks xmlns:a="http://schemas.openxmlformats.org/drawingml/2006/main" noGrp="1"/>
          </p:cNvSpPr>
          <p:nvPr/>
        </p:nvSpPr>
        <p:spPr>
          <a:xfrm xmlns:a="http://schemas.openxmlformats.org/drawingml/2006/main">
            <a:off x="749808" y="4974336"/>
            <a:ext cx="256032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FFFFFF"/>
                </a:solidFill>
                <a:latin typeface="Calibri"/>
                <a:ea typeface="Calibri"/>
                <a:cs typeface="Calibri"/>
              </a:rPr>
              <a:t>Payroll processing and outputs</a:t>
            </a:r>
            <a:endParaRPr sz="1350"/>
          </a:p>
        </p:txBody>
      </p:sp>
      <p:sp>
        <p:nvSpPr>
          <p:cNvPr id="26" name="Shape 24">
            <a:extLst xmlns:a="http://schemas.openxmlformats.org/drawingml/2006/main">
              <a:ext uri="{FF2B5EF4-FFF2-40B4-BE49-F238E27FC236}">
                <a16:creationId xmlns:a16="http://schemas.microsoft.com/office/drawing/2014/main" id="{0A0DDF09-D41C-4A51-A877-65767926E1CC}"/>
              </a:ext>
            </a:extLst>
          </p:cNvPr>
          <p:cNvSpPr>
            <a:spLocks xmlns:a="http://schemas.openxmlformats.org/drawingml/2006/main" noGrp="1"/>
          </p:cNvSpPr>
          <p:nvPr/>
        </p:nvSpPr>
        <p:spPr>
          <a:xfrm xmlns:a="http://schemas.openxmlformats.org/drawingml/2006/main">
            <a:off x="3566160" y="5376672"/>
            <a:ext cx="164592" cy="164592"/>
          </a:xfrm>
          <a:prstGeom xmlns:a="http://schemas.openxmlformats.org/drawingml/2006/main" prst="rightArrow">
            <a:avLst/>
          </a:prstGeom>
          <a:solidFill xmlns:a="http://schemas.openxmlformats.org/drawingml/2006/main">
            <a:srgbClr val="9AA6C4"/>
          </a:solidFill>
          <a:ln xmlns:a="http://schemas.openxmlformats.org/drawingml/2006/main" w="12700">
            <a:solidFill>
              <a:srgbClr val="333333"/>
            </a:solidFill>
            <a:prstDash val="solid"/>
          </a:ln>
        </p:spPr>
      </p:sp>
      <p:sp>
        <p:nvSpPr>
          <p:cNvPr id="27" name="Text 25">
            <a:extLst xmlns:a="http://schemas.openxmlformats.org/drawingml/2006/main">
              <a:ext uri="{FF2B5EF4-FFF2-40B4-BE49-F238E27FC236}">
                <a16:creationId xmlns:a16="http://schemas.microsoft.com/office/drawing/2014/main" id="{90196989-A162-40D4-90CF-62EAF435846E}"/>
              </a:ext>
            </a:extLst>
          </p:cNvPr>
          <p:cNvSpPr>
            <a:spLocks xmlns:a="http://schemas.openxmlformats.org/drawingml/2006/main" noGrp="1"/>
          </p:cNvSpPr>
          <p:nvPr/>
        </p:nvSpPr>
        <p:spPr>
          <a:xfrm xmlns:a="http://schemas.openxmlformats.org/drawingml/2006/main">
            <a:off x="3840480" y="4974336"/>
            <a:ext cx="397764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2B3350"/>
                </a:solidFill>
                <a:latin typeface="Calibri"/>
                <a:ea typeface="Calibri"/>
                <a:cs typeface="Calibri"/>
              </a:rPr>
              <a:t>Company, employee, event and transaction date.</a:t>
            </a:r>
            <a:endParaRPr sz="1100"/>
          </a:p>
        </p:txBody>
      </p:sp>
      <p:sp>
        <p:nvSpPr>
          <p:cNvPr id="28" name="Shape 26">
            <a:extLst xmlns:a="http://schemas.openxmlformats.org/drawingml/2006/main">
              <a:ext uri="{FF2B5EF4-FFF2-40B4-BE49-F238E27FC236}">
                <a16:creationId xmlns:a16="http://schemas.microsoft.com/office/drawing/2014/main" id="{B3FA3C8A-9A6B-4698-8B61-C7812B6E4929}"/>
              </a:ext>
            </a:extLst>
          </p:cNvPr>
          <p:cNvSpPr>
            <a:spLocks xmlns:a="http://schemas.openxmlformats.org/drawingml/2006/main" noGrp="1"/>
          </p:cNvSpPr>
          <p:nvPr/>
        </p:nvSpPr>
        <p:spPr>
          <a:xfrm xmlns:a="http://schemas.openxmlformats.org/drawingml/2006/main">
            <a:off x="7882128" y="5376672"/>
            <a:ext cx="164592" cy="164592"/>
          </a:xfrm>
          <a:prstGeom xmlns:a="http://schemas.openxmlformats.org/drawingml/2006/main" prst="rightArrow">
            <a:avLst/>
          </a:prstGeom>
          <a:solidFill xmlns:a="http://schemas.openxmlformats.org/drawingml/2006/main">
            <a:srgbClr val="9AA6C4"/>
          </a:solidFill>
          <a:ln xmlns:a="http://schemas.openxmlformats.org/drawingml/2006/main" w="12700">
            <a:solidFill>
              <a:srgbClr val="333333"/>
            </a:solidFill>
            <a:prstDash val="solid"/>
          </a:ln>
        </p:spPr>
      </p:sp>
      <p:sp>
        <p:nvSpPr>
          <p:cNvPr id="29" name="Text 27">
            <a:extLst xmlns:a="http://schemas.openxmlformats.org/drawingml/2006/main">
              <a:ext uri="{FF2B5EF4-FFF2-40B4-BE49-F238E27FC236}">
                <a16:creationId xmlns:a16="http://schemas.microsoft.com/office/drawing/2014/main" id="{788F34A1-EFE1-4687-AC2C-B00AFDB11BCB}"/>
              </a:ext>
            </a:extLst>
          </p:cNvPr>
          <p:cNvSpPr>
            <a:spLocks xmlns:a="http://schemas.openxmlformats.org/drawingml/2006/main" noGrp="1"/>
          </p:cNvSpPr>
          <p:nvPr/>
        </p:nvSpPr>
        <p:spPr>
          <a:xfrm xmlns:a="http://schemas.openxmlformats.org/drawingml/2006/main">
            <a:off x="8183880" y="4974336"/>
            <a:ext cx="338328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1F7A5C"/>
                </a:solidFill>
                <a:latin typeface="Calibri"/>
                <a:ea typeface="Calibri"/>
                <a:cs typeface="Calibri"/>
              </a:rPr>
              <a:t>Payroll lines, trail, payslip and reports.</a:t>
            </a:r>
            <a:endParaRPr sz="1100"/>
          </a:p>
        </p:txBody>
      </p:sp>
    </p:spTree>
    <p:extLst>
      <p:ext uri="{BB962C8B-B14F-4D97-AF65-F5344CB8AC3E}">
        <p14:creationId xmlns:p14="http://schemas.microsoft.com/office/powerpoint/2010/main" val="910483319"/>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3871E94-2398-4879-81E8-462932AD1293}"/>
              </a:ext>
            </a:extLst>
          </p:cNvPr>
          <p:cNvSpPr>
            <a:spLocks xmlns:a="http://schemas.openxmlformats.org/drawingml/2006/main" noGrp="1"/>
          </p:cNvSpPr>
          <p:nvPr/>
        </p:nvSpPr>
        <p:spPr>
          <a:xfrm xmlns:a="http://schemas.openxmlformats.org/drawingml/2006/main">
            <a:off x="566928" y="329184"/>
            <a:ext cx="11027664"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ATLAS CONNECTION · HRM</a:t>
            </a:r>
            <a:endParaRPr sz="1000"/>
          </a:p>
        </p:txBody>
      </p:sp>
      <p:sp>
        <p:nvSpPr>
          <p:cNvPr id="3" name="Text 1">
            <a:extLst xmlns:a="http://schemas.openxmlformats.org/drawingml/2006/main">
              <a:ext uri="{FF2B5EF4-FFF2-40B4-BE49-F238E27FC236}">
                <a16:creationId xmlns:a16="http://schemas.microsoft.com/office/drawing/2014/main" id="{0227D7A4-0E65-4A38-A593-1ECAF351866D}"/>
              </a:ext>
            </a:extLst>
          </p:cNvPr>
          <p:cNvSpPr>
            <a:spLocks xmlns:a="http://schemas.openxmlformats.org/drawingml/2006/main" noGrp="1"/>
          </p:cNvSpPr>
          <p:nvPr/>
        </p:nvSpPr>
        <p:spPr>
          <a:xfrm xmlns:a="http://schemas.openxmlformats.org/drawingml/2006/main">
            <a:off x="566928" y="548640"/>
            <a:ext cx="110276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Examples of employee data that can feed a computation</a:t>
            </a:r>
            <a:endParaRPr sz="3000"/>
          </a:p>
        </p:txBody>
      </p:sp>
      <p:sp>
        <p:nvSpPr>
          <p:cNvPr id="4" name="Shape 2">
            <a:extLst xmlns:a="http://schemas.openxmlformats.org/drawingml/2006/main">
              <a:ext uri="{FF2B5EF4-FFF2-40B4-BE49-F238E27FC236}">
                <a16:creationId xmlns:a16="http://schemas.microsoft.com/office/drawing/2014/main" id="{DE8A92B9-1777-4343-8339-0FE928D25D37}"/>
              </a:ext>
            </a:extLst>
          </p:cNvPr>
          <p:cNvSpPr>
            <a:spLocks xmlns:a="http://schemas.openxmlformats.org/drawingml/2006/main" noGrp="1"/>
          </p:cNvSpPr>
          <p:nvPr/>
        </p:nvSpPr>
        <p:spPr>
          <a:xfrm xmlns:a="http://schemas.openxmlformats.org/drawingml/2006/main">
            <a:off x="566928" y="1335024"/>
            <a:ext cx="2788920" cy="1097280"/>
          </a:xfrm>
          <a:prstGeom xmlns:a="http://schemas.openxmlformats.org/drawingml/2006/main" prst="roundRect">
            <a:avLst>
              <a:gd name="adj" fmla="val 6667"/>
            </a:avLst>
          </a:prstGeom>
          <a:solidFill xmlns:a="http://schemas.openxmlformats.org/drawingml/2006/main">
            <a:srgbClr val="F4F6FB"/>
          </a:solidFill>
          <a:ln xmlns:a="http://schemas.openxmlformats.org/drawingml/2006/main" w="12700">
            <a:solidFill>
              <a:srgbClr val="D8DEEC"/>
            </a:solidFill>
            <a:prstDash val="solid"/>
          </a:ln>
        </p:spPr>
      </p:sp>
      <p:sp>
        <p:nvSpPr>
          <p:cNvPr id="5" name="Text 3">
            <a:extLst xmlns:a="http://schemas.openxmlformats.org/drawingml/2006/main">
              <a:ext uri="{FF2B5EF4-FFF2-40B4-BE49-F238E27FC236}">
                <a16:creationId xmlns:a16="http://schemas.microsoft.com/office/drawing/2014/main" id="{E07D356C-629B-4E92-962D-5ABF96884482}"/>
              </a:ext>
            </a:extLst>
          </p:cNvPr>
          <p:cNvSpPr>
            <a:spLocks xmlns:a="http://schemas.openxmlformats.org/drawingml/2006/main" noGrp="1"/>
          </p:cNvSpPr>
          <p:nvPr/>
        </p:nvSpPr>
        <p:spPr>
          <a:xfrm xmlns:a="http://schemas.openxmlformats.org/drawingml/2006/main">
            <a:off x="731520" y="1444752"/>
            <a:ext cx="24688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250" b="1">
                <a:solidFill>
                  <a:srgbClr val="1E2761"/>
                </a:solidFill>
                <a:latin typeface="Calibri"/>
                <a:ea typeface="Calibri"/>
                <a:cs typeface="Calibri"/>
              </a:rPr>
              <a:t>Basic salary</a:t>
            </a:r>
            <a:endParaRPr sz="1250"/>
          </a:p>
        </p:txBody>
      </p:sp>
      <p:sp>
        <p:nvSpPr>
          <p:cNvPr id="6" name="Text 4">
            <a:extLst xmlns:a="http://schemas.openxmlformats.org/drawingml/2006/main">
              <a:ext uri="{FF2B5EF4-FFF2-40B4-BE49-F238E27FC236}">
                <a16:creationId xmlns:a16="http://schemas.microsoft.com/office/drawing/2014/main" id="{0DDDBE1B-2FF3-49C9-9EDD-447179D48641}"/>
              </a:ext>
            </a:extLst>
          </p:cNvPr>
          <p:cNvSpPr>
            <a:spLocks xmlns:a="http://schemas.openxmlformats.org/drawingml/2006/main" noGrp="1"/>
          </p:cNvSpPr>
          <p:nvPr/>
        </p:nvSpPr>
        <p:spPr>
          <a:xfrm xmlns:a="http://schemas.openxmlformats.org/drawingml/2006/main">
            <a:off x="731520" y="1883664"/>
            <a:ext cx="248716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050"/>
              </a:lnSpc>
              <a:buNone/>
            </a:pPr>
            <a:r>
              <a:rPr sz="850">
                <a:solidFill>
                  <a:srgbClr val="5A6280"/>
                </a:solidFill>
                <a:latin typeface="Calibri"/>
                <a:ea typeface="Calibri"/>
                <a:cs typeface="Calibri"/>
              </a:rPr>
              <a:t>Employee Masterfile / compensation record</a:t>
            </a:r>
            <a:endParaRPr sz="850"/>
          </a:p>
        </p:txBody>
      </p:sp>
      <p:sp>
        <p:nvSpPr>
          <p:cNvPr id="7" name="Text 5">
            <a:extLst xmlns:a="http://schemas.openxmlformats.org/drawingml/2006/main">
              <a:ext uri="{FF2B5EF4-FFF2-40B4-BE49-F238E27FC236}">
                <a16:creationId xmlns:a16="http://schemas.microsoft.com/office/drawing/2014/main" id="{3EEC65FF-7781-46A2-9AC4-00B060F9CF8B}"/>
              </a:ext>
            </a:extLst>
          </p:cNvPr>
          <p:cNvSpPr>
            <a:spLocks xmlns:a="http://schemas.openxmlformats.org/drawingml/2006/main" noGrp="1"/>
          </p:cNvSpPr>
          <p:nvPr/>
        </p:nvSpPr>
        <p:spPr>
          <a:xfrm xmlns:a="http://schemas.openxmlformats.org/drawingml/2006/main">
            <a:off x="3584448" y="1371600"/>
            <a:ext cx="800100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2B3350"/>
                </a:solidFill>
                <a:latin typeface="Calibri"/>
                <a:ea typeface="Calibri"/>
                <a:cs typeface="Calibri"/>
              </a:rPr>
              <a:t>Used by daily-rate, hourly-rate, retirement, final-pay and percentage-based computations.</a:t>
            </a:r>
            <a:endParaRPr sz="1100"/>
          </a:p>
        </p:txBody>
      </p:sp>
      <p:sp>
        <p:nvSpPr>
          <p:cNvPr id="8" name="Shape 6">
            <a:extLst xmlns:a="http://schemas.openxmlformats.org/drawingml/2006/main">
              <a:ext uri="{FF2B5EF4-FFF2-40B4-BE49-F238E27FC236}">
                <a16:creationId xmlns:a16="http://schemas.microsoft.com/office/drawing/2014/main" id="{5C83B868-C6E1-4224-A3F5-6BDE56BA5A42}"/>
              </a:ext>
            </a:extLst>
          </p:cNvPr>
          <p:cNvSpPr>
            <a:spLocks xmlns:a="http://schemas.openxmlformats.org/drawingml/2006/main" noGrp="1"/>
          </p:cNvSpPr>
          <p:nvPr/>
        </p:nvSpPr>
        <p:spPr>
          <a:xfrm xmlns:a="http://schemas.openxmlformats.org/drawingml/2006/main">
            <a:off x="566928" y="2578608"/>
            <a:ext cx="2788920" cy="1097280"/>
          </a:xfrm>
          <a:prstGeom xmlns:a="http://schemas.openxmlformats.org/drawingml/2006/main" prst="roundRect">
            <a:avLst>
              <a:gd name="adj" fmla="val 6667"/>
            </a:avLst>
          </a:prstGeom>
          <a:solidFill xmlns:a="http://schemas.openxmlformats.org/drawingml/2006/main">
            <a:srgbClr val="F4F6FB"/>
          </a:solidFill>
          <a:ln xmlns:a="http://schemas.openxmlformats.org/drawingml/2006/main" w="12700">
            <a:solidFill>
              <a:srgbClr val="D8DEEC"/>
            </a:solidFill>
            <a:prstDash val="solid"/>
          </a:ln>
        </p:spPr>
      </p:sp>
      <p:sp>
        <p:nvSpPr>
          <p:cNvPr id="9" name="Text 7">
            <a:extLst xmlns:a="http://schemas.openxmlformats.org/drawingml/2006/main">
              <a:ext uri="{FF2B5EF4-FFF2-40B4-BE49-F238E27FC236}">
                <a16:creationId xmlns:a16="http://schemas.microsoft.com/office/drawing/2014/main" id="{76AE9AB4-27E2-4D4E-B7AD-6A0E1612BBED}"/>
              </a:ext>
            </a:extLst>
          </p:cNvPr>
          <p:cNvSpPr>
            <a:spLocks xmlns:a="http://schemas.openxmlformats.org/drawingml/2006/main" noGrp="1"/>
          </p:cNvSpPr>
          <p:nvPr/>
        </p:nvSpPr>
        <p:spPr>
          <a:xfrm xmlns:a="http://schemas.openxmlformats.org/drawingml/2006/main">
            <a:off x="731520" y="2688336"/>
            <a:ext cx="24688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250" b="1">
                <a:solidFill>
                  <a:srgbClr val="1E2761"/>
                </a:solidFill>
                <a:latin typeface="Calibri"/>
                <a:ea typeface="Calibri"/>
                <a:cs typeface="Calibri"/>
              </a:rPr>
              <a:t>Employee group</a:t>
            </a:r>
            <a:endParaRPr sz="1250"/>
          </a:p>
        </p:txBody>
      </p:sp>
      <p:sp>
        <p:nvSpPr>
          <p:cNvPr id="10" name="Text 8">
            <a:extLst xmlns:a="http://schemas.openxmlformats.org/drawingml/2006/main">
              <a:ext uri="{FF2B5EF4-FFF2-40B4-BE49-F238E27FC236}">
                <a16:creationId xmlns:a16="http://schemas.microsoft.com/office/drawing/2014/main" id="{73BEB788-92F9-46F7-9F00-29FCE655859F}"/>
              </a:ext>
            </a:extLst>
          </p:cNvPr>
          <p:cNvSpPr>
            <a:spLocks xmlns:a="http://schemas.openxmlformats.org/drawingml/2006/main" noGrp="1"/>
          </p:cNvSpPr>
          <p:nvPr/>
        </p:nvSpPr>
        <p:spPr>
          <a:xfrm xmlns:a="http://schemas.openxmlformats.org/drawingml/2006/main">
            <a:off x="731520" y="3127248"/>
            <a:ext cx="248716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050"/>
              </a:lnSpc>
              <a:buNone/>
            </a:pPr>
            <a:r>
              <a:rPr sz="850">
                <a:solidFill>
                  <a:srgbClr val="5A6280"/>
                </a:solidFill>
                <a:latin typeface="Calibri"/>
                <a:ea typeface="Calibri"/>
                <a:cs typeface="Calibri"/>
              </a:rPr>
              <a:t>Employment or payroll classification</a:t>
            </a:r>
            <a:endParaRPr sz="850"/>
          </a:p>
        </p:txBody>
      </p:sp>
      <p:sp>
        <p:nvSpPr>
          <p:cNvPr id="11" name="Text 9">
            <a:extLst xmlns:a="http://schemas.openxmlformats.org/drawingml/2006/main">
              <a:ext uri="{FF2B5EF4-FFF2-40B4-BE49-F238E27FC236}">
                <a16:creationId xmlns:a16="http://schemas.microsoft.com/office/drawing/2014/main" id="{0EEA5C57-4644-49E1-A0F5-909D34C19EFE}"/>
              </a:ext>
            </a:extLst>
          </p:cNvPr>
          <p:cNvSpPr>
            <a:spLocks xmlns:a="http://schemas.openxmlformats.org/drawingml/2006/main" noGrp="1"/>
          </p:cNvSpPr>
          <p:nvPr/>
        </p:nvSpPr>
        <p:spPr>
          <a:xfrm xmlns:a="http://schemas.openxmlformats.org/drawingml/2006/main">
            <a:off x="3584448" y="2615184"/>
            <a:ext cx="800100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2B3350"/>
                </a:solidFill>
                <a:latin typeface="Calibri"/>
                <a:ea typeface="Calibri"/>
                <a:cs typeface="Calibri"/>
              </a:rPr>
              <a:t>Used to choose the client assignment—e.g. Managers may have a different bonus basis than Rank and File.</a:t>
            </a:r>
            <a:endParaRPr sz="1100"/>
          </a:p>
        </p:txBody>
      </p:sp>
      <p:sp>
        <p:nvSpPr>
          <p:cNvPr id="12" name="Shape 10">
            <a:extLst xmlns:a="http://schemas.openxmlformats.org/drawingml/2006/main">
              <a:ext uri="{FF2B5EF4-FFF2-40B4-BE49-F238E27FC236}">
                <a16:creationId xmlns:a16="http://schemas.microsoft.com/office/drawing/2014/main" id="{676E0B28-2FA9-4031-9EDE-8E8B2E867CC3}"/>
              </a:ext>
            </a:extLst>
          </p:cNvPr>
          <p:cNvSpPr>
            <a:spLocks xmlns:a="http://schemas.openxmlformats.org/drawingml/2006/main" noGrp="1"/>
          </p:cNvSpPr>
          <p:nvPr/>
        </p:nvSpPr>
        <p:spPr>
          <a:xfrm xmlns:a="http://schemas.openxmlformats.org/drawingml/2006/main">
            <a:off x="566928" y="3822192"/>
            <a:ext cx="2788920" cy="1097280"/>
          </a:xfrm>
          <a:prstGeom xmlns:a="http://schemas.openxmlformats.org/drawingml/2006/main" prst="roundRect">
            <a:avLst>
              <a:gd name="adj" fmla="val 6667"/>
            </a:avLst>
          </a:prstGeom>
          <a:solidFill xmlns:a="http://schemas.openxmlformats.org/drawingml/2006/main">
            <a:srgbClr val="F4F6FB"/>
          </a:solidFill>
          <a:ln xmlns:a="http://schemas.openxmlformats.org/drawingml/2006/main" w="12700">
            <a:solidFill>
              <a:srgbClr val="D8DEEC"/>
            </a:solidFill>
            <a:prstDash val="solid"/>
          </a:ln>
        </p:spPr>
      </p:sp>
      <p:sp>
        <p:nvSpPr>
          <p:cNvPr id="13" name="Text 11">
            <a:extLst xmlns:a="http://schemas.openxmlformats.org/drawingml/2006/main">
              <a:ext uri="{FF2B5EF4-FFF2-40B4-BE49-F238E27FC236}">
                <a16:creationId xmlns:a16="http://schemas.microsoft.com/office/drawing/2014/main" id="{0EC685AB-AE97-4EA6-9C66-5BF0923A9773}"/>
              </a:ext>
            </a:extLst>
          </p:cNvPr>
          <p:cNvSpPr>
            <a:spLocks xmlns:a="http://schemas.openxmlformats.org/drawingml/2006/main" noGrp="1"/>
          </p:cNvSpPr>
          <p:nvPr/>
        </p:nvSpPr>
        <p:spPr>
          <a:xfrm xmlns:a="http://schemas.openxmlformats.org/drawingml/2006/main">
            <a:off x="731520" y="3931920"/>
            <a:ext cx="24688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250" b="1">
                <a:solidFill>
                  <a:srgbClr val="1E2761"/>
                </a:solidFill>
                <a:latin typeface="Calibri"/>
                <a:ea typeface="Calibri"/>
                <a:cs typeface="Calibri"/>
              </a:rPr>
              <a:t>Hire / retirement date</a:t>
            </a:r>
            <a:endParaRPr sz="1250"/>
          </a:p>
        </p:txBody>
      </p:sp>
      <p:sp>
        <p:nvSpPr>
          <p:cNvPr id="14" name="Text 12">
            <a:extLst xmlns:a="http://schemas.openxmlformats.org/drawingml/2006/main">
              <a:ext uri="{FF2B5EF4-FFF2-40B4-BE49-F238E27FC236}">
                <a16:creationId xmlns:a16="http://schemas.microsoft.com/office/drawing/2014/main" id="{E910DDAC-B8F6-484F-BAC3-C99BB294E13A}"/>
              </a:ext>
            </a:extLst>
          </p:cNvPr>
          <p:cNvSpPr>
            <a:spLocks xmlns:a="http://schemas.openxmlformats.org/drawingml/2006/main" noGrp="1"/>
          </p:cNvSpPr>
          <p:nvPr/>
        </p:nvSpPr>
        <p:spPr>
          <a:xfrm xmlns:a="http://schemas.openxmlformats.org/drawingml/2006/main">
            <a:off x="731520" y="4370832"/>
            <a:ext cx="248716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050"/>
              </a:lnSpc>
              <a:buNone/>
            </a:pPr>
            <a:r>
              <a:rPr sz="850">
                <a:solidFill>
                  <a:srgbClr val="5A6280"/>
                </a:solidFill>
                <a:latin typeface="Calibri"/>
                <a:ea typeface="Calibri"/>
                <a:cs typeface="Calibri"/>
              </a:rPr>
              <a:t>Employment dates</a:t>
            </a:r>
            <a:endParaRPr sz="850"/>
          </a:p>
        </p:txBody>
      </p:sp>
      <p:sp>
        <p:nvSpPr>
          <p:cNvPr id="15" name="Text 13">
            <a:extLst xmlns:a="http://schemas.openxmlformats.org/drawingml/2006/main">
              <a:ext uri="{FF2B5EF4-FFF2-40B4-BE49-F238E27FC236}">
                <a16:creationId xmlns:a16="http://schemas.microsoft.com/office/drawing/2014/main" id="{361FE679-A234-413B-A213-8100C5B4EEB5}"/>
              </a:ext>
            </a:extLst>
          </p:cNvPr>
          <p:cNvSpPr>
            <a:spLocks xmlns:a="http://schemas.openxmlformats.org/drawingml/2006/main" noGrp="1"/>
          </p:cNvSpPr>
          <p:nvPr/>
        </p:nvSpPr>
        <p:spPr>
          <a:xfrm xmlns:a="http://schemas.openxmlformats.org/drawingml/2006/main">
            <a:off x="3584448" y="3858768"/>
            <a:ext cx="800100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2B3350"/>
                </a:solidFill>
                <a:latin typeface="Calibri"/>
                <a:ea typeface="Calibri"/>
                <a:cs typeface="Calibri"/>
              </a:rPr>
              <a:t>Used to calculate service and determine whether a retirement assignment is eligible.</a:t>
            </a:r>
            <a:endParaRPr sz="1100"/>
          </a:p>
        </p:txBody>
      </p:sp>
      <p:sp>
        <p:nvSpPr>
          <p:cNvPr id="16" name="Shape 14">
            <a:extLst xmlns:a="http://schemas.openxmlformats.org/drawingml/2006/main">
              <a:ext uri="{FF2B5EF4-FFF2-40B4-BE49-F238E27FC236}">
                <a16:creationId xmlns:a16="http://schemas.microsoft.com/office/drawing/2014/main" id="{E5366D7C-DDFB-42E2-961B-9A6303D0C3E6}"/>
              </a:ext>
            </a:extLst>
          </p:cNvPr>
          <p:cNvSpPr>
            <a:spLocks xmlns:a="http://schemas.openxmlformats.org/drawingml/2006/main" noGrp="1"/>
          </p:cNvSpPr>
          <p:nvPr/>
        </p:nvSpPr>
        <p:spPr>
          <a:xfrm xmlns:a="http://schemas.openxmlformats.org/drawingml/2006/main">
            <a:off x="566928" y="5065776"/>
            <a:ext cx="2788920" cy="1097280"/>
          </a:xfrm>
          <a:prstGeom xmlns:a="http://schemas.openxmlformats.org/drawingml/2006/main" prst="roundRect">
            <a:avLst>
              <a:gd name="adj" fmla="val 6667"/>
            </a:avLst>
          </a:prstGeom>
          <a:solidFill xmlns:a="http://schemas.openxmlformats.org/drawingml/2006/main">
            <a:srgbClr val="F4F6FB"/>
          </a:solidFill>
          <a:ln xmlns:a="http://schemas.openxmlformats.org/drawingml/2006/main" w="12700">
            <a:solidFill>
              <a:srgbClr val="D8DEEC"/>
            </a:solidFill>
            <a:prstDash val="solid"/>
          </a:ln>
        </p:spPr>
      </p:sp>
      <p:sp>
        <p:nvSpPr>
          <p:cNvPr id="17" name="Text 15">
            <a:extLst xmlns:a="http://schemas.openxmlformats.org/drawingml/2006/main">
              <a:ext uri="{FF2B5EF4-FFF2-40B4-BE49-F238E27FC236}">
                <a16:creationId xmlns:a16="http://schemas.microsoft.com/office/drawing/2014/main" id="{08131F2B-6293-4FCD-91D7-1968A9E5710E}"/>
              </a:ext>
            </a:extLst>
          </p:cNvPr>
          <p:cNvSpPr>
            <a:spLocks xmlns:a="http://schemas.openxmlformats.org/drawingml/2006/main" noGrp="1"/>
          </p:cNvSpPr>
          <p:nvPr/>
        </p:nvSpPr>
        <p:spPr>
          <a:xfrm xmlns:a="http://schemas.openxmlformats.org/drawingml/2006/main">
            <a:off x="731520" y="5175504"/>
            <a:ext cx="24688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250" b="1">
                <a:solidFill>
                  <a:srgbClr val="1E2761"/>
                </a:solidFill>
                <a:latin typeface="Calibri"/>
                <a:ea typeface="Calibri"/>
                <a:cs typeface="Calibri"/>
              </a:rPr>
              <a:t>Status and plan membership</a:t>
            </a:r>
            <a:endParaRPr sz="1250"/>
          </a:p>
        </p:txBody>
      </p:sp>
      <p:sp>
        <p:nvSpPr>
          <p:cNvPr id="18" name="Text 16">
            <a:extLst xmlns:a="http://schemas.openxmlformats.org/drawingml/2006/main">
              <a:ext uri="{FF2B5EF4-FFF2-40B4-BE49-F238E27FC236}">
                <a16:creationId xmlns:a16="http://schemas.microsoft.com/office/drawing/2014/main" id="{35029BA4-8809-472D-AAE6-43F2F71AF107}"/>
              </a:ext>
            </a:extLst>
          </p:cNvPr>
          <p:cNvSpPr>
            <a:spLocks xmlns:a="http://schemas.openxmlformats.org/drawingml/2006/main" noGrp="1"/>
          </p:cNvSpPr>
          <p:nvPr/>
        </p:nvSpPr>
        <p:spPr>
          <a:xfrm xmlns:a="http://schemas.openxmlformats.org/drawingml/2006/main">
            <a:off x="731520" y="5614416"/>
            <a:ext cx="248716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050"/>
              </a:lnSpc>
              <a:buNone/>
            </a:pPr>
            <a:r>
              <a:rPr sz="850">
                <a:solidFill>
                  <a:srgbClr val="5A6280"/>
                </a:solidFill>
                <a:latin typeface="Calibri"/>
                <a:ea typeface="Calibri"/>
                <a:cs typeface="Calibri"/>
              </a:rPr>
              <a:t>Employment profile</a:t>
            </a:r>
            <a:endParaRPr sz="850"/>
          </a:p>
        </p:txBody>
      </p:sp>
      <p:sp>
        <p:nvSpPr>
          <p:cNvPr id="19" name="Text 17">
            <a:extLst xmlns:a="http://schemas.openxmlformats.org/drawingml/2006/main">
              <a:ext uri="{FF2B5EF4-FFF2-40B4-BE49-F238E27FC236}">
                <a16:creationId xmlns:a16="http://schemas.microsoft.com/office/drawing/2014/main" id="{159C3DB9-31BD-4F3E-BE62-2D3B39BBD811}"/>
              </a:ext>
            </a:extLst>
          </p:cNvPr>
          <p:cNvSpPr>
            <a:spLocks xmlns:a="http://schemas.openxmlformats.org/drawingml/2006/main" noGrp="1"/>
          </p:cNvSpPr>
          <p:nvPr/>
        </p:nvSpPr>
        <p:spPr>
          <a:xfrm xmlns:a="http://schemas.openxmlformats.org/drawingml/2006/main">
            <a:off x="3584448" y="5102352"/>
            <a:ext cx="800100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2B3350"/>
                </a:solidFill>
                <a:latin typeface="Calibri"/>
                <a:ea typeface="Calibri"/>
                <a:cs typeface="Calibri"/>
              </a:rPr>
              <a:t>Used to exclude inactive employees or choose a company-plan computation.</a:t>
            </a:r>
            <a:endParaRPr sz="1100"/>
          </a:p>
        </p:txBody>
      </p:sp>
    </p:spTree>
    <p:extLst>
      <p:ext uri="{BB962C8B-B14F-4D97-AF65-F5344CB8AC3E}">
        <p14:creationId xmlns:p14="http://schemas.microsoft.com/office/powerpoint/2010/main" val="869755288"/>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3871E94-2398-4879-81E8-462932AD1293}"/>
              </a:ext>
            </a:extLst>
          </p:cNvPr>
          <p:cNvSpPr>
            <a:spLocks xmlns:a="http://schemas.openxmlformats.org/drawingml/2006/main" noGrp="1"/>
          </p:cNvSpPr>
          <p:nvPr/>
        </p:nvSpPr>
        <p:spPr>
          <a:xfrm xmlns:a="http://schemas.openxmlformats.org/drawingml/2006/main">
            <a:off x="566928" y="329184"/>
            <a:ext cx="11027664"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ATLAS CONNECTION · TIMEKEEPING</a:t>
            </a:r>
            <a:endParaRPr sz="1000"/>
          </a:p>
        </p:txBody>
      </p:sp>
      <p:sp>
        <p:nvSpPr>
          <p:cNvPr id="3" name="Text 1">
            <a:extLst xmlns:a="http://schemas.openxmlformats.org/drawingml/2006/main">
              <a:ext uri="{FF2B5EF4-FFF2-40B4-BE49-F238E27FC236}">
                <a16:creationId xmlns:a16="http://schemas.microsoft.com/office/drawing/2014/main" id="{0227D7A4-0E65-4A38-A593-1ECAF351866D}"/>
              </a:ext>
            </a:extLst>
          </p:cNvPr>
          <p:cNvSpPr>
            <a:spLocks xmlns:a="http://schemas.openxmlformats.org/drawingml/2006/main" noGrp="1"/>
          </p:cNvSpPr>
          <p:nvPr/>
        </p:nvSpPr>
        <p:spPr>
          <a:xfrm xmlns:a="http://schemas.openxmlformats.org/drawingml/2006/main">
            <a:off x="566928" y="548640"/>
            <a:ext cx="110276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Examples of approved quantities the formula can value</a:t>
            </a:r>
            <a:endParaRPr sz="3000"/>
          </a:p>
        </p:txBody>
      </p:sp>
      <p:sp>
        <p:nvSpPr>
          <p:cNvPr id="4" name="Shape 2">
            <a:extLst xmlns:a="http://schemas.openxmlformats.org/drawingml/2006/main">
              <a:ext uri="{FF2B5EF4-FFF2-40B4-BE49-F238E27FC236}">
                <a16:creationId xmlns:a16="http://schemas.microsoft.com/office/drawing/2014/main" id="{DE8A92B9-1777-4343-8339-0FE928D25D37}"/>
              </a:ext>
            </a:extLst>
          </p:cNvPr>
          <p:cNvSpPr>
            <a:spLocks xmlns:a="http://schemas.openxmlformats.org/drawingml/2006/main" noGrp="1"/>
          </p:cNvSpPr>
          <p:nvPr/>
        </p:nvSpPr>
        <p:spPr>
          <a:xfrm xmlns:a="http://schemas.openxmlformats.org/drawingml/2006/main">
            <a:off x="566928" y="1335024"/>
            <a:ext cx="2788920" cy="1097280"/>
          </a:xfrm>
          <a:prstGeom xmlns:a="http://schemas.openxmlformats.org/drawingml/2006/main" prst="roundRect">
            <a:avLst>
              <a:gd name="adj" fmla="val 6667"/>
            </a:avLst>
          </a:prstGeom>
          <a:solidFill xmlns:a="http://schemas.openxmlformats.org/drawingml/2006/main">
            <a:srgbClr val="F4F6FB"/>
          </a:solidFill>
          <a:ln xmlns:a="http://schemas.openxmlformats.org/drawingml/2006/main" w="12700">
            <a:solidFill>
              <a:srgbClr val="D8DEEC"/>
            </a:solidFill>
            <a:prstDash val="solid"/>
          </a:ln>
        </p:spPr>
      </p:sp>
      <p:sp>
        <p:nvSpPr>
          <p:cNvPr id="5" name="Text 3">
            <a:extLst xmlns:a="http://schemas.openxmlformats.org/drawingml/2006/main">
              <a:ext uri="{FF2B5EF4-FFF2-40B4-BE49-F238E27FC236}">
                <a16:creationId xmlns:a16="http://schemas.microsoft.com/office/drawing/2014/main" id="{E07D356C-629B-4E92-962D-5ABF96884482}"/>
              </a:ext>
            </a:extLst>
          </p:cNvPr>
          <p:cNvSpPr>
            <a:spLocks xmlns:a="http://schemas.openxmlformats.org/drawingml/2006/main" noGrp="1"/>
          </p:cNvSpPr>
          <p:nvPr/>
        </p:nvSpPr>
        <p:spPr>
          <a:xfrm xmlns:a="http://schemas.openxmlformats.org/drawingml/2006/main">
            <a:off x="731520" y="1444752"/>
            <a:ext cx="24688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250" b="1">
                <a:solidFill>
                  <a:srgbClr val="1E2761"/>
                </a:solidFill>
                <a:latin typeface="Calibri"/>
                <a:ea typeface="Calibri"/>
                <a:cs typeface="Calibri"/>
              </a:rPr>
              <a:t>Overtime hours</a:t>
            </a:r>
            <a:endParaRPr sz="1250"/>
          </a:p>
        </p:txBody>
      </p:sp>
      <p:sp>
        <p:nvSpPr>
          <p:cNvPr id="6" name="Text 4">
            <a:extLst xmlns:a="http://schemas.openxmlformats.org/drawingml/2006/main">
              <a:ext uri="{FF2B5EF4-FFF2-40B4-BE49-F238E27FC236}">
                <a16:creationId xmlns:a16="http://schemas.microsoft.com/office/drawing/2014/main" id="{0DDDBE1B-2FF3-49C9-9EDD-447179D48641}"/>
              </a:ext>
            </a:extLst>
          </p:cNvPr>
          <p:cNvSpPr>
            <a:spLocks xmlns:a="http://schemas.openxmlformats.org/drawingml/2006/main" noGrp="1"/>
          </p:cNvSpPr>
          <p:nvPr/>
        </p:nvSpPr>
        <p:spPr>
          <a:xfrm xmlns:a="http://schemas.openxmlformats.org/drawingml/2006/main">
            <a:off x="731520" y="1883664"/>
            <a:ext cx="248716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050"/>
              </a:lnSpc>
              <a:buNone/>
            </a:pPr>
            <a:r>
              <a:rPr sz="850">
                <a:solidFill>
                  <a:srgbClr val="5A6280"/>
                </a:solidFill>
                <a:latin typeface="Calibri"/>
                <a:ea typeface="Calibri"/>
                <a:cs typeface="Calibri"/>
              </a:rPr>
              <a:t>Approved overtime record</a:t>
            </a:r>
            <a:endParaRPr sz="850"/>
          </a:p>
        </p:txBody>
      </p:sp>
      <p:sp>
        <p:nvSpPr>
          <p:cNvPr id="7" name="Text 5">
            <a:extLst xmlns:a="http://schemas.openxmlformats.org/drawingml/2006/main">
              <a:ext uri="{FF2B5EF4-FFF2-40B4-BE49-F238E27FC236}">
                <a16:creationId xmlns:a16="http://schemas.microsoft.com/office/drawing/2014/main" id="{3EEC65FF-7781-46A2-9AC4-00B060F9CF8B}"/>
              </a:ext>
            </a:extLst>
          </p:cNvPr>
          <p:cNvSpPr>
            <a:spLocks xmlns:a="http://schemas.openxmlformats.org/drawingml/2006/main" noGrp="1"/>
          </p:cNvSpPr>
          <p:nvPr/>
        </p:nvSpPr>
        <p:spPr>
          <a:xfrm xmlns:a="http://schemas.openxmlformats.org/drawingml/2006/main">
            <a:off x="3584448" y="1371600"/>
            <a:ext cx="800100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2B3350"/>
                </a:solidFill>
                <a:latin typeface="Calibri"/>
                <a:ea typeface="Calibri"/>
                <a:cs typeface="Calibri"/>
              </a:rPr>
              <a:t>ERN-002 can multiply hours by the employee's hourly rate and the applicable premium.</a:t>
            </a:r>
            <a:endParaRPr sz="1100"/>
          </a:p>
        </p:txBody>
      </p:sp>
      <p:sp>
        <p:nvSpPr>
          <p:cNvPr id="8" name="Shape 6">
            <a:extLst xmlns:a="http://schemas.openxmlformats.org/drawingml/2006/main">
              <a:ext uri="{FF2B5EF4-FFF2-40B4-BE49-F238E27FC236}">
                <a16:creationId xmlns:a16="http://schemas.microsoft.com/office/drawing/2014/main" id="{5C83B868-C6E1-4224-A3F5-6BDE56BA5A42}"/>
              </a:ext>
            </a:extLst>
          </p:cNvPr>
          <p:cNvSpPr>
            <a:spLocks xmlns:a="http://schemas.openxmlformats.org/drawingml/2006/main" noGrp="1"/>
          </p:cNvSpPr>
          <p:nvPr/>
        </p:nvSpPr>
        <p:spPr>
          <a:xfrm xmlns:a="http://schemas.openxmlformats.org/drawingml/2006/main">
            <a:off x="566928" y="2578608"/>
            <a:ext cx="2788920" cy="1097280"/>
          </a:xfrm>
          <a:prstGeom xmlns:a="http://schemas.openxmlformats.org/drawingml/2006/main" prst="roundRect">
            <a:avLst>
              <a:gd name="adj" fmla="val 6667"/>
            </a:avLst>
          </a:prstGeom>
          <a:solidFill xmlns:a="http://schemas.openxmlformats.org/drawingml/2006/main">
            <a:srgbClr val="F4F6FB"/>
          </a:solidFill>
          <a:ln xmlns:a="http://schemas.openxmlformats.org/drawingml/2006/main" w="12700">
            <a:solidFill>
              <a:srgbClr val="D8DEEC"/>
            </a:solidFill>
            <a:prstDash val="solid"/>
          </a:ln>
        </p:spPr>
      </p:sp>
      <p:sp>
        <p:nvSpPr>
          <p:cNvPr id="9" name="Text 7">
            <a:extLst xmlns:a="http://schemas.openxmlformats.org/drawingml/2006/main">
              <a:ext uri="{FF2B5EF4-FFF2-40B4-BE49-F238E27FC236}">
                <a16:creationId xmlns:a16="http://schemas.microsoft.com/office/drawing/2014/main" id="{76AE9AB4-27E2-4D4E-B7AD-6A0E1612BBED}"/>
              </a:ext>
            </a:extLst>
          </p:cNvPr>
          <p:cNvSpPr>
            <a:spLocks xmlns:a="http://schemas.openxmlformats.org/drawingml/2006/main" noGrp="1"/>
          </p:cNvSpPr>
          <p:nvPr/>
        </p:nvSpPr>
        <p:spPr>
          <a:xfrm xmlns:a="http://schemas.openxmlformats.org/drawingml/2006/main">
            <a:off x="731520" y="2688336"/>
            <a:ext cx="24688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250" b="1">
                <a:solidFill>
                  <a:srgbClr val="1E2761"/>
                </a:solidFill>
                <a:latin typeface="Calibri"/>
                <a:ea typeface="Calibri"/>
                <a:cs typeface="Calibri"/>
              </a:rPr>
              <a:t>Days worked</a:t>
            </a:r>
            <a:endParaRPr sz="1250"/>
          </a:p>
        </p:txBody>
      </p:sp>
      <p:sp>
        <p:nvSpPr>
          <p:cNvPr id="10" name="Text 8">
            <a:extLst xmlns:a="http://schemas.openxmlformats.org/drawingml/2006/main">
              <a:ext uri="{FF2B5EF4-FFF2-40B4-BE49-F238E27FC236}">
                <a16:creationId xmlns:a16="http://schemas.microsoft.com/office/drawing/2014/main" id="{73BEB788-92F9-46F7-9F00-29FCE655859F}"/>
              </a:ext>
            </a:extLst>
          </p:cNvPr>
          <p:cNvSpPr>
            <a:spLocks xmlns:a="http://schemas.openxmlformats.org/drawingml/2006/main" noGrp="1"/>
          </p:cNvSpPr>
          <p:nvPr/>
        </p:nvSpPr>
        <p:spPr>
          <a:xfrm xmlns:a="http://schemas.openxmlformats.org/drawingml/2006/main">
            <a:off x="731520" y="3127248"/>
            <a:ext cx="248716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050"/>
              </a:lnSpc>
              <a:buNone/>
            </a:pPr>
            <a:r>
              <a:rPr sz="850">
                <a:solidFill>
                  <a:srgbClr val="5A6280"/>
                </a:solidFill>
                <a:latin typeface="Calibri"/>
                <a:ea typeface="Calibri"/>
                <a:cs typeface="Calibri"/>
              </a:rPr>
              <a:t>Processed attendance</a:t>
            </a:r>
            <a:endParaRPr sz="850"/>
          </a:p>
        </p:txBody>
      </p:sp>
      <p:sp>
        <p:nvSpPr>
          <p:cNvPr id="11" name="Text 9">
            <a:extLst xmlns:a="http://schemas.openxmlformats.org/drawingml/2006/main">
              <a:ext uri="{FF2B5EF4-FFF2-40B4-BE49-F238E27FC236}">
                <a16:creationId xmlns:a16="http://schemas.microsoft.com/office/drawing/2014/main" id="{0EEA5C57-4644-49E1-A0F5-909D34C19EFE}"/>
              </a:ext>
            </a:extLst>
          </p:cNvPr>
          <p:cNvSpPr>
            <a:spLocks xmlns:a="http://schemas.openxmlformats.org/drawingml/2006/main" noGrp="1"/>
          </p:cNvSpPr>
          <p:nvPr/>
        </p:nvSpPr>
        <p:spPr>
          <a:xfrm xmlns:a="http://schemas.openxmlformats.org/drawingml/2006/main">
            <a:off x="3584448" y="2615184"/>
            <a:ext cx="800100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2B3350"/>
                </a:solidFill>
                <a:latin typeface="Calibri"/>
                <a:ea typeface="Calibri"/>
                <a:cs typeface="Calibri"/>
              </a:rPr>
              <a:t>Can be used for prorated salary or an allowance that depends on approved days.</a:t>
            </a:r>
            <a:endParaRPr sz="1100"/>
          </a:p>
        </p:txBody>
      </p:sp>
      <p:sp>
        <p:nvSpPr>
          <p:cNvPr id="12" name="Shape 10">
            <a:extLst xmlns:a="http://schemas.openxmlformats.org/drawingml/2006/main">
              <a:ext uri="{FF2B5EF4-FFF2-40B4-BE49-F238E27FC236}">
                <a16:creationId xmlns:a16="http://schemas.microsoft.com/office/drawing/2014/main" id="{676E0B28-2FA9-4031-9EDE-8E8B2E867CC3}"/>
              </a:ext>
            </a:extLst>
          </p:cNvPr>
          <p:cNvSpPr>
            <a:spLocks xmlns:a="http://schemas.openxmlformats.org/drawingml/2006/main" noGrp="1"/>
          </p:cNvSpPr>
          <p:nvPr/>
        </p:nvSpPr>
        <p:spPr>
          <a:xfrm xmlns:a="http://schemas.openxmlformats.org/drawingml/2006/main">
            <a:off x="566928" y="3822192"/>
            <a:ext cx="2788920" cy="1097280"/>
          </a:xfrm>
          <a:prstGeom xmlns:a="http://schemas.openxmlformats.org/drawingml/2006/main" prst="roundRect">
            <a:avLst>
              <a:gd name="adj" fmla="val 6667"/>
            </a:avLst>
          </a:prstGeom>
          <a:solidFill xmlns:a="http://schemas.openxmlformats.org/drawingml/2006/main">
            <a:srgbClr val="F4F6FB"/>
          </a:solidFill>
          <a:ln xmlns:a="http://schemas.openxmlformats.org/drawingml/2006/main" w="12700">
            <a:solidFill>
              <a:srgbClr val="D8DEEC"/>
            </a:solidFill>
            <a:prstDash val="solid"/>
          </a:ln>
        </p:spPr>
      </p:sp>
      <p:sp>
        <p:nvSpPr>
          <p:cNvPr id="13" name="Text 11">
            <a:extLst xmlns:a="http://schemas.openxmlformats.org/drawingml/2006/main">
              <a:ext uri="{FF2B5EF4-FFF2-40B4-BE49-F238E27FC236}">
                <a16:creationId xmlns:a16="http://schemas.microsoft.com/office/drawing/2014/main" id="{0EC685AB-AE97-4EA6-9C66-5BF0923A9773}"/>
              </a:ext>
            </a:extLst>
          </p:cNvPr>
          <p:cNvSpPr>
            <a:spLocks xmlns:a="http://schemas.openxmlformats.org/drawingml/2006/main" noGrp="1"/>
          </p:cNvSpPr>
          <p:nvPr/>
        </p:nvSpPr>
        <p:spPr>
          <a:xfrm xmlns:a="http://schemas.openxmlformats.org/drawingml/2006/main">
            <a:off x="731520" y="3931920"/>
            <a:ext cx="24688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250" b="1">
                <a:solidFill>
                  <a:srgbClr val="1E2761"/>
                </a:solidFill>
                <a:latin typeface="Calibri"/>
                <a:ea typeface="Calibri"/>
                <a:cs typeface="Calibri"/>
              </a:rPr>
              <a:t>Late / undertime minutes</a:t>
            </a:r>
            <a:endParaRPr sz="1250"/>
          </a:p>
        </p:txBody>
      </p:sp>
      <p:sp>
        <p:nvSpPr>
          <p:cNvPr id="14" name="Text 12">
            <a:extLst xmlns:a="http://schemas.openxmlformats.org/drawingml/2006/main">
              <a:ext uri="{FF2B5EF4-FFF2-40B4-BE49-F238E27FC236}">
                <a16:creationId xmlns:a16="http://schemas.microsoft.com/office/drawing/2014/main" id="{E910DDAC-B8F6-484F-BAC3-C99BB294E13A}"/>
              </a:ext>
            </a:extLst>
          </p:cNvPr>
          <p:cNvSpPr>
            <a:spLocks xmlns:a="http://schemas.openxmlformats.org/drawingml/2006/main" noGrp="1"/>
          </p:cNvSpPr>
          <p:nvPr/>
        </p:nvSpPr>
        <p:spPr>
          <a:xfrm xmlns:a="http://schemas.openxmlformats.org/drawingml/2006/main">
            <a:off x="731520" y="4370832"/>
            <a:ext cx="248716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050"/>
              </a:lnSpc>
              <a:buNone/>
            </a:pPr>
            <a:r>
              <a:rPr sz="850">
                <a:solidFill>
                  <a:srgbClr val="5A6280"/>
                </a:solidFill>
                <a:latin typeface="Calibri"/>
                <a:ea typeface="Calibri"/>
                <a:cs typeface="Calibri"/>
              </a:rPr>
              <a:t>Attendance exceptions</a:t>
            </a:r>
            <a:endParaRPr sz="850"/>
          </a:p>
        </p:txBody>
      </p:sp>
      <p:sp>
        <p:nvSpPr>
          <p:cNvPr id="15" name="Text 13">
            <a:extLst xmlns:a="http://schemas.openxmlformats.org/drawingml/2006/main">
              <a:ext uri="{FF2B5EF4-FFF2-40B4-BE49-F238E27FC236}">
                <a16:creationId xmlns:a16="http://schemas.microsoft.com/office/drawing/2014/main" id="{361FE679-A234-413B-A213-8100C5B4EEB5}"/>
              </a:ext>
            </a:extLst>
          </p:cNvPr>
          <p:cNvSpPr>
            <a:spLocks xmlns:a="http://schemas.openxmlformats.org/drawingml/2006/main" noGrp="1"/>
          </p:cNvSpPr>
          <p:nvPr/>
        </p:nvSpPr>
        <p:spPr>
          <a:xfrm xmlns:a="http://schemas.openxmlformats.org/drawingml/2006/main">
            <a:off x="3584448" y="3858768"/>
            <a:ext cx="800100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2B3350"/>
                </a:solidFill>
                <a:latin typeface="Calibri"/>
                <a:ea typeface="Calibri"/>
                <a:cs typeface="Calibri"/>
              </a:rPr>
              <a:t>Can feed a deduction formula after approval and before payroll finalization.</a:t>
            </a:r>
            <a:endParaRPr sz="1100"/>
          </a:p>
        </p:txBody>
      </p:sp>
      <p:sp>
        <p:nvSpPr>
          <p:cNvPr id="16" name="Shape 14">
            <a:extLst xmlns:a="http://schemas.openxmlformats.org/drawingml/2006/main">
              <a:ext uri="{FF2B5EF4-FFF2-40B4-BE49-F238E27FC236}">
                <a16:creationId xmlns:a16="http://schemas.microsoft.com/office/drawing/2014/main" id="{E5366D7C-DDFB-42E2-961B-9A6303D0C3E6}"/>
              </a:ext>
            </a:extLst>
          </p:cNvPr>
          <p:cNvSpPr>
            <a:spLocks xmlns:a="http://schemas.openxmlformats.org/drawingml/2006/main" noGrp="1"/>
          </p:cNvSpPr>
          <p:nvPr/>
        </p:nvSpPr>
        <p:spPr>
          <a:xfrm xmlns:a="http://schemas.openxmlformats.org/drawingml/2006/main">
            <a:off x="566928" y="5065776"/>
            <a:ext cx="2788920" cy="1097280"/>
          </a:xfrm>
          <a:prstGeom xmlns:a="http://schemas.openxmlformats.org/drawingml/2006/main" prst="roundRect">
            <a:avLst>
              <a:gd name="adj" fmla="val 6667"/>
            </a:avLst>
          </a:prstGeom>
          <a:solidFill xmlns:a="http://schemas.openxmlformats.org/drawingml/2006/main">
            <a:srgbClr val="F4F6FB"/>
          </a:solidFill>
          <a:ln xmlns:a="http://schemas.openxmlformats.org/drawingml/2006/main" w="12700">
            <a:solidFill>
              <a:srgbClr val="D8DEEC"/>
            </a:solidFill>
            <a:prstDash val="solid"/>
          </a:ln>
        </p:spPr>
      </p:sp>
      <p:sp>
        <p:nvSpPr>
          <p:cNvPr id="17" name="Text 15">
            <a:extLst xmlns:a="http://schemas.openxmlformats.org/drawingml/2006/main">
              <a:ext uri="{FF2B5EF4-FFF2-40B4-BE49-F238E27FC236}">
                <a16:creationId xmlns:a16="http://schemas.microsoft.com/office/drawing/2014/main" id="{08131F2B-6293-4FCD-91D7-1968A9E5710E}"/>
              </a:ext>
            </a:extLst>
          </p:cNvPr>
          <p:cNvSpPr>
            <a:spLocks xmlns:a="http://schemas.openxmlformats.org/drawingml/2006/main" noGrp="1"/>
          </p:cNvSpPr>
          <p:nvPr/>
        </p:nvSpPr>
        <p:spPr>
          <a:xfrm xmlns:a="http://schemas.openxmlformats.org/drawingml/2006/main">
            <a:off x="731520" y="5175504"/>
            <a:ext cx="24688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250" b="1">
                <a:solidFill>
                  <a:srgbClr val="1E2761"/>
                </a:solidFill>
                <a:latin typeface="Calibri"/>
                <a:ea typeface="Calibri"/>
                <a:cs typeface="Calibri"/>
              </a:rPr>
              <a:t>Allowance units</a:t>
            </a:r>
            <a:endParaRPr sz="1250"/>
          </a:p>
        </p:txBody>
      </p:sp>
      <p:sp>
        <p:nvSpPr>
          <p:cNvPr id="18" name="Text 16">
            <a:extLst xmlns:a="http://schemas.openxmlformats.org/drawingml/2006/main">
              <a:ext uri="{FF2B5EF4-FFF2-40B4-BE49-F238E27FC236}">
                <a16:creationId xmlns:a16="http://schemas.microsoft.com/office/drawing/2014/main" id="{35029BA4-8809-472D-AAE6-43F2F71AF107}"/>
              </a:ext>
            </a:extLst>
          </p:cNvPr>
          <p:cNvSpPr>
            <a:spLocks xmlns:a="http://schemas.openxmlformats.org/drawingml/2006/main" noGrp="1"/>
          </p:cNvSpPr>
          <p:nvPr/>
        </p:nvSpPr>
        <p:spPr>
          <a:xfrm xmlns:a="http://schemas.openxmlformats.org/drawingml/2006/main">
            <a:off x="731520" y="5614416"/>
            <a:ext cx="248716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050"/>
              </a:lnSpc>
              <a:buNone/>
            </a:pPr>
            <a:r>
              <a:rPr sz="850">
                <a:solidFill>
                  <a:srgbClr val="5A6280"/>
                </a:solidFill>
                <a:latin typeface="Calibri"/>
                <a:ea typeface="Calibri"/>
                <a:cs typeface="Calibri"/>
              </a:rPr>
              <a:t>Approved quantity from the business process</a:t>
            </a:r>
            <a:endParaRPr sz="850"/>
          </a:p>
        </p:txBody>
      </p:sp>
      <p:sp>
        <p:nvSpPr>
          <p:cNvPr id="19" name="Text 17">
            <a:extLst xmlns:a="http://schemas.openxmlformats.org/drawingml/2006/main">
              <a:ext uri="{FF2B5EF4-FFF2-40B4-BE49-F238E27FC236}">
                <a16:creationId xmlns:a16="http://schemas.microsoft.com/office/drawing/2014/main" id="{159C3DB9-31BD-4F3E-BE62-2D3B39BBD811}"/>
              </a:ext>
            </a:extLst>
          </p:cNvPr>
          <p:cNvSpPr>
            <a:spLocks xmlns:a="http://schemas.openxmlformats.org/drawingml/2006/main" noGrp="1"/>
          </p:cNvSpPr>
          <p:nvPr/>
        </p:nvSpPr>
        <p:spPr>
          <a:xfrm xmlns:a="http://schemas.openxmlformats.org/drawingml/2006/main">
            <a:off x="3584448" y="5102352"/>
            <a:ext cx="800100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2B3350"/>
                </a:solidFill>
                <a:latin typeface="Calibri"/>
                <a:ea typeface="Calibri"/>
                <a:cs typeface="Calibri"/>
              </a:rPr>
              <a:t>CUS-900 uses the approved unit count rather than letting payroll re-key the quantity.</a:t>
            </a:r>
            <a:endParaRPr sz="1100"/>
          </a:p>
        </p:txBody>
      </p:sp>
    </p:spTree>
    <p:extLst>
      <p:ext uri="{BB962C8B-B14F-4D97-AF65-F5344CB8AC3E}">
        <p14:creationId xmlns:p14="http://schemas.microsoft.com/office/powerpoint/2010/main" val="869755288"/>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3871E94-2398-4879-81E8-462932AD1293}"/>
              </a:ext>
            </a:extLst>
          </p:cNvPr>
          <p:cNvSpPr>
            <a:spLocks xmlns:a="http://schemas.openxmlformats.org/drawingml/2006/main" noGrp="1"/>
          </p:cNvSpPr>
          <p:nvPr/>
        </p:nvSpPr>
        <p:spPr>
          <a:xfrm xmlns:a="http://schemas.openxmlformats.org/drawingml/2006/main">
            <a:off x="566928" y="329184"/>
            <a:ext cx="11027664"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ATLAS CONNECTION · PAYROLL SETUP</a:t>
            </a:r>
            <a:endParaRPr sz="1000"/>
          </a:p>
        </p:txBody>
      </p:sp>
      <p:sp>
        <p:nvSpPr>
          <p:cNvPr id="3" name="Text 1">
            <a:extLst xmlns:a="http://schemas.openxmlformats.org/drawingml/2006/main">
              <a:ext uri="{FF2B5EF4-FFF2-40B4-BE49-F238E27FC236}">
                <a16:creationId xmlns:a16="http://schemas.microsoft.com/office/drawing/2014/main" id="{0227D7A4-0E65-4A38-A593-1ECAF351866D}"/>
              </a:ext>
            </a:extLst>
          </p:cNvPr>
          <p:cNvSpPr>
            <a:spLocks xmlns:a="http://schemas.openxmlformats.org/drawingml/2006/main" noGrp="1"/>
          </p:cNvSpPr>
          <p:nvPr/>
        </p:nvSpPr>
        <p:spPr>
          <a:xfrm xmlns:a="http://schemas.openxmlformats.org/drawingml/2006/main">
            <a:off x="566928" y="548640"/>
            <a:ext cx="110276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Registers give the computation its business meaning</a:t>
            </a:r>
            <a:endParaRPr sz="3000"/>
          </a:p>
        </p:txBody>
      </p:sp>
      <p:sp>
        <p:nvSpPr>
          <p:cNvPr id="4" name="Shape 2">
            <a:extLst xmlns:a="http://schemas.openxmlformats.org/drawingml/2006/main">
              <a:ext uri="{FF2B5EF4-FFF2-40B4-BE49-F238E27FC236}">
                <a16:creationId xmlns:a16="http://schemas.microsoft.com/office/drawing/2014/main" id="{DE8A92B9-1777-4343-8339-0FE928D25D37}"/>
              </a:ext>
            </a:extLst>
          </p:cNvPr>
          <p:cNvSpPr>
            <a:spLocks xmlns:a="http://schemas.openxmlformats.org/drawingml/2006/main" noGrp="1"/>
          </p:cNvSpPr>
          <p:nvPr/>
        </p:nvSpPr>
        <p:spPr>
          <a:xfrm xmlns:a="http://schemas.openxmlformats.org/drawingml/2006/main">
            <a:off x="566928" y="1335024"/>
            <a:ext cx="2788920" cy="1097280"/>
          </a:xfrm>
          <a:prstGeom xmlns:a="http://schemas.openxmlformats.org/drawingml/2006/main" prst="roundRect">
            <a:avLst>
              <a:gd name="adj" fmla="val 6667"/>
            </a:avLst>
          </a:prstGeom>
          <a:solidFill xmlns:a="http://schemas.openxmlformats.org/drawingml/2006/main">
            <a:srgbClr val="F4F6FB"/>
          </a:solidFill>
          <a:ln xmlns:a="http://schemas.openxmlformats.org/drawingml/2006/main" w="12700">
            <a:solidFill>
              <a:srgbClr val="D8DEEC"/>
            </a:solidFill>
            <a:prstDash val="solid"/>
          </a:ln>
        </p:spPr>
      </p:sp>
      <p:sp>
        <p:nvSpPr>
          <p:cNvPr id="5" name="Text 3">
            <a:extLst xmlns:a="http://schemas.openxmlformats.org/drawingml/2006/main">
              <a:ext uri="{FF2B5EF4-FFF2-40B4-BE49-F238E27FC236}">
                <a16:creationId xmlns:a16="http://schemas.microsoft.com/office/drawing/2014/main" id="{E07D356C-629B-4E92-962D-5ABF96884482}"/>
              </a:ext>
            </a:extLst>
          </p:cNvPr>
          <p:cNvSpPr>
            <a:spLocks xmlns:a="http://schemas.openxmlformats.org/drawingml/2006/main" noGrp="1"/>
          </p:cNvSpPr>
          <p:nvPr/>
        </p:nvSpPr>
        <p:spPr>
          <a:xfrm xmlns:a="http://schemas.openxmlformats.org/drawingml/2006/main">
            <a:off x="731520" y="1444752"/>
            <a:ext cx="24688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250" b="1">
                <a:solidFill>
                  <a:srgbClr val="1E2761"/>
                </a:solidFill>
                <a:latin typeface="Calibri"/>
                <a:ea typeface="Calibri"/>
                <a:cs typeface="Calibri"/>
              </a:rPr>
              <a:t>Earning code</a:t>
            </a:r>
            <a:endParaRPr sz="1250"/>
          </a:p>
        </p:txBody>
      </p:sp>
      <p:sp>
        <p:nvSpPr>
          <p:cNvPr id="6" name="Text 4">
            <a:extLst xmlns:a="http://schemas.openxmlformats.org/drawingml/2006/main">
              <a:ext uri="{FF2B5EF4-FFF2-40B4-BE49-F238E27FC236}">
                <a16:creationId xmlns:a16="http://schemas.microsoft.com/office/drawing/2014/main" id="{0DDDBE1B-2FF3-49C9-9EDD-447179D48641}"/>
              </a:ext>
            </a:extLst>
          </p:cNvPr>
          <p:cNvSpPr>
            <a:spLocks xmlns:a="http://schemas.openxmlformats.org/drawingml/2006/main" noGrp="1"/>
          </p:cNvSpPr>
          <p:nvPr/>
        </p:nvSpPr>
        <p:spPr>
          <a:xfrm xmlns:a="http://schemas.openxmlformats.org/drawingml/2006/main">
            <a:off x="731520" y="1883664"/>
            <a:ext cx="248716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050"/>
              </a:lnSpc>
              <a:buNone/>
            </a:pPr>
            <a:r>
              <a:rPr sz="850">
                <a:solidFill>
                  <a:srgbClr val="5A6280"/>
                </a:solidFill>
                <a:latin typeface="Calibri"/>
                <a:ea typeface="Calibri"/>
                <a:cs typeface="Calibri"/>
              </a:rPr>
              <a:t>Earnings and Allowance Codes</a:t>
            </a:r>
            <a:endParaRPr sz="850"/>
          </a:p>
        </p:txBody>
      </p:sp>
      <p:sp>
        <p:nvSpPr>
          <p:cNvPr id="7" name="Text 5">
            <a:extLst xmlns:a="http://schemas.openxmlformats.org/drawingml/2006/main">
              <a:ext uri="{FF2B5EF4-FFF2-40B4-BE49-F238E27FC236}">
                <a16:creationId xmlns:a16="http://schemas.microsoft.com/office/drawing/2014/main" id="{3EEC65FF-7781-46A2-9AC4-00B060F9CF8B}"/>
              </a:ext>
            </a:extLst>
          </p:cNvPr>
          <p:cNvSpPr>
            <a:spLocks xmlns:a="http://schemas.openxmlformats.org/drawingml/2006/main" noGrp="1"/>
          </p:cNvSpPr>
          <p:nvPr/>
        </p:nvSpPr>
        <p:spPr>
          <a:xfrm xmlns:a="http://schemas.openxmlformats.org/drawingml/2006/main">
            <a:off x="3584448" y="1371600"/>
            <a:ext cx="800100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2B3350"/>
                </a:solidFill>
                <a:latin typeface="Calibri"/>
                <a:ea typeface="Calibri"/>
                <a:cs typeface="Calibri"/>
              </a:rPr>
              <a:t>Links CUS-900 to the payroll line that should receive the ₱2,000 result.</a:t>
            </a:r>
            <a:endParaRPr sz="1100"/>
          </a:p>
        </p:txBody>
      </p:sp>
      <p:sp>
        <p:nvSpPr>
          <p:cNvPr id="8" name="Shape 6">
            <a:extLst xmlns:a="http://schemas.openxmlformats.org/drawingml/2006/main">
              <a:ext uri="{FF2B5EF4-FFF2-40B4-BE49-F238E27FC236}">
                <a16:creationId xmlns:a16="http://schemas.microsoft.com/office/drawing/2014/main" id="{5C83B868-C6E1-4224-A3F5-6BDE56BA5A42}"/>
              </a:ext>
            </a:extLst>
          </p:cNvPr>
          <p:cNvSpPr>
            <a:spLocks xmlns:a="http://schemas.openxmlformats.org/drawingml/2006/main" noGrp="1"/>
          </p:cNvSpPr>
          <p:nvPr/>
        </p:nvSpPr>
        <p:spPr>
          <a:xfrm xmlns:a="http://schemas.openxmlformats.org/drawingml/2006/main">
            <a:off x="566928" y="2578608"/>
            <a:ext cx="2788920" cy="1097280"/>
          </a:xfrm>
          <a:prstGeom xmlns:a="http://schemas.openxmlformats.org/drawingml/2006/main" prst="roundRect">
            <a:avLst>
              <a:gd name="adj" fmla="val 6667"/>
            </a:avLst>
          </a:prstGeom>
          <a:solidFill xmlns:a="http://schemas.openxmlformats.org/drawingml/2006/main">
            <a:srgbClr val="F4F6FB"/>
          </a:solidFill>
          <a:ln xmlns:a="http://schemas.openxmlformats.org/drawingml/2006/main" w="12700">
            <a:solidFill>
              <a:srgbClr val="D8DEEC"/>
            </a:solidFill>
            <a:prstDash val="solid"/>
          </a:ln>
        </p:spPr>
      </p:sp>
      <p:sp>
        <p:nvSpPr>
          <p:cNvPr id="9" name="Text 7">
            <a:extLst xmlns:a="http://schemas.openxmlformats.org/drawingml/2006/main">
              <a:ext uri="{FF2B5EF4-FFF2-40B4-BE49-F238E27FC236}">
                <a16:creationId xmlns:a16="http://schemas.microsoft.com/office/drawing/2014/main" id="{76AE9AB4-27E2-4D4E-B7AD-6A0E1612BBED}"/>
              </a:ext>
            </a:extLst>
          </p:cNvPr>
          <p:cNvSpPr>
            <a:spLocks xmlns:a="http://schemas.openxmlformats.org/drawingml/2006/main" noGrp="1"/>
          </p:cNvSpPr>
          <p:nvPr/>
        </p:nvSpPr>
        <p:spPr>
          <a:xfrm xmlns:a="http://schemas.openxmlformats.org/drawingml/2006/main">
            <a:off x="731520" y="2688336"/>
            <a:ext cx="24688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250" b="1">
                <a:solidFill>
                  <a:srgbClr val="1E2761"/>
                </a:solidFill>
                <a:latin typeface="Calibri"/>
                <a:ea typeface="Calibri"/>
                <a:cs typeface="Calibri"/>
              </a:rPr>
              <a:t>Deduction / loan code</a:t>
            </a:r>
            <a:endParaRPr sz="1250"/>
          </a:p>
        </p:txBody>
      </p:sp>
      <p:sp>
        <p:nvSpPr>
          <p:cNvPr id="10" name="Text 8">
            <a:extLst xmlns:a="http://schemas.openxmlformats.org/drawingml/2006/main">
              <a:ext uri="{FF2B5EF4-FFF2-40B4-BE49-F238E27FC236}">
                <a16:creationId xmlns:a16="http://schemas.microsoft.com/office/drawing/2014/main" id="{73BEB788-92F9-46F7-9F00-29FCE655859F}"/>
              </a:ext>
            </a:extLst>
          </p:cNvPr>
          <p:cNvSpPr>
            <a:spLocks xmlns:a="http://schemas.openxmlformats.org/drawingml/2006/main" noGrp="1"/>
          </p:cNvSpPr>
          <p:nvPr/>
        </p:nvSpPr>
        <p:spPr>
          <a:xfrm xmlns:a="http://schemas.openxmlformats.org/drawingml/2006/main">
            <a:off x="731520" y="3127248"/>
            <a:ext cx="248716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050"/>
              </a:lnSpc>
              <a:buNone/>
            </a:pPr>
            <a:r>
              <a:rPr sz="850">
                <a:solidFill>
                  <a:srgbClr val="5A6280"/>
                </a:solidFill>
                <a:latin typeface="Calibri"/>
                <a:ea typeface="Calibri"/>
                <a:cs typeface="Calibri"/>
              </a:rPr>
              <a:t>Deduction and Loan Hierarchy</a:t>
            </a:r>
            <a:endParaRPr sz="850"/>
          </a:p>
        </p:txBody>
      </p:sp>
      <p:sp>
        <p:nvSpPr>
          <p:cNvPr id="11" name="Text 9">
            <a:extLst xmlns:a="http://schemas.openxmlformats.org/drawingml/2006/main">
              <a:ext uri="{FF2B5EF4-FFF2-40B4-BE49-F238E27FC236}">
                <a16:creationId xmlns:a16="http://schemas.microsoft.com/office/drawing/2014/main" id="{0EEA5C57-4644-49E1-A0F5-909D34C19EFE}"/>
              </a:ext>
            </a:extLst>
          </p:cNvPr>
          <p:cNvSpPr>
            <a:spLocks xmlns:a="http://schemas.openxmlformats.org/drawingml/2006/main" noGrp="1"/>
          </p:cNvSpPr>
          <p:nvPr/>
        </p:nvSpPr>
        <p:spPr>
          <a:xfrm xmlns:a="http://schemas.openxmlformats.org/drawingml/2006/main">
            <a:off x="3584448" y="2615184"/>
            <a:ext cx="800100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2B3350"/>
                </a:solidFill>
                <a:latin typeface="Calibri"/>
                <a:ea typeface="Calibri"/>
                <a:cs typeface="Calibri"/>
              </a:rPr>
              <a:t>Identifies which balance or scheduled payment a deduction computation is evaluating.</a:t>
            </a:r>
            <a:endParaRPr sz="1100"/>
          </a:p>
        </p:txBody>
      </p:sp>
      <p:sp>
        <p:nvSpPr>
          <p:cNvPr id="12" name="Shape 10">
            <a:extLst xmlns:a="http://schemas.openxmlformats.org/drawingml/2006/main">
              <a:ext uri="{FF2B5EF4-FFF2-40B4-BE49-F238E27FC236}">
                <a16:creationId xmlns:a16="http://schemas.microsoft.com/office/drawing/2014/main" id="{676E0B28-2FA9-4031-9EDE-8E8B2E867CC3}"/>
              </a:ext>
            </a:extLst>
          </p:cNvPr>
          <p:cNvSpPr>
            <a:spLocks xmlns:a="http://schemas.openxmlformats.org/drawingml/2006/main" noGrp="1"/>
          </p:cNvSpPr>
          <p:nvPr/>
        </p:nvSpPr>
        <p:spPr>
          <a:xfrm xmlns:a="http://schemas.openxmlformats.org/drawingml/2006/main">
            <a:off x="566928" y="3822192"/>
            <a:ext cx="2788920" cy="1097280"/>
          </a:xfrm>
          <a:prstGeom xmlns:a="http://schemas.openxmlformats.org/drawingml/2006/main" prst="roundRect">
            <a:avLst>
              <a:gd name="adj" fmla="val 6667"/>
            </a:avLst>
          </a:prstGeom>
          <a:solidFill xmlns:a="http://schemas.openxmlformats.org/drawingml/2006/main">
            <a:srgbClr val="F4F6FB"/>
          </a:solidFill>
          <a:ln xmlns:a="http://schemas.openxmlformats.org/drawingml/2006/main" w="12700">
            <a:solidFill>
              <a:srgbClr val="D8DEEC"/>
            </a:solidFill>
            <a:prstDash val="solid"/>
          </a:ln>
        </p:spPr>
      </p:sp>
      <p:sp>
        <p:nvSpPr>
          <p:cNvPr id="13" name="Text 11">
            <a:extLst xmlns:a="http://schemas.openxmlformats.org/drawingml/2006/main">
              <a:ext uri="{FF2B5EF4-FFF2-40B4-BE49-F238E27FC236}">
                <a16:creationId xmlns:a16="http://schemas.microsoft.com/office/drawing/2014/main" id="{0EC685AB-AE97-4EA6-9C66-5BF0923A9773}"/>
              </a:ext>
            </a:extLst>
          </p:cNvPr>
          <p:cNvSpPr>
            <a:spLocks xmlns:a="http://schemas.openxmlformats.org/drawingml/2006/main" noGrp="1"/>
          </p:cNvSpPr>
          <p:nvPr/>
        </p:nvSpPr>
        <p:spPr>
          <a:xfrm xmlns:a="http://schemas.openxmlformats.org/drawingml/2006/main">
            <a:off x="731520" y="3931920"/>
            <a:ext cx="24688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250" b="1">
                <a:solidFill>
                  <a:srgbClr val="1E2761"/>
                </a:solidFill>
                <a:latin typeface="Calibri"/>
                <a:ea typeface="Calibri"/>
                <a:cs typeface="Calibri"/>
              </a:rPr>
              <a:t>Reference table</a:t>
            </a:r>
            <a:endParaRPr sz="1250"/>
          </a:p>
        </p:txBody>
      </p:sp>
      <p:sp>
        <p:nvSpPr>
          <p:cNvPr id="14" name="Text 12">
            <a:extLst xmlns:a="http://schemas.openxmlformats.org/drawingml/2006/main">
              <a:ext uri="{FF2B5EF4-FFF2-40B4-BE49-F238E27FC236}">
                <a16:creationId xmlns:a16="http://schemas.microsoft.com/office/drawing/2014/main" id="{E910DDAC-B8F6-484F-BAC3-C99BB294E13A}"/>
              </a:ext>
            </a:extLst>
          </p:cNvPr>
          <p:cNvSpPr>
            <a:spLocks xmlns:a="http://schemas.openxmlformats.org/drawingml/2006/main" noGrp="1"/>
          </p:cNvSpPr>
          <p:nvPr/>
        </p:nvSpPr>
        <p:spPr>
          <a:xfrm xmlns:a="http://schemas.openxmlformats.org/drawingml/2006/main">
            <a:off x="731520" y="4370832"/>
            <a:ext cx="248716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050"/>
              </a:lnSpc>
              <a:buNone/>
            </a:pPr>
            <a:r>
              <a:rPr sz="850">
                <a:solidFill>
                  <a:srgbClr val="5A6280"/>
                </a:solidFill>
                <a:latin typeface="Calibri"/>
                <a:ea typeface="Calibri"/>
                <a:cs typeface="Calibri"/>
              </a:rPr>
              <a:t>Tax, contribution, rate or ceiling source</a:t>
            </a:r>
            <a:endParaRPr sz="850"/>
          </a:p>
        </p:txBody>
      </p:sp>
      <p:sp>
        <p:nvSpPr>
          <p:cNvPr id="15" name="Text 13">
            <a:extLst xmlns:a="http://schemas.openxmlformats.org/drawingml/2006/main">
              <a:ext uri="{FF2B5EF4-FFF2-40B4-BE49-F238E27FC236}">
                <a16:creationId xmlns:a16="http://schemas.microsoft.com/office/drawing/2014/main" id="{361FE679-A234-413B-A213-8100C5B4EEB5}"/>
              </a:ext>
            </a:extLst>
          </p:cNvPr>
          <p:cNvSpPr>
            <a:spLocks xmlns:a="http://schemas.openxmlformats.org/drawingml/2006/main" noGrp="1"/>
          </p:cNvSpPr>
          <p:nvPr/>
        </p:nvSpPr>
        <p:spPr>
          <a:xfrm xmlns:a="http://schemas.openxmlformats.org/drawingml/2006/main">
            <a:off x="3584448" y="3858768"/>
            <a:ext cx="800100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2B3350"/>
                </a:solidFill>
                <a:latin typeface="Calibri"/>
                <a:ea typeface="Calibri"/>
                <a:cs typeface="Calibri"/>
              </a:rPr>
              <a:t>Supplies effective values without hard-coding them in every expression.</a:t>
            </a:r>
            <a:endParaRPr sz="1100"/>
          </a:p>
        </p:txBody>
      </p:sp>
      <p:sp>
        <p:nvSpPr>
          <p:cNvPr id="16" name="Shape 14">
            <a:extLst xmlns:a="http://schemas.openxmlformats.org/drawingml/2006/main">
              <a:ext uri="{FF2B5EF4-FFF2-40B4-BE49-F238E27FC236}">
                <a16:creationId xmlns:a16="http://schemas.microsoft.com/office/drawing/2014/main" id="{E5366D7C-DDFB-42E2-961B-9A6303D0C3E6}"/>
              </a:ext>
            </a:extLst>
          </p:cNvPr>
          <p:cNvSpPr>
            <a:spLocks xmlns:a="http://schemas.openxmlformats.org/drawingml/2006/main" noGrp="1"/>
          </p:cNvSpPr>
          <p:nvPr/>
        </p:nvSpPr>
        <p:spPr>
          <a:xfrm xmlns:a="http://schemas.openxmlformats.org/drawingml/2006/main">
            <a:off x="566928" y="5065776"/>
            <a:ext cx="2788920" cy="1097280"/>
          </a:xfrm>
          <a:prstGeom xmlns:a="http://schemas.openxmlformats.org/drawingml/2006/main" prst="roundRect">
            <a:avLst>
              <a:gd name="adj" fmla="val 6667"/>
            </a:avLst>
          </a:prstGeom>
          <a:solidFill xmlns:a="http://schemas.openxmlformats.org/drawingml/2006/main">
            <a:srgbClr val="F4F6FB"/>
          </a:solidFill>
          <a:ln xmlns:a="http://schemas.openxmlformats.org/drawingml/2006/main" w="12700">
            <a:solidFill>
              <a:srgbClr val="D8DEEC"/>
            </a:solidFill>
            <a:prstDash val="solid"/>
          </a:ln>
        </p:spPr>
      </p:sp>
      <p:sp>
        <p:nvSpPr>
          <p:cNvPr id="17" name="Text 15">
            <a:extLst xmlns:a="http://schemas.openxmlformats.org/drawingml/2006/main">
              <a:ext uri="{FF2B5EF4-FFF2-40B4-BE49-F238E27FC236}">
                <a16:creationId xmlns:a16="http://schemas.microsoft.com/office/drawing/2014/main" id="{08131F2B-6293-4FCD-91D7-1968A9E5710E}"/>
              </a:ext>
            </a:extLst>
          </p:cNvPr>
          <p:cNvSpPr>
            <a:spLocks xmlns:a="http://schemas.openxmlformats.org/drawingml/2006/main" noGrp="1"/>
          </p:cNvSpPr>
          <p:nvPr/>
        </p:nvSpPr>
        <p:spPr>
          <a:xfrm xmlns:a="http://schemas.openxmlformats.org/drawingml/2006/main">
            <a:off x="731520" y="5175504"/>
            <a:ext cx="24688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250" b="1">
                <a:solidFill>
                  <a:srgbClr val="1E2761"/>
                </a:solidFill>
                <a:latin typeface="Calibri"/>
                <a:ea typeface="Calibri"/>
                <a:cs typeface="Calibri"/>
              </a:rPr>
              <a:t>Payroll settings</a:t>
            </a:r>
            <a:endParaRPr sz="1250"/>
          </a:p>
        </p:txBody>
      </p:sp>
      <p:sp>
        <p:nvSpPr>
          <p:cNvPr id="18" name="Text 16">
            <a:extLst xmlns:a="http://schemas.openxmlformats.org/drawingml/2006/main">
              <a:ext uri="{FF2B5EF4-FFF2-40B4-BE49-F238E27FC236}">
                <a16:creationId xmlns:a16="http://schemas.microsoft.com/office/drawing/2014/main" id="{35029BA4-8809-472D-AAE6-43F2F71AF107}"/>
              </a:ext>
            </a:extLst>
          </p:cNvPr>
          <p:cNvSpPr>
            <a:spLocks xmlns:a="http://schemas.openxmlformats.org/drawingml/2006/main" noGrp="1"/>
          </p:cNvSpPr>
          <p:nvPr/>
        </p:nvSpPr>
        <p:spPr>
          <a:xfrm xmlns:a="http://schemas.openxmlformats.org/drawingml/2006/main">
            <a:off x="731520" y="5614416"/>
            <a:ext cx="248716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050"/>
              </a:lnSpc>
              <a:buNone/>
            </a:pPr>
            <a:r>
              <a:rPr sz="850">
                <a:solidFill>
                  <a:srgbClr val="5A6280"/>
                </a:solidFill>
                <a:latin typeface="Calibri"/>
                <a:ea typeface="Calibri"/>
                <a:cs typeface="Calibri"/>
              </a:rPr>
              <a:t>Frequency, cutoff and transaction date</a:t>
            </a:r>
            <a:endParaRPr sz="850"/>
          </a:p>
        </p:txBody>
      </p:sp>
      <p:sp>
        <p:nvSpPr>
          <p:cNvPr id="19" name="Text 17">
            <a:extLst xmlns:a="http://schemas.openxmlformats.org/drawingml/2006/main">
              <a:ext uri="{FF2B5EF4-FFF2-40B4-BE49-F238E27FC236}">
                <a16:creationId xmlns:a16="http://schemas.microsoft.com/office/drawing/2014/main" id="{159C3DB9-31BD-4F3E-BE62-2D3B39BBD811}"/>
              </a:ext>
            </a:extLst>
          </p:cNvPr>
          <p:cNvSpPr>
            <a:spLocks xmlns:a="http://schemas.openxmlformats.org/drawingml/2006/main" noGrp="1"/>
          </p:cNvSpPr>
          <p:nvPr/>
        </p:nvSpPr>
        <p:spPr>
          <a:xfrm xmlns:a="http://schemas.openxmlformats.org/drawingml/2006/main">
            <a:off x="3584448" y="5102352"/>
            <a:ext cx="800100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2B3350"/>
                </a:solidFill>
                <a:latin typeface="Calibri"/>
                <a:ea typeface="Calibri"/>
                <a:cs typeface="Calibri"/>
              </a:rPr>
              <a:t>Tell ATLAS which assignment and effective version are applicable for the run.</a:t>
            </a:r>
            <a:endParaRPr sz="1100"/>
          </a:p>
        </p:txBody>
      </p:sp>
    </p:spTree>
    <p:extLst>
      <p:ext uri="{BB962C8B-B14F-4D97-AF65-F5344CB8AC3E}">
        <p14:creationId xmlns:p14="http://schemas.microsoft.com/office/powerpoint/2010/main" val="869755288"/>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3871E94-2398-4879-81E8-462932AD1293}"/>
              </a:ext>
            </a:extLst>
          </p:cNvPr>
          <p:cNvSpPr>
            <a:spLocks xmlns:a="http://schemas.openxmlformats.org/drawingml/2006/main" noGrp="1"/>
          </p:cNvSpPr>
          <p:nvPr/>
        </p:nvSpPr>
        <p:spPr>
          <a:xfrm xmlns:a="http://schemas.openxmlformats.org/drawingml/2006/main">
            <a:off x="566928" y="329184"/>
            <a:ext cx="11027664"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ATLAS CONNECTION · PAYROLL PROCESSING</a:t>
            </a:r>
            <a:endParaRPr sz="1000"/>
          </a:p>
        </p:txBody>
      </p:sp>
      <p:sp>
        <p:nvSpPr>
          <p:cNvPr id="3" name="Text 1">
            <a:extLst xmlns:a="http://schemas.openxmlformats.org/drawingml/2006/main">
              <a:ext uri="{FF2B5EF4-FFF2-40B4-BE49-F238E27FC236}">
                <a16:creationId xmlns:a16="http://schemas.microsoft.com/office/drawing/2014/main" id="{0227D7A4-0E65-4A38-A593-1ECAF351866D}"/>
              </a:ext>
            </a:extLst>
          </p:cNvPr>
          <p:cNvSpPr>
            <a:spLocks xmlns:a="http://schemas.openxmlformats.org/drawingml/2006/main" noGrp="1"/>
          </p:cNvSpPr>
          <p:nvPr/>
        </p:nvSpPr>
        <p:spPr>
          <a:xfrm xmlns:a="http://schemas.openxmlformats.org/drawingml/2006/main">
            <a:off x="566928" y="548640"/>
            <a:ext cx="110276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What should happen inside a payroll run</a:t>
            </a:r>
            <a:endParaRPr sz="3000"/>
          </a:p>
        </p:txBody>
      </p:sp>
      <p:sp>
        <p:nvSpPr>
          <p:cNvPr id="4" name="Shape 2">
            <a:extLst xmlns:a="http://schemas.openxmlformats.org/drawingml/2006/main">
              <a:ext uri="{FF2B5EF4-FFF2-40B4-BE49-F238E27FC236}">
                <a16:creationId xmlns:a16="http://schemas.microsoft.com/office/drawing/2014/main" id="{DE8A92B9-1777-4343-8339-0FE928D25D37}"/>
              </a:ext>
            </a:extLst>
          </p:cNvPr>
          <p:cNvSpPr>
            <a:spLocks xmlns:a="http://schemas.openxmlformats.org/drawingml/2006/main" noGrp="1"/>
          </p:cNvSpPr>
          <p:nvPr/>
        </p:nvSpPr>
        <p:spPr>
          <a:xfrm xmlns:a="http://schemas.openxmlformats.org/drawingml/2006/main">
            <a:off x="566928" y="1335024"/>
            <a:ext cx="2788920" cy="1097280"/>
          </a:xfrm>
          <a:prstGeom xmlns:a="http://schemas.openxmlformats.org/drawingml/2006/main" prst="roundRect">
            <a:avLst>
              <a:gd name="adj" fmla="val 6667"/>
            </a:avLst>
          </a:prstGeom>
          <a:solidFill xmlns:a="http://schemas.openxmlformats.org/drawingml/2006/main">
            <a:srgbClr val="F4F6FB"/>
          </a:solidFill>
          <a:ln xmlns:a="http://schemas.openxmlformats.org/drawingml/2006/main" w="12700">
            <a:solidFill>
              <a:srgbClr val="D8DEEC"/>
            </a:solidFill>
            <a:prstDash val="solid"/>
          </a:ln>
        </p:spPr>
      </p:sp>
      <p:sp>
        <p:nvSpPr>
          <p:cNvPr id="5" name="Text 3">
            <a:extLst xmlns:a="http://schemas.openxmlformats.org/drawingml/2006/main">
              <a:ext uri="{FF2B5EF4-FFF2-40B4-BE49-F238E27FC236}">
                <a16:creationId xmlns:a16="http://schemas.microsoft.com/office/drawing/2014/main" id="{E07D356C-629B-4E92-962D-5ABF96884482}"/>
              </a:ext>
            </a:extLst>
          </p:cNvPr>
          <p:cNvSpPr>
            <a:spLocks xmlns:a="http://schemas.openxmlformats.org/drawingml/2006/main" noGrp="1"/>
          </p:cNvSpPr>
          <p:nvPr/>
        </p:nvSpPr>
        <p:spPr>
          <a:xfrm xmlns:a="http://schemas.openxmlformats.org/drawingml/2006/main">
            <a:off x="731520" y="1444752"/>
            <a:ext cx="24688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250" b="1">
                <a:solidFill>
                  <a:srgbClr val="1E2761"/>
                </a:solidFill>
                <a:latin typeface="Calibri"/>
                <a:ea typeface="Calibri"/>
                <a:cs typeface="Calibri"/>
              </a:rPr>
              <a:t>1 · Match</a:t>
            </a:r>
            <a:endParaRPr sz="1250"/>
          </a:p>
        </p:txBody>
      </p:sp>
      <p:sp>
        <p:nvSpPr>
          <p:cNvPr id="6" name="Text 4">
            <a:extLst xmlns:a="http://schemas.openxmlformats.org/drawingml/2006/main">
              <a:ext uri="{FF2B5EF4-FFF2-40B4-BE49-F238E27FC236}">
                <a16:creationId xmlns:a16="http://schemas.microsoft.com/office/drawing/2014/main" id="{0DDDBE1B-2FF3-49C9-9EDD-447179D48641}"/>
              </a:ext>
            </a:extLst>
          </p:cNvPr>
          <p:cNvSpPr>
            <a:spLocks xmlns:a="http://schemas.openxmlformats.org/drawingml/2006/main" noGrp="1"/>
          </p:cNvSpPr>
          <p:nvPr/>
        </p:nvSpPr>
        <p:spPr>
          <a:xfrm xmlns:a="http://schemas.openxmlformats.org/drawingml/2006/main">
            <a:off x="731520" y="1883664"/>
            <a:ext cx="248716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050"/>
              </a:lnSpc>
              <a:buNone/>
            </a:pPr>
            <a:r>
              <a:rPr sz="850">
                <a:solidFill>
                  <a:srgbClr val="5A6280"/>
                </a:solidFill>
                <a:latin typeface="Calibri"/>
                <a:ea typeface="Calibri"/>
                <a:cs typeface="Calibri"/>
              </a:rPr>
              <a:t>Company + employee group + purpose + reference + frequency</a:t>
            </a:r>
            <a:endParaRPr sz="850"/>
          </a:p>
        </p:txBody>
      </p:sp>
      <p:sp>
        <p:nvSpPr>
          <p:cNvPr id="7" name="Text 5">
            <a:extLst xmlns:a="http://schemas.openxmlformats.org/drawingml/2006/main">
              <a:ext uri="{FF2B5EF4-FFF2-40B4-BE49-F238E27FC236}">
                <a16:creationId xmlns:a16="http://schemas.microsoft.com/office/drawing/2014/main" id="{3EEC65FF-7781-46A2-9AC4-00B060F9CF8B}"/>
              </a:ext>
            </a:extLst>
          </p:cNvPr>
          <p:cNvSpPr>
            <a:spLocks xmlns:a="http://schemas.openxmlformats.org/drawingml/2006/main" noGrp="1"/>
          </p:cNvSpPr>
          <p:nvPr/>
        </p:nvSpPr>
        <p:spPr>
          <a:xfrm xmlns:a="http://schemas.openxmlformats.org/drawingml/2006/main">
            <a:off x="3584448" y="1371600"/>
            <a:ext cx="800100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2B3350"/>
                </a:solidFill>
                <a:latin typeface="Calibri"/>
                <a:ea typeface="Calibri"/>
                <a:cs typeface="Calibri"/>
              </a:rPr>
              <a:t>ATLAS finds the one active, non-conflicting client assignment for the employee and event.</a:t>
            </a:r>
            <a:endParaRPr sz="1100"/>
          </a:p>
        </p:txBody>
      </p:sp>
      <p:sp>
        <p:nvSpPr>
          <p:cNvPr id="8" name="Shape 6">
            <a:extLst xmlns:a="http://schemas.openxmlformats.org/drawingml/2006/main">
              <a:ext uri="{FF2B5EF4-FFF2-40B4-BE49-F238E27FC236}">
                <a16:creationId xmlns:a16="http://schemas.microsoft.com/office/drawing/2014/main" id="{5C83B868-C6E1-4224-A3F5-6BDE56BA5A42}"/>
              </a:ext>
            </a:extLst>
          </p:cNvPr>
          <p:cNvSpPr>
            <a:spLocks xmlns:a="http://schemas.openxmlformats.org/drawingml/2006/main" noGrp="1"/>
          </p:cNvSpPr>
          <p:nvPr/>
        </p:nvSpPr>
        <p:spPr>
          <a:xfrm xmlns:a="http://schemas.openxmlformats.org/drawingml/2006/main">
            <a:off x="566928" y="2578608"/>
            <a:ext cx="2788920" cy="1097280"/>
          </a:xfrm>
          <a:prstGeom xmlns:a="http://schemas.openxmlformats.org/drawingml/2006/main" prst="roundRect">
            <a:avLst>
              <a:gd name="adj" fmla="val 6667"/>
            </a:avLst>
          </a:prstGeom>
          <a:solidFill xmlns:a="http://schemas.openxmlformats.org/drawingml/2006/main">
            <a:srgbClr val="F4F6FB"/>
          </a:solidFill>
          <a:ln xmlns:a="http://schemas.openxmlformats.org/drawingml/2006/main" w="12700">
            <a:solidFill>
              <a:srgbClr val="D8DEEC"/>
            </a:solidFill>
            <a:prstDash val="solid"/>
          </a:ln>
        </p:spPr>
      </p:sp>
      <p:sp>
        <p:nvSpPr>
          <p:cNvPr id="9" name="Text 7">
            <a:extLst xmlns:a="http://schemas.openxmlformats.org/drawingml/2006/main">
              <a:ext uri="{FF2B5EF4-FFF2-40B4-BE49-F238E27FC236}">
                <a16:creationId xmlns:a16="http://schemas.microsoft.com/office/drawing/2014/main" id="{76AE9AB4-27E2-4D4E-B7AD-6A0E1612BBED}"/>
              </a:ext>
            </a:extLst>
          </p:cNvPr>
          <p:cNvSpPr>
            <a:spLocks xmlns:a="http://schemas.openxmlformats.org/drawingml/2006/main" noGrp="1"/>
          </p:cNvSpPr>
          <p:nvPr/>
        </p:nvSpPr>
        <p:spPr>
          <a:xfrm xmlns:a="http://schemas.openxmlformats.org/drawingml/2006/main">
            <a:off x="731520" y="2688336"/>
            <a:ext cx="24688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250" b="1">
                <a:solidFill>
                  <a:srgbClr val="1E2761"/>
                </a:solidFill>
                <a:latin typeface="Calibri"/>
                <a:ea typeface="Calibri"/>
                <a:cs typeface="Calibri"/>
              </a:rPr>
              <a:t>2 · Select versions</a:t>
            </a:r>
            <a:endParaRPr sz="1250"/>
          </a:p>
        </p:txBody>
      </p:sp>
      <p:sp>
        <p:nvSpPr>
          <p:cNvPr id="10" name="Text 8">
            <a:extLst xmlns:a="http://schemas.openxmlformats.org/drawingml/2006/main">
              <a:ext uri="{FF2B5EF4-FFF2-40B4-BE49-F238E27FC236}">
                <a16:creationId xmlns:a16="http://schemas.microsoft.com/office/drawing/2014/main" id="{73BEB788-92F9-46F7-9F00-29FCE655859F}"/>
              </a:ext>
            </a:extLst>
          </p:cNvPr>
          <p:cNvSpPr>
            <a:spLocks xmlns:a="http://schemas.openxmlformats.org/drawingml/2006/main" noGrp="1"/>
          </p:cNvSpPr>
          <p:nvPr/>
        </p:nvSpPr>
        <p:spPr>
          <a:xfrm xmlns:a="http://schemas.openxmlformats.org/drawingml/2006/main">
            <a:off x="731520" y="3127248"/>
            <a:ext cx="248716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050"/>
              </a:lnSpc>
              <a:buNone/>
            </a:pPr>
            <a:r>
              <a:rPr sz="850">
                <a:solidFill>
                  <a:srgbClr val="5A6280"/>
                </a:solidFill>
                <a:latin typeface="Calibri"/>
                <a:ea typeface="Calibri"/>
                <a:cs typeface="Calibri"/>
              </a:rPr>
              <a:t>Payroll date</a:t>
            </a:r>
            <a:endParaRPr sz="850"/>
          </a:p>
        </p:txBody>
      </p:sp>
      <p:sp>
        <p:nvSpPr>
          <p:cNvPr id="11" name="Text 9">
            <a:extLst xmlns:a="http://schemas.openxmlformats.org/drawingml/2006/main">
              <a:ext uri="{FF2B5EF4-FFF2-40B4-BE49-F238E27FC236}">
                <a16:creationId xmlns:a16="http://schemas.microsoft.com/office/drawing/2014/main" id="{0EEA5C57-4644-49E1-A0F5-909D34C19EFE}"/>
              </a:ext>
            </a:extLst>
          </p:cNvPr>
          <p:cNvSpPr>
            <a:spLocks xmlns:a="http://schemas.openxmlformats.org/drawingml/2006/main" noGrp="1"/>
          </p:cNvSpPr>
          <p:nvPr/>
        </p:nvSpPr>
        <p:spPr>
          <a:xfrm xmlns:a="http://schemas.openxmlformats.org/drawingml/2006/main">
            <a:off x="3584448" y="2615184"/>
            <a:ext cx="800100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2B3350"/>
                </a:solidFill>
                <a:latin typeface="Calibri"/>
                <a:ea typeface="Calibri"/>
                <a:cs typeface="Calibri"/>
              </a:rPr>
              <a:t>ATLAS selects the computation and reference-source versions effective on that date.</a:t>
            </a:r>
            <a:endParaRPr sz="1100"/>
          </a:p>
        </p:txBody>
      </p:sp>
      <p:sp>
        <p:nvSpPr>
          <p:cNvPr id="12" name="Shape 10">
            <a:extLst xmlns:a="http://schemas.openxmlformats.org/drawingml/2006/main">
              <a:ext uri="{FF2B5EF4-FFF2-40B4-BE49-F238E27FC236}">
                <a16:creationId xmlns:a16="http://schemas.microsoft.com/office/drawing/2014/main" id="{676E0B28-2FA9-4031-9EDE-8E8B2E867CC3}"/>
              </a:ext>
            </a:extLst>
          </p:cNvPr>
          <p:cNvSpPr>
            <a:spLocks xmlns:a="http://schemas.openxmlformats.org/drawingml/2006/main" noGrp="1"/>
          </p:cNvSpPr>
          <p:nvPr/>
        </p:nvSpPr>
        <p:spPr>
          <a:xfrm xmlns:a="http://schemas.openxmlformats.org/drawingml/2006/main">
            <a:off x="566928" y="3822192"/>
            <a:ext cx="2788920" cy="1097280"/>
          </a:xfrm>
          <a:prstGeom xmlns:a="http://schemas.openxmlformats.org/drawingml/2006/main" prst="roundRect">
            <a:avLst>
              <a:gd name="adj" fmla="val 6667"/>
            </a:avLst>
          </a:prstGeom>
          <a:solidFill xmlns:a="http://schemas.openxmlformats.org/drawingml/2006/main">
            <a:srgbClr val="F4F6FB"/>
          </a:solidFill>
          <a:ln xmlns:a="http://schemas.openxmlformats.org/drawingml/2006/main" w="12700">
            <a:solidFill>
              <a:srgbClr val="D8DEEC"/>
            </a:solidFill>
            <a:prstDash val="solid"/>
          </a:ln>
        </p:spPr>
      </p:sp>
      <p:sp>
        <p:nvSpPr>
          <p:cNvPr id="13" name="Text 11">
            <a:extLst xmlns:a="http://schemas.openxmlformats.org/drawingml/2006/main">
              <a:ext uri="{FF2B5EF4-FFF2-40B4-BE49-F238E27FC236}">
                <a16:creationId xmlns:a16="http://schemas.microsoft.com/office/drawing/2014/main" id="{0EC685AB-AE97-4EA6-9C66-5BF0923A9773}"/>
              </a:ext>
            </a:extLst>
          </p:cNvPr>
          <p:cNvSpPr>
            <a:spLocks xmlns:a="http://schemas.openxmlformats.org/drawingml/2006/main" noGrp="1"/>
          </p:cNvSpPr>
          <p:nvPr/>
        </p:nvSpPr>
        <p:spPr>
          <a:xfrm xmlns:a="http://schemas.openxmlformats.org/drawingml/2006/main">
            <a:off x="731520" y="3931920"/>
            <a:ext cx="24688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250" b="1">
                <a:solidFill>
                  <a:srgbClr val="1E2761"/>
                </a:solidFill>
                <a:latin typeface="Calibri"/>
                <a:ea typeface="Calibri"/>
                <a:cs typeface="Calibri"/>
              </a:rPr>
              <a:t>3 · Supply inputs</a:t>
            </a:r>
            <a:endParaRPr sz="1250"/>
          </a:p>
        </p:txBody>
      </p:sp>
      <p:sp>
        <p:nvSpPr>
          <p:cNvPr id="14" name="Text 12">
            <a:extLst xmlns:a="http://schemas.openxmlformats.org/drawingml/2006/main">
              <a:ext uri="{FF2B5EF4-FFF2-40B4-BE49-F238E27FC236}">
                <a16:creationId xmlns:a16="http://schemas.microsoft.com/office/drawing/2014/main" id="{E910DDAC-B8F6-484F-BAC3-C99BB294E13A}"/>
              </a:ext>
            </a:extLst>
          </p:cNvPr>
          <p:cNvSpPr>
            <a:spLocks xmlns:a="http://schemas.openxmlformats.org/drawingml/2006/main" noGrp="1"/>
          </p:cNvSpPr>
          <p:nvPr/>
        </p:nvSpPr>
        <p:spPr>
          <a:xfrm xmlns:a="http://schemas.openxmlformats.org/drawingml/2006/main">
            <a:off x="731520" y="4370832"/>
            <a:ext cx="248716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050"/>
              </a:lnSpc>
              <a:buNone/>
            </a:pPr>
            <a:r>
              <a:rPr sz="850">
                <a:solidFill>
                  <a:srgbClr val="5A6280"/>
                </a:solidFill>
                <a:latin typeface="Calibri"/>
                <a:ea typeface="Calibri"/>
                <a:cs typeface="Calibri"/>
              </a:rPr>
              <a:t>Employee, timekeeping and payroll registers</a:t>
            </a:r>
            <a:endParaRPr sz="850"/>
          </a:p>
        </p:txBody>
      </p:sp>
      <p:sp>
        <p:nvSpPr>
          <p:cNvPr id="15" name="Text 13">
            <a:extLst xmlns:a="http://schemas.openxmlformats.org/drawingml/2006/main">
              <a:ext uri="{FF2B5EF4-FFF2-40B4-BE49-F238E27FC236}">
                <a16:creationId xmlns:a16="http://schemas.microsoft.com/office/drawing/2014/main" id="{361FE679-A234-413B-A213-8100C5B4EEB5}"/>
              </a:ext>
            </a:extLst>
          </p:cNvPr>
          <p:cNvSpPr>
            <a:spLocks xmlns:a="http://schemas.openxmlformats.org/drawingml/2006/main" noGrp="1"/>
          </p:cNvSpPr>
          <p:nvPr/>
        </p:nvSpPr>
        <p:spPr>
          <a:xfrm xmlns:a="http://schemas.openxmlformats.org/drawingml/2006/main">
            <a:off x="3584448" y="3858768"/>
            <a:ext cx="800100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2B3350"/>
                </a:solidFill>
                <a:latin typeface="Calibri"/>
                <a:ea typeface="Calibri"/>
                <a:cs typeface="Calibri"/>
              </a:rPr>
              <a:t>The consumer maps actual values to every required token.</a:t>
            </a:r>
            <a:endParaRPr sz="1100"/>
          </a:p>
        </p:txBody>
      </p:sp>
      <p:sp>
        <p:nvSpPr>
          <p:cNvPr id="16" name="Shape 14">
            <a:extLst xmlns:a="http://schemas.openxmlformats.org/drawingml/2006/main">
              <a:ext uri="{FF2B5EF4-FFF2-40B4-BE49-F238E27FC236}">
                <a16:creationId xmlns:a16="http://schemas.microsoft.com/office/drawing/2014/main" id="{E5366D7C-DDFB-42E2-961B-9A6303D0C3E6}"/>
              </a:ext>
            </a:extLst>
          </p:cNvPr>
          <p:cNvSpPr>
            <a:spLocks xmlns:a="http://schemas.openxmlformats.org/drawingml/2006/main" noGrp="1"/>
          </p:cNvSpPr>
          <p:nvPr/>
        </p:nvSpPr>
        <p:spPr>
          <a:xfrm xmlns:a="http://schemas.openxmlformats.org/drawingml/2006/main">
            <a:off x="566928" y="5065776"/>
            <a:ext cx="2788920" cy="1097280"/>
          </a:xfrm>
          <a:prstGeom xmlns:a="http://schemas.openxmlformats.org/drawingml/2006/main" prst="roundRect">
            <a:avLst>
              <a:gd name="adj" fmla="val 6667"/>
            </a:avLst>
          </a:prstGeom>
          <a:solidFill xmlns:a="http://schemas.openxmlformats.org/drawingml/2006/main">
            <a:srgbClr val="F4F6FB"/>
          </a:solidFill>
          <a:ln xmlns:a="http://schemas.openxmlformats.org/drawingml/2006/main" w="12700">
            <a:solidFill>
              <a:srgbClr val="D8DEEC"/>
            </a:solidFill>
            <a:prstDash val="solid"/>
          </a:ln>
        </p:spPr>
      </p:sp>
      <p:sp>
        <p:nvSpPr>
          <p:cNvPr id="17" name="Text 15">
            <a:extLst xmlns:a="http://schemas.openxmlformats.org/drawingml/2006/main">
              <a:ext uri="{FF2B5EF4-FFF2-40B4-BE49-F238E27FC236}">
                <a16:creationId xmlns:a16="http://schemas.microsoft.com/office/drawing/2014/main" id="{08131F2B-6293-4FCD-91D7-1968A9E5710E}"/>
              </a:ext>
            </a:extLst>
          </p:cNvPr>
          <p:cNvSpPr>
            <a:spLocks xmlns:a="http://schemas.openxmlformats.org/drawingml/2006/main" noGrp="1"/>
          </p:cNvSpPr>
          <p:nvPr/>
        </p:nvSpPr>
        <p:spPr>
          <a:xfrm xmlns:a="http://schemas.openxmlformats.org/drawingml/2006/main">
            <a:off x="731520" y="5175504"/>
            <a:ext cx="24688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250" b="1">
                <a:solidFill>
                  <a:srgbClr val="1E2761"/>
                </a:solidFill>
                <a:latin typeface="Calibri"/>
                <a:ea typeface="Calibri"/>
                <a:cs typeface="Calibri"/>
              </a:rPr>
              <a:t>4 · Save the answer</a:t>
            </a:r>
            <a:endParaRPr sz="1250"/>
          </a:p>
        </p:txBody>
      </p:sp>
      <p:sp>
        <p:nvSpPr>
          <p:cNvPr id="18" name="Text 16">
            <a:extLst xmlns:a="http://schemas.openxmlformats.org/drawingml/2006/main">
              <a:ext uri="{FF2B5EF4-FFF2-40B4-BE49-F238E27FC236}">
                <a16:creationId xmlns:a16="http://schemas.microsoft.com/office/drawing/2014/main" id="{35029BA4-8809-472D-AAE6-43F2F71AF107}"/>
              </a:ext>
            </a:extLst>
          </p:cNvPr>
          <p:cNvSpPr>
            <a:spLocks xmlns:a="http://schemas.openxmlformats.org/drawingml/2006/main" noGrp="1"/>
          </p:cNvSpPr>
          <p:nvPr/>
        </p:nvSpPr>
        <p:spPr>
          <a:xfrm xmlns:a="http://schemas.openxmlformats.org/drawingml/2006/main">
            <a:off x="731520" y="5614416"/>
            <a:ext cx="248716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050"/>
              </a:lnSpc>
              <a:buNone/>
            </a:pPr>
            <a:r>
              <a:rPr sz="850">
                <a:solidFill>
                  <a:srgbClr val="5A6280"/>
                </a:solidFill>
                <a:latin typeface="Calibri"/>
                <a:ea typeface="Calibri"/>
                <a:cs typeface="Calibri"/>
              </a:rPr>
              <a:t>Payroll transaction</a:t>
            </a:r>
            <a:endParaRPr sz="850"/>
          </a:p>
        </p:txBody>
      </p:sp>
      <p:sp>
        <p:nvSpPr>
          <p:cNvPr id="19" name="Text 17">
            <a:extLst xmlns:a="http://schemas.openxmlformats.org/drawingml/2006/main">
              <a:ext uri="{FF2B5EF4-FFF2-40B4-BE49-F238E27FC236}">
                <a16:creationId xmlns:a16="http://schemas.microsoft.com/office/drawing/2014/main" id="{159C3DB9-31BD-4F3E-BE62-2D3B39BBD811}"/>
              </a:ext>
            </a:extLst>
          </p:cNvPr>
          <p:cNvSpPr>
            <a:spLocks xmlns:a="http://schemas.openxmlformats.org/drawingml/2006/main" noGrp="1"/>
          </p:cNvSpPr>
          <p:nvPr/>
        </p:nvSpPr>
        <p:spPr>
          <a:xfrm xmlns:a="http://schemas.openxmlformats.org/drawingml/2006/main">
            <a:off x="3584448" y="5102352"/>
            <a:ext cx="800100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2B3350"/>
                </a:solidFill>
                <a:latin typeface="Calibri"/>
                <a:ea typeface="Calibri"/>
                <a:cs typeface="Calibri"/>
              </a:rPr>
              <a:t>The amount, code, version, inputs and source versions become part of the computation trail.</a:t>
            </a:r>
            <a:endParaRPr sz="1100"/>
          </a:p>
        </p:txBody>
      </p:sp>
    </p:spTree>
    <p:extLst>
      <p:ext uri="{BB962C8B-B14F-4D97-AF65-F5344CB8AC3E}">
        <p14:creationId xmlns:p14="http://schemas.microsoft.com/office/powerpoint/2010/main" val="869755288"/>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3871E94-2398-4879-81E8-462932AD1293}"/>
              </a:ext>
            </a:extLst>
          </p:cNvPr>
          <p:cNvSpPr>
            <a:spLocks xmlns:a="http://schemas.openxmlformats.org/drawingml/2006/main" noGrp="1"/>
          </p:cNvSpPr>
          <p:nvPr/>
        </p:nvSpPr>
        <p:spPr>
          <a:xfrm xmlns:a="http://schemas.openxmlformats.org/drawingml/2006/main">
            <a:off x="566928" y="329184"/>
            <a:ext cx="11027664"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ATLAS CONNECTION · OUTPUTS</a:t>
            </a:r>
            <a:endParaRPr sz="1000"/>
          </a:p>
        </p:txBody>
      </p:sp>
      <p:sp>
        <p:nvSpPr>
          <p:cNvPr id="3" name="Text 1">
            <a:extLst xmlns:a="http://schemas.openxmlformats.org/drawingml/2006/main">
              <a:ext uri="{FF2B5EF4-FFF2-40B4-BE49-F238E27FC236}">
                <a16:creationId xmlns:a16="http://schemas.microsoft.com/office/drawing/2014/main" id="{0227D7A4-0E65-4A38-A593-1ECAF351866D}"/>
              </a:ext>
            </a:extLst>
          </p:cNvPr>
          <p:cNvSpPr>
            <a:spLocks xmlns:a="http://schemas.openxmlformats.org/drawingml/2006/main" noGrp="1"/>
          </p:cNvSpPr>
          <p:nvPr/>
        </p:nvSpPr>
        <p:spPr>
          <a:xfrm xmlns:a="http://schemas.openxmlformats.org/drawingml/2006/main">
            <a:off x="566928" y="548640"/>
            <a:ext cx="110276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Where the computed amount appears after processing</a:t>
            </a:r>
            <a:endParaRPr sz="3000"/>
          </a:p>
        </p:txBody>
      </p:sp>
      <p:sp>
        <p:nvSpPr>
          <p:cNvPr id="4" name="Shape 2">
            <a:extLst xmlns:a="http://schemas.openxmlformats.org/drawingml/2006/main">
              <a:ext uri="{FF2B5EF4-FFF2-40B4-BE49-F238E27FC236}">
                <a16:creationId xmlns:a16="http://schemas.microsoft.com/office/drawing/2014/main" id="{DE8A92B9-1777-4343-8339-0FE928D25D37}"/>
              </a:ext>
            </a:extLst>
          </p:cNvPr>
          <p:cNvSpPr>
            <a:spLocks xmlns:a="http://schemas.openxmlformats.org/drawingml/2006/main" noGrp="1"/>
          </p:cNvSpPr>
          <p:nvPr/>
        </p:nvSpPr>
        <p:spPr>
          <a:xfrm xmlns:a="http://schemas.openxmlformats.org/drawingml/2006/main">
            <a:off x="566928" y="1335024"/>
            <a:ext cx="2788920" cy="1097280"/>
          </a:xfrm>
          <a:prstGeom xmlns:a="http://schemas.openxmlformats.org/drawingml/2006/main" prst="roundRect">
            <a:avLst>
              <a:gd name="adj" fmla="val 6667"/>
            </a:avLst>
          </a:prstGeom>
          <a:solidFill xmlns:a="http://schemas.openxmlformats.org/drawingml/2006/main">
            <a:srgbClr val="F4F6FB"/>
          </a:solidFill>
          <a:ln xmlns:a="http://schemas.openxmlformats.org/drawingml/2006/main" w="12700">
            <a:solidFill>
              <a:srgbClr val="D8DEEC"/>
            </a:solidFill>
            <a:prstDash val="solid"/>
          </a:ln>
        </p:spPr>
      </p:sp>
      <p:sp>
        <p:nvSpPr>
          <p:cNvPr id="5" name="Text 3">
            <a:extLst xmlns:a="http://schemas.openxmlformats.org/drawingml/2006/main">
              <a:ext uri="{FF2B5EF4-FFF2-40B4-BE49-F238E27FC236}">
                <a16:creationId xmlns:a16="http://schemas.microsoft.com/office/drawing/2014/main" id="{E07D356C-629B-4E92-962D-5ABF96884482}"/>
              </a:ext>
            </a:extLst>
          </p:cNvPr>
          <p:cNvSpPr>
            <a:spLocks xmlns:a="http://schemas.openxmlformats.org/drawingml/2006/main" noGrp="1"/>
          </p:cNvSpPr>
          <p:nvPr/>
        </p:nvSpPr>
        <p:spPr>
          <a:xfrm xmlns:a="http://schemas.openxmlformats.org/drawingml/2006/main">
            <a:off x="731520" y="1444752"/>
            <a:ext cx="24688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250" b="1">
                <a:solidFill>
                  <a:srgbClr val="1E2761"/>
                </a:solidFill>
                <a:latin typeface="Calibri"/>
                <a:ea typeface="Calibri"/>
                <a:cs typeface="Calibri"/>
              </a:rPr>
              <a:t>Payroll line</a:t>
            </a:r>
            <a:endParaRPr sz="1250"/>
          </a:p>
        </p:txBody>
      </p:sp>
      <p:sp>
        <p:nvSpPr>
          <p:cNvPr id="6" name="Text 4">
            <a:extLst xmlns:a="http://schemas.openxmlformats.org/drawingml/2006/main">
              <a:ext uri="{FF2B5EF4-FFF2-40B4-BE49-F238E27FC236}">
                <a16:creationId xmlns:a16="http://schemas.microsoft.com/office/drawing/2014/main" id="{0DDDBE1B-2FF3-49C9-9EDD-447179D48641}"/>
              </a:ext>
            </a:extLst>
          </p:cNvPr>
          <p:cNvSpPr>
            <a:spLocks xmlns:a="http://schemas.openxmlformats.org/drawingml/2006/main" noGrp="1"/>
          </p:cNvSpPr>
          <p:nvPr/>
        </p:nvSpPr>
        <p:spPr>
          <a:xfrm xmlns:a="http://schemas.openxmlformats.org/drawingml/2006/main">
            <a:off x="731520" y="1883664"/>
            <a:ext cx="248716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050"/>
              </a:lnSpc>
              <a:buNone/>
            </a:pPr>
            <a:r>
              <a:rPr sz="850">
                <a:solidFill>
                  <a:srgbClr val="5A6280"/>
                </a:solidFill>
                <a:latin typeface="Calibri"/>
                <a:ea typeface="Calibri"/>
                <a:cs typeface="Calibri"/>
              </a:rPr>
              <a:t>Earning, deduction, tax or employer share</a:t>
            </a:r>
            <a:endParaRPr sz="850"/>
          </a:p>
        </p:txBody>
      </p:sp>
      <p:sp>
        <p:nvSpPr>
          <p:cNvPr id="7" name="Text 5">
            <a:extLst xmlns:a="http://schemas.openxmlformats.org/drawingml/2006/main">
              <a:ext uri="{FF2B5EF4-FFF2-40B4-BE49-F238E27FC236}">
                <a16:creationId xmlns:a16="http://schemas.microsoft.com/office/drawing/2014/main" id="{3EEC65FF-7781-46A2-9AC4-00B060F9CF8B}"/>
              </a:ext>
            </a:extLst>
          </p:cNvPr>
          <p:cNvSpPr>
            <a:spLocks xmlns:a="http://schemas.openxmlformats.org/drawingml/2006/main" noGrp="1"/>
          </p:cNvSpPr>
          <p:nvPr/>
        </p:nvSpPr>
        <p:spPr>
          <a:xfrm xmlns:a="http://schemas.openxmlformats.org/drawingml/2006/main">
            <a:off x="3584448" y="1371600"/>
            <a:ext cx="800100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2B3350"/>
                </a:solidFill>
                <a:latin typeface="Calibri"/>
                <a:ea typeface="Calibri"/>
                <a:cs typeface="Calibri"/>
              </a:rPr>
              <a:t>The result is posted to the correct code—not as an unexplained manual amount.</a:t>
            </a:r>
            <a:endParaRPr sz="1100"/>
          </a:p>
        </p:txBody>
      </p:sp>
      <p:sp>
        <p:nvSpPr>
          <p:cNvPr id="8" name="Shape 6">
            <a:extLst xmlns:a="http://schemas.openxmlformats.org/drawingml/2006/main">
              <a:ext uri="{FF2B5EF4-FFF2-40B4-BE49-F238E27FC236}">
                <a16:creationId xmlns:a16="http://schemas.microsoft.com/office/drawing/2014/main" id="{5C83B868-C6E1-4224-A3F5-6BDE56BA5A42}"/>
              </a:ext>
            </a:extLst>
          </p:cNvPr>
          <p:cNvSpPr>
            <a:spLocks xmlns:a="http://schemas.openxmlformats.org/drawingml/2006/main" noGrp="1"/>
          </p:cNvSpPr>
          <p:nvPr/>
        </p:nvSpPr>
        <p:spPr>
          <a:xfrm xmlns:a="http://schemas.openxmlformats.org/drawingml/2006/main">
            <a:off x="566928" y="2578608"/>
            <a:ext cx="2788920" cy="1097280"/>
          </a:xfrm>
          <a:prstGeom xmlns:a="http://schemas.openxmlformats.org/drawingml/2006/main" prst="roundRect">
            <a:avLst>
              <a:gd name="adj" fmla="val 6667"/>
            </a:avLst>
          </a:prstGeom>
          <a:solidFill xmlns:a="http://schemas.openxmlformats.org/drawingml/2006/main">
            <a:srgbClr val="F4F6FB"/>
          </a:solidFill>
          <a:ln xmlns:a="http://schemas.openxmlformats.org/drawingml/2006/main" w="12700">
            <a:solidFill>
              <a:srgbClr val="D8DEEC"/>
            </a:solidFill>
            <a:prstDash val="solid"/>
          </a:ln>
        </p:spPr>
      </p:sp>
      <p:sp>
        <p:nvSpPr>
          <p:cNvPr id="9" name="Text 7">
            <a:extLst xmlns:a="http://schemas.openxmlformats.org/drawingml/2006/main">
              <a:ext uri="{FF2B5EF4-FFF2-40B4-BE49-F238E27FC236}">
                <a16:creationId xmlns:a16="http://schemas.microsoft.com/office/drawing/2014/main" id="{76AE9AB4-27E2-4D4E-B7AD-6A0E1612BBED}"/>
              </a:ext>
            </a:extLst>
          </p:cNvPr>
          <p:cNvSpPr>
            <a:spLocks xmlns:a="http://schemas.openxmlformats.org/drawingml/2006/main" noGrp="1"/>
          </p:cNvSpPr>
          <p:nvPr/>
        </p:nvSpPr>
        <p:spPr>
          <a:xfrm xmlns:a="http://schemas.openxmlformats.org/drawingml/2006/main">
            <a:off x="731520" y="2688336"/>
            <a:ext cx="24688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250" b="1">
                <a:solidFill>
                  <a:srgbClr val="1E2761"/>
                </a:solidFill>
                <a:latin typeface="Calibri"/>
                <a:ea typeface="Calibri"/>
                <a:cs typeface="Calibri"/>
              </a:rPr>
              <a:t>Payslip</a:t>
            </a:r>
            <a:endParaRPr sz="1250"/>
          </a:p>
        </p:txBody>
      </p:sp>
      <p:sp>
        <p:nvSpPr>
          <p:cNvPr id="10" name="Text 8">
            <a:extLst xmlns:a="http://schemas.openxmlformats.org/drawingml/2006/main">
              <a:ext uri="{FF2B5EF4-FFF2-40B4-BE49-F238E27FC236}">
                <a16:creationId xmlns:a16="http://schemas.microsoft.com/office/drawing/2014/main" id="{73BEB788-92F9-46F7-9F00-29FCE655859F}"/>
              </a:ext>
            </a:extLst>
          </p:cNvPr>
          <p:cNvSpPr>
            <a:spLocks xmlns:a="http://schemas.openxmlformats.org/drawingml/2006/main" noGrp="1"/>
          </p:cNvSpPr>
          <p:nvPr/>
        </p:nvSpPr>
        <p:spPr>
          <a:xfrm xmlns:a="http://schemas.openxmlformats.org/drawingml/2006/main">
            <a:off x="731520" y="3127248"/>
            <a:ext cx="248716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050"/>
              </a:lnSpc>
              <a:buNone/>
            </a:pPr>
            <a:r>
              <a:rPr sz="850">
                <a:solidFill>
                  <a:srgbClr val="5A6280"/>
                </a:solidFill>
                <a:latin typeface="Calibri"/>
                <a:ea typeface="Calibri"/>
                <a:cs typeface="Calibri"/>
              </a:rPr>
              <a:t>Employee-facing line and, where needed, formula context</a:t>
            </a:r>
            <a:endParaRPr sz="850"/>
          </a:p>
        </p:txBody>
      </p:sp>
      <p:sp>
        <p:nvSpPr>
          <p:cNvPr id="11" name="Text 9">
            <a:extLst xmlns:a="http://schemas.openxmlformats.org/drawingml/2006/main">
              <a:ext uri="{FF2B5EF4-FFF2-40B4-BE49-F238E27FC236}">
                <a16:creationId xmlns:a16="http://schemas.microsoft.com/office/drawing/2014/main" id="{0EEA5C57-4644-49E1-A0F5-909D34C19EFE}"/>
              </a:ext>
            </a:extLst>
          </p:cNvPr>
          <p:cNvSpPr>
            <a:spLocks xmlns:a="http://schemas.openxmlformats.org/drawingml/2006/main" noGrp="1"/>
          </p:cNvSpPr>
          <p:nvPr/>
        </p:nvSpPr>
        <p:spPr>
          <a:xfrm xmlns:a="http://schemas.openxmlformats.org/drawingml/2006/main">
            <a:off x="3584448" y="2615184"/>
            <a:ext cx="800100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2B3350"/>
                </a:solidFill>
                <a:latin typeface="Calibri"/>
                <a:ea typeface="Calibri"/>
                <a:cs typeface="Calibri"/>
              </a:rPr>
              <a:t>The employee sees the amount; deferred or staggered items can show original due and remaining balance.</a:t>
            </a:r>
            <a:endParaRPr sz="1100"/>
          </a:p>
        </p:txBody>
      </p:sp>
      <p:sp>
        <p:nvSpPr>
          <p:cNvPr id="12" name="Shape 10">
            <a:extLst xmlns:a="http://schemas.openxmlformats.org/drawingml/2006/main">
              <a:ext uri="{FF2B5EF4-FFF2-40B4-BE49-F238E27FC236}">
                <a16:creationId xmlns:a16="http://schemas.microsoft.com/office/drawing/2014/main" id="{676E0B28-2FA9-4031-9EDE-8E8B2E867CC3}"/>
              </a:ext>
            </a:extLst>
          </p:cNvPr>
          <p:cNvSpPr>
            <a:spLocks xmlns:a="http://schemas.openxmlformats.org/drawingml/2006/main" noGrp="1"/>
          </p:cNvSpPr>
          <p:nvPr/>
        </p:nvSpPr>
        <p:spPr>
          <a:xfrm xmlns:a="http://schemas.openxmlformats.org/drawingml/2006/main">
            <a:off x="566928" y="3822192"/>
            <a:ext cx="2788920" cy="1097280"/>
          </a:xfrm>
          <a:prstGeom xmlns:a="http://schemas.openxmlformats.org/drawingml/2006/main" prst="roundRect">
            <a:avLst>
              <a:gd name="adj" fmla="val 6667"/>
            </a:avLst>
          </a:prstGeom>
          <a:solidFill xmlns:a="http://schemas.openxmlformats.org/drawingml/2006/main">
            <a:srgbClr val="F4F6FB"/>
          </a:solidFill>
          <a:ln xmlns:a="http://schemas.openxmlformats.org/drawingml/2006/main" w="12700">
            <a:solidFill>
              <a:srgbClr val="D8DEEC"/>
            </a:solidFill>
            <a:prstDash val="solid"/>
          </a:ln>
        </p:spPr>
      </p:sp>
      <p:sp>
        <p:nvSpPr>
          <p:cNvPr id="13" name="Text 11">
            <a:extLst xmlns:a="http://schemas.openxmlformats.org/drawingml/2006/main">
              <a:ext uri="{FF2B5EF4-FFF2-40B4-BE49-F238E27FC236}">
                <a16:creationId xmlns:a16="http://schemas.microsoft.com/office/drawing/2014/main" id="{0EC685AB-AE97-4EA6-9C66-5BF0923A9773}"/>
              </a:ext>
            </a:extLst>
          </p:cNvPr>
          <p:cNvSpPr>
            <a:spLocks xmlns:a="http://schemas.openxmlformats.org/drawingml/2006/main" noGrp="1"/>
          </p:cNvSpPr>
          <p:nvPr/>
        </p:nvSpPr>
        <p:spPr>
          <a:xfrm xmlns:a="http://schemas.openxmlformats.org/drawingml/2006/main">
            <a:off x="731520" y="3931920"/>
            <a:ext cx="24688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250" b="1">
                <a:solidFill>
                  <a:srgbClr val="1E2761"/>
                </a:solidFill>
                <a:latin typeface="Calibri"/>
                <a:ea typeface="Calibri"/>
                <a:cs typeface="Calibri"/>
              </a:rPr>
              <a:t>Reports and GL feeds</a:t>
            </a:r>
            <a:endParaRPr sz="1250"/>
          </a:p>
        </p:txBody>
      </p:sp>
      <p:sp>
        <p:nvSpPr>
          <p:cNvPr id="14" name="Text 12">
            <a:extLst xmlns:a="http://schemas.openxmlformats.org/drawingml/2006/main">
              <a:ext uri="{FF2B5EF4-FFF2-40B4-BE49-F238E27FC236}">
                <a16:creationId xmlns:a16="http://schemas.microsoft.com/office/drawing/2014/main" id="{E910DDAC-B8F6-484F-BAC3-C99BB294E13A}"/>
              </a:ext>
            </a:extLst>
          </p:cNvPr>
          <p:cNvSpPr>
            <a:spLocks xmlns:a="http://schemas.openxmlformats.org/drawingml/2006/main" noGrp="1"/>
          </p:cNvSpPr>
          <p:nvPr/>
        </p:nvSpPr>
        <p:spPr>
          <a:xfrm xmlns:a="http://schemas.openxmlformats.org/drawingml/2006/main">
            <a:off x="731520" y="4370832"/>
            <a:ext cx="248716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050"/>
              </a:lnSpc>
              <a:buNone/>
            </a:pPr>
            <a:r>
              <a:rPr sz="850">
                <a:solidFill>
                  <a:srgbClr val="5A6280"/>
                </a:solidFill>
                <a:latin typeface="Calibri"/>
                <a:ea typeface="Calibri"/>
                <a:cs typeface="Calibri"/>
              </a:rPr>
              <a:t>Payroll registers, summaries and accounting outputs</a:t>
            </a:r>
            <a:endParaRPr sz="850"/>
          </a:p>
        </p:txBody>
      </p:sp>
      <p:sp>
        <p:nvSpPr>
          <p:cNvPr id="15" name="Text 13">
            <a:extLst xmlns:a="http://schemas.openxmlformats.org/drawingml/2006/main">
              <a:ext uri="{FF2B5EF4-FFF2-40B4-BE49-F238E27FC236}">
                <a16:creationId xmlns:a16="http://schemas.microsoft.com/office/drawing/2014/main" id="{361FE679-A234-413B-A213-8100C5B4EEB5}"/>
              </a:ext>
            </a:extLst>
          </p:cNvPr>
          <p:cNvSpPr>
            <a:spLocks xmlns:a="http://schemas.openxmlformats.org/drawingml/2006/main" noGrp="1"/>
          </p:cNvSpPr>
          <p:nvPr/>
        </p:nvSpPr>
        <p:spPr>
          <a:xfrm xmlns:a="http://schemas.openxmlformats.org/drawingml/2006/main">
            <a:off x="3584448" y="3858768"/>
            <a:ext cx="800100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2B3350"/>
                </a:solidFill>
                <a:latin typeface="Calibri"/>
                <a:ea typeface="Calibri"/>
                <a:cs typeface="Calibri"/>
              </a:rPr>
              <a:t>Downstream totals use the same saved transaction amount rather than recomputing the formula differently.</a:t>
            </a:r>
            <a:endParaRPr sz="1100"/>
          </a:p>
        </p:txBody>
      </p:sp>
      <p:sp>
        <p:nvSpPr>
          <p:cNvPr id="16" name="Shape 14">
            <a:extLst xmlns:a="http://schemas.openxmlformats.org/drawingml/2006/main">
              <a:ext uri="{FF2B5EF4-FFF2-40B4-BE49-F238E27FC236}">
                <a16:creationId xmlns:a16="http://schemas.microsoft.com/office/drawing/2014/main" id="{E5366D7C-DDFB-42E2-961B-9A6303D0C3E6}"/>
              </a:ext>
            </a:extLst>
          </p:cNvPr>
          <p:cNvSpPr>
            <a:spLocks xmlns:a="http://schemas.openxmlformats.org/drawingml/2006/main" noGrp="1"/>
          </p:cNvSpPr>
          <p:nvPr/>
        </p:nvSpPr>
        <p:spPr>
          <a:xfrm xmlns:a="http://schemas.openxmlformats.org/drawingml/2006/main">
            <a:off x="566928" y="5065776"/>
            <a:ext cx="2788920" cy="1097280"/>
          </a:xfrm>
          <a:prstGeom xmlns:a="http://schemas.openxmlformats.org/drawingml/2006/main" prst="roundRect">
            <a:avLst>
              <a:gd name="adj" fmla="val 6667"/>
            </a:avLst>
          </a:prstGeom>
          <a:solidFill xmlns:a="http://schemas.openxmlformats.org/drawingml/2006/main">
            <a:srgbClr val="F4F6FB"/>
          </a:solidFill>
          <a:ln xmlns:a="http://schemas.openxmlformats.org/drawingml/2006/main" w="12700">
            <a:solidFill>
              <a:srgbClr val="D8DEEC"/>
            </a:solidFill>
            <a:prstDash val="solid"/>
          </a:ln>
        </p:spPr>
      </p:sp>
      <p:sp>
        <p:nvSpPr>
          <p:cNvPr id="17" name="Text 15">
            <a:extLst xmlns:a="http://schemas.openxmlformats.org/drawingml/2006/main">
              <a:ext uri="{FF2B5EF4-FFF2-40B4-BE49-F238E27FC236}">
                <a16:creationId xmlns:a16="http://schemas.microsoft.com/office/drawing/2014/main" id="{08131F2B-6293-4FCD-91D7-1968A9E5710E}"/>
              </a:ext>
            </a:extLst>
          </p:cNvPr>
          <p:cNvSpPr>
            <a:spLocks xmlns:a="http://schemas.openxmlformats.org/drawingml/2006/main" noGrp="1"/>
          </p:cNvSpPr>
          <p:nvPr/>
        </p:nvSpPr>
        <p:spPr>
          <a:xfrm xmlns:a="http://schemas.openxmlformats.org/drawingml/2006/main">
            <a:off x="731520" y="5175504"/>
            <a:ext cx="24688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250" b="1">
                <a:solidFill>
                  <a:srgbClr val="1E2761"/>
                </a:solidFill>
                <a:latin typeface="Calibri"/>
                <a:ea typeface="Calibri"/>
                <a:cs typeface="Calibri"/>
              </a:rPr>
              <a:t>Audit trail</a:t>
            </a:r>
            <a:endParaRPr sz="1250"/>
          </a:p>
        </p:txBody>
      </p:sp>
      <p:sp>
        <p:nvSpPr>
          <p:cNvPr id="18" name="Text 16">
            <a:extLst xmlns:a="http://schemas.openxmlformats.org/drawingml/2006/main">
              <a:ext uri="{FF2B5EF4-FFF2-40B4-BE49-F238E27FC236}">
                <a16:creationId xmlns:a16="http://schemas.microsoft.com/office/drawing/2014/main" id="{35029BA4-8809-472D-AAE6-43F2F71AF107}"/>
              </a:ext>
            </a:extLst>
          </p:cNvPr>
          <p:cNvSpPr>
            <a:spLocks xmlns:a="http://schemas.openxmlformats.org/drawingml/2006/main" noGrp="1"/>
          </p:cNvSpPr>
          <p:nvPr/>
        </p:nvSpPr>
        <p:spPr>
          <a:xfrm xmlns:a="http://schemas.openxmlformats.org/drawingml/2006/main">
            <a:off x="731520" y="5614416"/>
            <a:ext cx="248716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050"/>
              </a:lnSpc>
              <a:buNone/>
            </a:pPr>
            <a:r>
              <a:rPr sz="850">
                <a:solidFill>
                  <a:srgbClr val="5A6280"/>
                </a:solidFill>
                <a:latin typeface="Calibri"/>
                <a:ea typeface="Calibri"/>
                <a:cs typeface="Calibri"/>
              </a:rPr>
              <a:t>How it was computed</a:t>
            </a:r>
            <a:endParaRPr sz="850"/>
          </a:p>
        </p:txBody>
      </p:sp>
      <p:sp>
        <p:nvSpPr>
          <p:cNvPr id="19" name="Text 17">
            <a:extLst xmlns:a="http://schemas.openxmlformats.org/drawingml/2006/main">
              <a:ext uri="{FF2B5EF4-FFF2-40B4-BE49-F238E27FC236}">
                <a16:creationId xmlns:a16="http://schemas.microsoft.com/office/drawing/2014/main" id="{159C3DB9-31BD-4F3E-BE62-2D3B39BBD811}"/>
              </a:ext>
            </a:extLst>
          </p:cNvPr>
          <p:cNvSpPr>
            <a:spLocks xmlns:a="http://schemas.openxmlformats.org/drawingml/2006/main" noGrp="1"/>
          </p:cNvSpPr>
          <p:nvPr/>
        </p:nvSpPr>
        <p:spPr>
          <a:xfrm xmlns:a="http://schemas.openxmlformats.org/drawingml/2006/main">
            <a:off x="3584448" y="5102352"/>
            <a:ext cx="800100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2B3350"/>
                </a:solidFill>
                <a:latin typeface="Calibri"/>
                <a:ea typeface="Calibri"/>
                <a:cs typeface="Calibri"/>
              </a:rPr>
              <a:t>Finance can trace the output back to assignment, version, inputs and reference sources.</a:t>
            </a:r>
            <a:endParaRPr sz="1100"/>
          </a:p>
        </p:txBody>
      </p:sp>
    </p:spTree>
    <p:extLst>
      <p:ext uri="{BB962C8B-B14F-4D97-AF65-F5344CB8AC3E}">
        <p14:creationId xmlns:p14="http://schemas.microsoft.com/office/powerpoint/2010/main" val="869755288"/>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93943D7-F0E5-4DB8-8919-194072ABE03D}"/>
              </a:ext>
            </a:extLst>
          </p:cNvPr>
          <p:cNvSpPr>
            <a:spLocks xmlns:a="http://schemas.openxmlformats.org/drawingml/2006/main" noGrp="1"/>
          </p:cNvSpPr>
          <p:nvPr/>
        </p:nvSpPr>
        <p:spPr>
          <a:xfrm xmlns:a="http://schemas.openxmlformats.org/drawingml/2006/main">
            <a:off x="566928" y="329184"/>
            <a:ext cx="11027664"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WORKED EXAMPLE 1 · CUS-900</a:t>
            </a:r>
            <a:endParaRPr sz="1000"/>
          </a:p>
        </p:txBody>
      </p:sp>
      <p:sp>
        <p:nvSpPr>
          <p:cNvPr id="3" name="Text 1">
            <a:extLst xmlns:a="http://schemas.openxmlformats.org/drawingml/2006/main">
              <a:ext uri="{FF2B5EF4-FFF2-40B4-BE49-F238E27FC236}">
                <a16:creationId xmlns:a16="http://schemas.microsoft.com/office/drawing/2014/main" id="{F0CF08C0-D530-459B-9409-5CE751C19BE9}"/>
              </a:ext>
            </a:extLst>
          </p:cNvPr>
          <p:cNvSpPr>
            <a:spLocks xmlns:a="http://schemas.openxmlformats.org/drawingml/2006/main" noGrp="1"/>
          </p:cNvSpPr>
          <p:nvPr/>
        </p:nvSpPr>
        <p:spPr>
          <a:xfrm xmlns:a="http://schemas.openxmlformats.org/drawingml/2006/main">
            <a:off x="566928" y="548640"/>
            <a:ext cx="110276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Variable allowance from creation to payroll</a:t>
            </a:r>
            <a:endParaRPr sz="3000"/>
          </a:p>
        </p:txBody>
      </p:sp>
      <p:pic>
        <p:nvPicPr>
          <p:cNvPr id="25" name="Image 0"/>
          <p:cNvPicPr>
            <a:picLocks xmlns:a="http://schemas.openxmlformats.org/drawingml/2006/main" noChangeAspect="1"/>
          </p:cNvPicPr>
          <p:nvPr/>
        </p:nvPicPr>
        <p:blipFill>
          <a:blip xmlns:r="http://schemas.openxmlformats.org/officeDocument/2006/relationships" xmlns:a="http://schemas.openxmlformats.org/drawingml/2006/main" r:embed="Rf0c3284ba7664bd8"/>
          <a:srcRect xmlns:a="http://schemas.openxmlformats.org/drawingml/2006/main" l="15463" t="0" r="15463" b="0"/>
          <a:stretch xmlns:a="http://schemas.openxmlformats.org/drawingml/2006/main">
            <a:fillRect l="0" t="0" r="0" b="0"/>
          </a:stretch>
        </p:blipFill>
        <p:spPr>
          <a:xfrm xmlns:a="http://schemas.openxmlformats.org/drawingml/2006/main">
            <a:off x="703308" y="1325880"/>
            <a:ext cx="3659160" cy="4206240"/>
          </a:xfrm>
          <a:prstGeom xmlns:a="http://schemas.openxmlformats.org/drawingml/2006/main" prst="rect">
            <a:avLst/>
          </a:prstGeom>
          <a:effectLst xmlns:a="http://schemas.openxmlformats.org/drawingml/2006/main">
            <a:outerShdw blurRad="127000" dist="25400" dir="5400000" algn="bl" rotWithShape="0">
              <a:srgbClr val="8892B0">
                <a:alpha val="28000"/>
              </a:srgbClr>
            </a:outerShdw>
          </a:effectLst>
        </p:spPr>
      </p:pic>
      <p:pic>
        <p:nvPicPr>
          <p:cNvPr id="26" name="Image 1"/>
          <p:cNvPicPr>
            <a:picLocks xmlns:a="http://schemas.openxmlformats.org/drawingml/2006/main" noChangeAspect="1"/>
          </p:cNvPicPr>
          <p:nvPr/>
        </p:nvPicPr>
        <p:blipFill>
          <a:blip xmlns:r="http://schemas.openxmlformats.org/officeDocument/2006/relationships" xmlns:a="http://schemas.openxmlformats.org/drawingml/2006/main" r:embed="R488894e1d2e64c55"/>
          <a:srcRect xmlns:a="http://schemas.openxmlformats.org/drawingml/2006/main" l="0" t="5853" r="0" b="5853"/>
          <a:stretch xmlns:a="http://schemas.openxmlformats.org/drawingml/2006/main">
            <a:fillRect l="0" t="0" r="0" b="0"/>
          </a:stretch>
        </p:blipFill>
        <p:spPr>
          <a:xfrm xmlns:a="http://schemas.openxmlformats.org/drawingml/2006/main">
            <a:off x="4800600" y="1360230"/>
            <a:ext cx="4206240" cy="2948819"/>
          </a:xfrm>
          <a:prstGeom xmlns:a="http://schemas.openxmlformats.org/drawingml/2006/main" prst="rect">
            <a:avLst/>
          </a:prstGeom>
          <a:effectLst xmlns:a="http://schemas.openxmlformats.org/drawingml/2006/main">
            <a:outerShdw blurRad="127000" dist="25400" dir="5400000" algn="bl" rotWithShape="0">
              <a:srgbClr val="8892B0">
                <a:alpha val="28000"/>
              </a:srgbClr>
            </a:outerShdw>
          </a:effectLst>
        </p:spPr>
      </p:pic>
      <p:sp>
        <p:nvSpPr>
          <p:cNvPr id="6" name="Text 2">
            <a:extLst xmlns:a="http://schemas.openxmlformats.org/drawingml/2006/main">
              <a:ext uri="{FF2B5EF4-FFF2-40B4-BE49-F238E27FC236}">
                <a16:creationId xmlns:a16="http://schemas.microsoft.com/office/drawing/2014/main" id="{249B4BFC-DA0E-4A06-85EC-8F85AD89AAAD}"/>
              </a:ext>
            </a:extLst>
          </p:cNvPr>
          <p:cNvSpPr>
            <a:spLocks xmlns:a="http://schemas.openxmlformats.org/drawingml/2006/main" noGrp="1"/>
          </p:cNvSpPr>
          <p:nvPr/>
        </p:nvSpPr>
        <p:spPr>
          <a:xfrm xmlns:a="http://schemas.openxmlformats.org/drawingml/2006/main">
            <a:off x="9281160" y="1371600"/>
            <a:ext cx="231343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5A6280"/>
                </a:solidFill>
                <a:latin typeface="Calibri"/>
                <a:ea typeface="Calibri"/>
                <a:cs typeface="Calibri"/>
              </a:rPr>
              <a:t>Approved units</a:t>
            </a:r>
            <a:endParaRPr sz="1000"/>
          </a:p>
        </p:txBody>
      </p:sp>
      <p:sp>
        <p:nvSpPr>
          <p:cNvPr id="7" name="Text 3">
            <a:extLst xmlns:a="http://schemas.openxmlformats.org/drawingml/2006/main">
              <a:ext uri="{FF2B5EF4-FFF2-40B4-BE49-F238E27FC236}">
                <a16:creationId xmlns:a16="http://schemas.microsoft.com/office/drawing/2014/main" id="{88570428-A448-4FB8-BC31-452881BAD36E}"/>
              </a:ext>
            </a:extLst>
          </p:cNvPr>
          <p:cNvSpPr>
            <a:spLocks xmlns:a="http://schemas.openxmlformats.org/drawingml/2006/main" noGrp="1"/>
          </p:cNvSpPr>
          <p:nvPr/>
        </p:nvSpPr>
        <p:spPr>
          <a:xfrm xmlns:a="http://schemas.openxmlformats.org/drawingml/2006/main">
            <a:off x="9281160" y="1591056"/>
            <a:ext cx="231343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E2761"/>
                </a:solidFill>
                <a:latin typeface="Calibri"/>
                <a:ea typeface="Calibri"/>
                <a:cs typeface="Calibri"/>
              </a:rPr>
              <a:t>8</a:t>
            </a:r>
            <a:endParaRPr sz="1700"/>
          </a:p>
        </p:txBody>
      </p:sp>
      <p:sp>
        <p:nvSpPr>
          <p:cNvPr id="8" name="Text 4">
            <a:extLst xmlns:a="http://schemas.openxmlformats.org/drawingml/2006/main">
              <a:ext uri="{FF2B5EF4-FFF2-40B4-BE49-F238E27FC236}">
                <a16:creationId xmlns:a16="http://schemas.microsoft.com/office/drawing/2014/main" id="{458D8487-02AD-4BC4-A8F9-0241ADAE66D7}"/>
              </a:ext>
            </a:extLst>
          </p:cNvPr>
          <p:cNvSpPr>
            <a:spLocks xmlns:a="http://schemas.openxmlformats.org/drawingml/2006/main" noGrp="1"/>
          </p:cNvSpPr>
          <p:nvPr/>
        </p:nvSpPr>
        <p:spPr>
          <a:xfrm xmlns:a="http://schemas.openxmlformats.org/drawingml/2006/main">
            <a:off x="9281160" y="2130552"/>
            <a:ext cx="231343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5A6280"/>
                </a:solidFill>
                <a:latin typeface="Calibri"/>
                <a:ea typeface="Calibri"/>
                <a:cs typeface="Calibri"/>
              </a:rPr>
              <a:t>Unit rate</a:t>
            </a:r>
            <a:endParaRPr sz="1000"/>
          </a:p>
        </p:txBody>
      </p:sp>
      <p:sp>
        <p:nvSpPr>
          <p:cNvPr id="9" name="Text 5">
            <a:extLst xmlns:a="http://schemas.openxmlformats.org/drawingml/2006/main">
              <a:ext uri="{FF2B5EF4-FFF2-40B4-BE49-F238E27FC236}">
                <a16:creationId xmlns:a16="http://schemas.microsoft.com/office/drawing/2014/main" id="{A91319DD-CD59-4546-AF9B-D026F5D6B6AA}"/>
              </a:ext>
            </a:extLst>
          </p:cNvPr>
          <p:cNvSpPr>
            <a:spLocks xmlns:a="http://schemas.openxmlformats.org/drawingml/2006/main" noGrp="1"/>
          </p:cNvSpPr>
          <p:nvPr/>
        </p:nvSpPr>
        <p:spPr>
          <a:xfrm xmlns:a="http://schemas.openxmlformats.org/drawingml/2006/main">
            <a:off x="9281160" y="2350008"/>
            <a:ext cx="231343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E2761"/>
                </a:solidFill>
                <a:latin typeface="Calibri"/>
                <a:ea typeface="Calibri"/>
                <a:cs typeface="Calibri"/>
              </a:rPr>
              <a:t>₱250</a:t>
            </a:r>
            <a:endParaRPr sz="1700"/>
          </a:p>
        </p:txBody>
      </p:sp>
      <p:sp>
        <p:nvSpPr>
          <p:cNvPr id="10" name="Text 6">
            <a:extLst xmlns:a="http://schemas.openxmlformats.org/drawingml/2006/main">
              <a:ext uri="{FF2B5EF4-FFF2-40B4-BE49-F238E27FC236}">
                <a16:creationId xmlns:a16="http://schemas.microsoft.com/office/drawing/2014/main" id="{6BE0B5C0-D1CF-4646-8430-F7A9ECC011FA}"/>
              </a:ext>
            </a:extLst>
          </p:cNvPr>
          <p:cNvSpPr>
            <a:spLocks xmlns:a="http://schemas.openxmlformats.org/drawingml/2006/main" noGrp="1"/>
          </p:cNvSpPr>
          <p:nvPr/>
        </p:nvSpPr>
        <p:spPr>
          <a:xfrm xmlns:a="http://schemas.openxmlformats.org/drawingml/2006/main">
            <a:off x="9281160" y="2889504"/>
            <a:ext cx="231343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5A6280"/>
                </a:solidFill>
                <a:latin typeface="Calibri"/>
                <a:ea typeface="Calibri"/>
                <a:cs typeface="Calibri"/>
              </a:rPr>
              <a:t>Formula</a:t>
            </a:r>
            <a:endParaRPr sz="1000"/>
          </a:p>
        </p:txBody>
      </p:sp>
      <p:sp>
        <p:nvSpPr>
          <p:cNvPr id="11" name="Text 7">
            <a:extLst xmlns:a="http://schemas.openxmlformats.org/drawingml/2006/main">
              <a:ext uri="{FF2B5EF4-FFF2-40B4-BE49-F238E27FC236}">
                <a16:creationId xmlns:a16="http://schemas.microsoft.com/office/drawing/2014/main" id="{FA13C6C1-157F-434F-95A4-CA91522AF49B}"/>
              </a:ext>
            </a:extLst>
          </p:cNvPr>
          <p:cNvSpPr>
            <a:spLocks xmlns:a="http://schemas.openxmlformats.org/drawingml/2006/main" noGrp="1"/>
          </p:cNvSpPr>
          <p:nvPr/>
        </p:nvSpPr>
        <p:spPr>
          <a:xfrm xmlns:a="http://schemas.openxmlformats.org/drawingml/2006/main">
            <a:off x="9281160" y="3108960"/>
            <a:ext cx="231343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E2761"/>
                </a:solidFill>
                <a:latin typeface="Calibri"/>
                <a:ea typeface="Calibri"/>
                <a:cs typeface="Calibri"/>
              </a:rPr>
              <a:t>8 × ₱250</a:t>
            </a:r>
            <a:endParaRPr sz="1700"/>
          </a:p>
        </p:txBody>
      </p:sp>
      <p:sp>
        <p:nvSpPr>
          <p:cNvPr id="12" name="Text 8">
            <a:extLst xmlns:a="http://schemas.openxmlformats.org/drawingml/2006/main">
              <a:ext uri="{FF2B5EF4-FFF2-40B4-BE49-F238E27FC236}">
                <a16:creationId xmlns:a16="http://schemas.microsoft.com/office/drawing/2014/main" id="{5D5469F9-1312-49B3-ADB5-35070D5F0069}"/>
              </a:ext>
            </a:extLst>
          </p:cNvPr>
          <p:cNvSpPr>
            <a:spLocks xmlns:a="http://schemas.openxmlformats.org/drawingml/2006/main" noGrp="1"/>
          </p:cNvSpPr>
          <p:nvPr/>
        </p:nvSpPr>
        <p:spPr>
          <a:xfrm xmlns:a="http://schemas.openxmlformats.org/drawingml/2006/main">
            <a:off x="9281160" y="3648456"/>
            <a:ext cx="231343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5A6280"/>
                </a:solidFill>
                <a:latin typeface="Calibri"/>
                <a:ea typeface="Calibri"/>
                <a:cs typeface="Calibri"/>
              </a:rPr>
              <a:t>Payroll earning</a:t>
            </a:r>
            <a:endParaRPr sz="1000"/>
          </a:p>
        </p:txBody>
      </p:sp>
      <p:sp>
        <p:nvSpPr>
          <p:cNvPr id="13" name="Text 9">
            <a:extLst xmlns:a="http://schemas.openxmlformats.org/drawingml/2006/main">
              <a:ext uri="{FF2B5EF4-FFF2-40B4-BE49-F238E27FC236}">
                <a16:creationId xmlns:a16="http://schemas.microsoft.com/office/drawing/2014/main" id="{8FC59BAE-25BF-4A5B-AD2A-E9F368F14885}"/>
              </a:ext>
            </a:extLst>
          </p:cNvPr>
          <p:cNvSpPr>
            <a:spLocks xmlns:a="http://schemas.openxmlformats.org/drawingml/2006/main" noGrp="1"/>
          </p:cNvSpPr>
          <p:nvPr/>
        </p:nvSpPr>
        <p:spPr>
          <a:xfrm xmlns:a="http://schemas.openxmlformats.org/drawingml/2006/main">
            <a:off x="9281160" y="3867912"/>
            <a:ext cx="231343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E2761"/>
                </a:solidFill>
                <a:latin typeface="Calibri"/>
                <a:ea typeface="Calibri"/>
                <a:cs typeface="Calibri"/>
              </a:rPr>
              <a:t>₱2,000</a:t>
            </a:r>
            <a:endParaRPr sz="1700"/>
          </a:p>
        </p:txBody>
      </p:sp>
      <p:sp>
        <p:nvSpPr>
          <p:cNvPr id="14" name="Text 10">
            <a:extLst xmlns:a="http://schemas.openxmlformats.org/drawingml/2006/main">
              <a:ext uri="{FF2B5EF4-FFF2-40B4-BE49-F238E27FC236}">
                <a16:creationId xmlns:a16="http://schemas.microsoft.com/office/drawing/2014/main" id="{8EBF746C-05DE-4EB8-B041-5C17620F31A2}"/>
              </a:ext>
            </a:extLst>
          </p:cNvPr>
          <p:cNvSpPr>
            <a:spLocks xmlns:a="http://schemas.openxmlformats.org/drawingml/2006/main" noGrp="1"/>
          </p:cNvSpPr>
          <p:nvPr/>
        </p:nvSpPr>
        <p:spPr>
          <a:xfrm xmlns:a="http://schemas.openxmlformats.org/drawingml/2006/main">
            <a:off x="9281160" y="4407408"/>
            <a:ext cx="231343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5A6280"/>
                </a:solidFill>
                <a:latin typeface="Calibri"/>
                <a:ea typeface="Calibri"/>
                <a:cs typeface="Calibri"/>
              </a:rPr>
              <a:t>Assignment</a:t>
            </a:r>
            <a:endParaRPr sz="1000"/>
          </a:p>
        </p:txBody>
      </p:sp>
      <p:sp>
        <p:nvSpPr>
          <p:cNvPr id="15" name="Text 11">
            <a:extLst xmlns:a="http://schemas.openxmlformats.org/drawingml/2006/main">
              <a:ext uri="{FF2B5EF4-FFF2-40B4-BE49-F238E27FC236}">
                <a16:creationId xmlns:a16="http://schemas.microsoft.com/office/drawing/2014/main" id="{BB01C14D-4867-41F5-B4F4-A954C01DB3DE}"/>
              </a:ext>
            </a:extLst>
          </p:cNvPr>
          <p:cNvSpPr>
            <a:spLocks xmlns:a="http://schemas.openxmlformats.org/drawingml/2006/main" noGrp="1"/>
          </p:cNvSpPr>
          <p:nvPr/>
        </p:nvSpPr>
        <p:spPr>
          <a:xfrm xmlns:a="http://schemas.openxmlformats.org/drawingml/2006/main">
            <a:off x="9281160" y="4626864"/>
            <a:ext cx="231343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F7A5C"/>
                </a:solidFill>
                <a:latin typeface="Calibri"/>
                <a:ea typeface="Calibri"/>
                <a:cs typeface="Calibri"/>
              </a:rPr>
              <a:t>Earnings computation · Earnings and Allowance Codes</a:t>
            </a:r>
            <a:endParaRPr sz="1700"/>
          </a:p>
        </p:txBody>
      </p:sp>
      <p:sp>
        <p:nvSpPr>
          <p:cNvPr id="16" name="Text 12">
            <a:extLst xmlns:a="http://schemas.openxmlformats.org/drawingml/2006/main">
              <a:ext uri="{FF2B5EF4-FFF2-40B4-BE49-F238E27FC236}">
                <a16:creationId xmlns:a16="http://schemas.microsoft.com/office/drawing/2014/main" id="{E41BA720-4F0D-441A-BE31-85C8638B673B}"/>
              </a:ext>
            </a:extLst>
          </p:cNvPr>
          <p:cNvSpPr>
            <a:spLocks xmlns:a="http://schemas.openxmlformats.org/drawingml/2006/main" noGrp="1"/>
          </p:cNvSpPr>
          <p:nvPr/>
        </p:nvSpPr>
        <p:spPr>
          <a:xfrm xmlns:a="http://schemas.openxmlformats.org/drawingml/2006/main">
            <a:off x="9281160" y="5166360"/>
            <a:ext cx="231343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5A6280"/>
                </a:solidFill>
                <a:latin typeface="Calibri"/>
                <a:ea typeface="Calibri"/>
                <a:cs typeface="Calibri"/>
              </a:rPr>
              <a:t>Scope</a:t>
            </a:r>
            <a:endParaRPr sz="1000"/>
          </a:p>
        </p:txBody>
      </p:sp>
      <p:sp>
        <p:nvSpPr>
          <p:cNvPr id="17" name="Text 13">
            <a:extLst xmlns:a="http://schemas.openxmlformats.org/drawingml/2006/main">
              <a:ext uri="{FF2B5EF4-FFF2-40B4-BE49-F238E27FC236}">
                <a16:creationId xmlns:a16="http://schemas.microsoft.com/office/drawing/2014/main" id="{F8B2FB1B-2249-4F3B-BCF5-C304632A0967}"/>
              </a:ext>
            </a:extLst>
          </p:cNvPr>
          <p:cNvSpPr>
            <a:spLocks xmlns:a="http://schemas.openxmlformats.org/drawingml/2006/main" noGrp="1"/>
          </p:cNvSpPr>
          <p:nvPr/>
        </p:nvSpPr>
        <p:spPr>
          <a:xfrm xmlns:a="http://schemas.openxmlformats.org/drawingml/2006/main">
            <a:off x="9281160" y="5385816"/>
            <a:ext cx="231343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F7A5C"/>
                </a:solidFill>
                <a:latin typeface="Calibri"/>
                <a:ea typeface="Calibri"/>
                <a:cs typeface="Calibri"/>
              </a:rPr>
              <a:t>All Employees · Every payroll</a:t>
            </a:r>
            <a:endParaRPr sz="1700"/>
          </a:p>
        </p:txBody>
      </p:sp>
      <p:sp>
        <p:nvSpPr>
          <p:cNvPr id="18" name="Text 14">
            <a:extLst xmlns:a="http://schemas.openxmlformats.org/drawingml/2006/main">
              <a:ext uri="{FF2B5EF4-FFF2-40B4-BE49-F238E27FC236}">
                <a16:creationId xmlns:a16="http://schemas.microsoft.com/office/drawing/2014/main" id="{1AADA771-7A8A-4E1C-A0C7-B88AD93664EC}"/>
              </a:ext>
            </a:extLst>
          </p:cNvPr>
          <p:cNvSpPr>
            <a:spLocks xmlns:a="http://schemas.openxmlformats.org/drawingml/2006/main" noGrp="1"/>
          </p:cNvSpPr>
          <p:nvPr/>
        </p:nvSpPr>
        <p:spPr>
          <a:xfrm xmlns:a="http://schemas.openxmlformats.org/drawingml/2006/main">
            <a:off x="4800600" y="4526280"/>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50" i="1">
                <a:solidFill>
                  <a:srgbClr val="1E2761"/>
                </a:solidFill>
                <a:latin typeface="Calibri"/>
                <a:ea typeface="Calibri"/>
                <a:cs typeface="Calibri"/>
              </a:rPr>
              <a:t>The consumer must map approved quantity and effective unit rate, then post the answer to the assigned earning code.</a:t>
            </a:r>
            <a:endParaRPr sz="1150"/>
          </a:p>
        </p:txBody>
      </p:sp>
      <p:sp>
        <p:nvSpPr>
          <p:cNvPr id="19" name="Shape 15">
            <a:extLst xmlns:a="http://schemas.openxmlformats.org/drawingml/2006/main">
              <a:ext uri="{FF2B5EF4-FFF2-40B4-BE49-F238E27FC236}">
                <a16:creationId xmlns:a16="http://schemas.microsoft.com/office/drawing/2014/main" id="{D9D6D556-EFCC-494F-82A0-2963B0A12706}"/>
              </a:ext>
            </a:extLst>
          </p:cNvPr>
          <p:cNvSpPr>
            <a:spLocks xmlns:a="http://schemas.openxmlformats.org/drawingml/2006/main" noGrp="1"/>
          </p:cNvSpPr>
          <p:nvPr/>
        </p:nvSpPr>
        <p:spPr>
          <a:xfrm xmlns:a="http://schemas.openxmlformats.org/drawingml/2006/main">
            <a:off x="4800600" y="5120640"/>
            <a:ext cx="4206240" cy="384048"/>
          </a:xfrm>
          <a:prstGeom xmlns:a="http://schemas.openxmlformats.org/drawingml/2006/main" prst="roundRect">
            <a:avLst>
              <a:gd name="adj" fmla="val 47619"/>
            </a:avLst>
          </a:prstGeom>
          <a:solidFill xmlns:a="http://schemas.openxmlformats.org/drawingml/2006/main">
            <a:srgbClr val="F4F6FB"/>
          </a:solidFill>
          <a:ln xmlns:a="http://schemas.openxmlformats.org/drawingml/2006/main" w="12700">
            <a:solidFill>
              <a:srgbClr val="D8DEEC"/>
            </a:solidFill>
            <a:prstDash val="solid"/>
          </a:ln>
        </p:spPr>
      </p:sp>
      <p:sp>
        <p:nvSpPr>
          <p:cNvPr id="20" name="Text 16">
            <a:extLst xmlns:a="http://schemas.openxmlformats.org/drawingml/2006/main">
              <a:ext uri="{FF2B5EF4-FFF2-40B4-BE49-F238E27FC236}">
                <a16:creationId xmlns:a16="http://schemas.microsoft.com/office/drawing/2014/main" id="{63D0DDC3-D125-42EB-93B5-4FF49E225E18}"/>
              </a:ext>
            </a:extLst>
          </p:cNvPr>
          <p:cNvSpPr>
            <a:spLocks xmlns:a="http://schemas.openxmlformats.org/drawingml/2006/main" noGrp="1"/>
          </p:cNvSpPr>
          <p:nvPr/>
        </p:nvSpPr>
        <p:spPr>
          <a:xfrm xmlns:a="http://schemas.openxmlformats.org/drawingml/2006/main">
            <a:off x="4946904" y="5120640"/>
            <a:ext cx="39319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1E2761"/>
                </a:solidFill>
                <a:latin typeface="Calibri"/>
                <a:ea typeface="Calibri"/>
                <a:cs typeface="Calibri"/>
              </a:rPr>
              <a:t>Source · live CUS-900 creation, test and client-assignment walkthrough</a:t>
            </a:r>
            <a:endParaRPr sz="1000"/>
          </a:p>
        </p:txBody>
      </p:sp>
    </p:spTree>
    <p:extLst>
      <p:ext uri="{BB962C8B-B14F-4D97-AF65-F5344CB8AC3E}">
        <p14:creationId xmlns:p14="http://schemas.microsoft.com/office/powerpoint/2010/main" val="1015500971"/>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A870FCF-7386-41AD-9D84-DAE337CAE7B3}"/>
              </a:ext>
            </a:extLst>
          </p:cNvPr>
          <p:cNvSpPr>
            <a:spLocks xmlns:a="http://schemas.openxmlformats.org/drawingml/2006/main" noGrp="1"/>
          </p:cNvSpPr>
          <p:nvPr/>
        </p:nvSpPr>
        <p:spPr>
          <a:xfrm xmlns:a="http://schemas.openxmlformats.org/drawingml/2006/main">
            <a:off x="566928" y="329184"/>
            <a:ext cx="11027664"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WORKED EXAMPLE 2 · ERN-002</a:t>
            </a:r>
            <a:endParaRPr sz="1000"/>
          </a:p>
        </p:txBody>
      </p:sp>
      <p:sp>
        <p:nvSpPr>
          <p:cNvPr id="3" name="Text 1">
            <a:extLst xmlns:a="http://schemas.openxmlformats.org/drawingml/2006/main">
              <a:ext uri="{FF2B5EF4-FFF2-40B4-BE49-F238E27FC236}">
                <a16:creationId xmlns:a16="http://schemas.microsoft.com/office/drawing/2014/main" id="{7C80B416-02EF-4913-9772-FAC6B1676BBD}"/>
              </a:ext>
            </a:extLst>
          </p:cNvPr>
          <p:cNvSpPr>
            <a:spLocks xmlns:a="http://schemas.openxmlformats.org/drawingml/2006/main" noGrp="1"/>
          </p:cNvSpPr>
          <p:nvPr/>
        </p:nvSpPr>
        <p:spPr>
          <a:xfrm xmlns:a="http://schemas.openxmlformats.org/drawingml/2006/main">
            <a:off x="566928" y="548640"/>
            <a:ext cx="110276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Overtime pay shows a cross-module calculation</a:t>
            </a:r>
            <a:endParaRPr sz="3000"/>
          </a:p>
        </p:txBody>
      </p:sp>
      <p:sp>
        <p:nvSpPr>
          <p:cNvPr id="4" name="Text 2">
            <a:extLst xmlns:a="http://schemas.openxmlformats.org/drawingml/2006/main">
              <a:ext uri="{FF2B5EF4-FFF2-40B4-BE49-F238E27FC236}">
                <a16:creationId xmlns:a16="http://schemas.microsoft.com/office/drawing/2014/main" id="{DEDFEA7B-57D8-4F38-93C9-FA4747770335}"/>
              </a:ext>
            </a:extLst>
          </p:cNvPr>
          <p:cNvSpPr>
            <a:spLocks xmlns:a="http://schemas.openxmlformats.org/drawingml/2006/main" noGrp="1"/>
          </p:cNvSpPr>
          <p:nvPr/>
        </p:nvSpPr>
        <p:spPr>
          <a:xfrm xmlns:a="http://schemas.openxmlformats.org/drawingml/2006/main">
            <a:off x="3703320" y="1298448"/>
            <a:ext cx="40233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5A6280"/>
                </a:solidFill>
                <a:latin typeface="Calibri"/>
                <a:ea typeface="Calibri"/>
                <a:cs typeface="Calibri"/>
              </a:rPr>
              <a:t>Step</a:t>
            </a:r>
            <a:endParaRPr sz="1050"/>
          </a:p>
        </p:txBody>
      </p:sp>
      <p:sp>
        <p:nvSpPr>
          <p:cNvPr id="5" name="Text 3">
            <a:extLst xmlns:a="http://schemas.openxmlformats.org/drawingml/2006/main">
              <a:ext uri="{FF2B5EF4-FFF2-40B4-BE49-F238E27FC236}">
                <a16:creationId xmlns:a16="http://schemas.microsoft.com/office/drawing/2014/main" id="{A16DB8CB-7AB9-4FC5-8881-5B3F767B592D}"/>
              </a:ext>
            </a:extLst>
          </p:cNvPr>
          <p:cNvSpPr>
            <a:spLocks xmlns:a="http://schemas.openxmlformats.org/drawingml/2006/main" noGrp="1"/>
          </p:cNvSpPr>
          <p:nvPr/>
        </p:nvSpPr>
        <p:spPr>
          <a:xfrm xmlns:a="http://schemas.openxmlformats.org/drawingml/2006/main">
            <a:off x="8001000" y="1298448"/>
            <a:ext cx="35661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5A6280"/>
                </a:solidFill>
                <a:latin typeface="Calibri"/>
                <a:ea typeface="Calibri"/>
                <a:cs typeface="Calibri"/>
              </a:rPr>
              <a:t>Input / result</a:t>
            </a:r>
            <a:endParaRPr sz="1050"/>
          </a:p>
        </p:txBody>
      </p:sp>
      <p:sp>
        <p:nvSpPr>
          <p:cNvPr id="6" name="Shape 4">
            <a:extLst xmlns:a="http://schemas.openxmlformats.org/drawingml/2006/main">
              <a:ext uri="{FF2B5EF4-FFF2-40B4-BE49-F238E27FC236}">
                <a16:creationId xmlns:a16="http://schemas.microsoft.com/office/drawing/2014/main" id="{16D2A6AF-C516-4770-900D-8BCBF2F50D80}"/>
              </a:ext>
            </a:extLst>
          </p:cNvPr>
          <p:cNvSpPr>
            <a:spLocks xmlns:a="http://schemas.openxmlformats.org/drawingml/2006/main" noGrp="1"/>
          </p:cNvSpPr>
          <p:nvPr/>
        </p:nvSpPr>
        <p:spPr>
          <a:xfrm xmlns:a="http://schemas.openxmlformats.org/drawingml/2006/main">
            <a:off x="566928" y="1627632"/>
            <a:ext cx="2926080" cy="969264"/>
          </a:xfrm>
          <a:prstGeom xmlns:a="http://schemas.openxmlformats.org/drawingml/2006/main" prst="roundRect">
            <a:avLst>
              <a:gd name="adj" fmla="val 7547"/>
            </a:avLst>
          </a:prstGeom>
          <a:solidFill xmlns:a="http://schemas.openxmlformats.org/drawingml/2006/main">
            <a:srgbClr val="1E2761"/>
          </a:solidFill>
        </p:spPr>
      </p:sp>
      <p:sp>
        <p:nvSpPr>
          <p:cNvPr id="7" name="Text 5">
            <a:extLst xmlns:a="http://schemas.openxmlformats.org/drawingml/2006/main">
              <a:ext uri="{FF2B5EF4-FFF2-40B4-BE49-F238E27FC236}">
                <a16:creationId xmlns:a16="http://schemas.microsoft.com/office/drawing/2014/main" id="{44D4A872-ECF0-4834-A1AF-B319A7C90D99}"/>
              </a:ext>
            </a:extLst>
          </p:cNvPr>
          <p:cNvSpPr>
            <a:spLocks xmlns:a="http://schemas.openxmlformats.org/drawingml/2006/main" noGrp="1"/>
          </p:cNvSpPr>
          <p:nvPr/>
        </p:nvSpPr>
        <p:spPr>
          <a:xfrm xmlns:a="http://schemas.openxmlformats.org/drawingml/2006/main">
            <a:off x="749808" y="1627632"/>
            <a:ext cx="256032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FFFFFF"/>
                </a:solidFill>
                <a:latin typeface="Calibri"/>
                <a:ea typeface="Calibri"/>
                <a:cs typeface="Calibri"/>
              </a:rPr>
              <a:t>Timekeeping</a:t>
            </a:r>
            <a:endParaRPr sz="1350"/>
          </a:p>
        </p:txBody>
      </p:sp>
      <p:sp>
        <p:nvSpPr>
          <p:cNvPr id="8" name="Shape 6">
            <a:extLst xmlns:a="http://schemas.openxmlformats.org/drawingml/2006/main">
              <a:ext uri="{FF2B5EF4-FFF2-40B4-BE49-F238E27FC236}">
                <a16:creationId xmlns:a16="http://schemas.microsoft.com/office/drawing/2014/main" id="{0671AC8E-DD23-46B1-AD90-41207053BBDB}"/>
              </a:ext>
            </a:extLst>
          </p:cNvPr>
          <p:cNvSpPr>
            <a:spLocks xmlns:a="http://schemas.openxmlformats.org/drawingml/2006/main" noGrp="1"/>
          </p:cNvSpPr>
          <p:nvPr/>
        </p:nvSpPr>
        <p:spPr>
          <a:xfrm xmlns:a="http://schemas.openxmlformats.org/drawingml/2006/main">
            <a:off x="3566160" y="2029968"/>
            <a:ext cx="164592" cy="164592"/>
          </a:xfrm>
          <a:prstGeom xmlns:a="http://schemas.openxmlformats.org/drawingml/2006/main" prst="rightArrow">
            <a:avLst/>
          </a:prstGeom>
          <a:solidFill xmlns:a="http://schemas.openxmlformats.org/drawingml/2006/main">
            <a:srgbClr val="9AA6C4"/>
          </a:solidFill>
          <a:ln xmlns:a="http://schemas.openxmlformats.org/drawingml/2006/main" w="12700">
            <a:solidFill>
              <a:srgbClr val="333333"/>
            </a:solidFill>
            <a:prstDash val="solid"/>
          </a:ln>
        </p:spPr>
      </p:sp>
      <p:sp>
        <p:nvSpPr>
          <p:cNvPr id="9" name="Text 7">
            <a:extLst xmlns:a="http://schemas.openxmlformats.org/drawingml/2006/main">
              <a:ext uri="{FF2B5EF4-FFF2-40B4-BE49-F238E27FC236}">
                <a16:creationId xmlns:a16="http://schemas.microsoft.com/office/drawing/2014/main" id="{2CE2F568-BDAF-42CC-81EB-47DE8BD5C302}"/>
              </a:ext>
            </a:extLst>
          </p:cNvPr>
          <p:cNvSpPr>
            <a:spLocks xmlns:a="http://schemas.openxmlformats.org/drawingml/2006/main" noGrp="1"/>
          </p:cNvSpPr>
          <p:nvPr/>
        </p:nvSpPr>
        <p:spPr>
          <a:xfrm xmlns:a="http://schemas.openxmlformats.org/drawingml/2006/main">
            <a:off x="3840480" y="1627632"/>
            <a:ext cx="397764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2B3350"/>
                </a:solidFill>
                <a:latin typeface="Calibri"/>
                <a:ea typeface="Calibri"/>
                <a:cs typeface="Calibri"/>
              </a:rPr>
              <a:t>2 approved overtime hours.</a:t>
            </a:r>
            <a:endParaRPr sz="1100"/>
          </a:p>
        </p:txBody>
      </p:sp>
      <p:sp>
        <p:nvSpPr>
          <p:cNvPr id="10" name="Shape 8">
            <a:extLst xmlns:a="http://schemas.openxmlformats.org/drawingml/2006/main">
              <a:ext uri="{FF2B5EF4-FFF2-40B4-BE49-F238E27FC236}">
                <a16:creationId xmlns:a16="http://schemas.microsoft.com/office/drawing/2014/main" id="{66B0CFDD-4309-4F6D-BDF1-FC2A3A116942}"/>
              </a:ext>
            </a:extLst>
          </p:cNvPr>
          <p:cNvSpPr>
            <a:spLocks xmlns:a="http://schemas.openxmlformats.org/drawingml/2006/main" noGrp="1"/>
          </p:cNvSpPr>
          <p:nvPr/>
        </p:nvSpPr>
        <p:spPr>
          <a:xfrm xmlns:a="http://schemas.openxmlformats.org/drawingml/2006/main">
            <a:off x="7882128" y="2029968"/>
            <a:ext cx="164592" cy="164592"/>
          </a:xfrm>
          <a:prstGeom xmlns:a="http://schemas.openxmlformats.org/drawingml/2006/main" prst="rightArrow">
            <a:avLst/>
          </a:prstGeom>
          <a:solidFill xmlns:a="http://schemas.openxmlformats.org/drawingml/2006/main">
            <a:srgbClr val="9AA6C4"/>
          </a:solidFill>
          <a:ln xmlns:a="http://schemas.openxmlformats.org/drawingml/2006/main" w="12700">
            <a:solidFill>
              <a:srgbClr val="333333"/>
            </a:solidFill>
            <a:prstDash val="solid"/>
          </a:ln>
        </p:spPr>
      </p:sp>
      <p:sp>
        <p:nvSpPr>
          <p:cNvPr id="11" name="Text 9">
            <a:extLst xmlns:a="http://schemas.openxmlformats.org/drawingml/2006/main">
              <a:ext uri="{FF2B5EF4-FFF2-40B4-BE49-F238E27FC236}">
                <a16:creationId xmlns:a16="http://schemas.microsoft.com/office/drawing/2014/main" id="{D06F43A3-B479-49A4-A957-D337A9436AFD}"/>
              </a:ext>
            </a:extLst>
          </p:cNvPr>
          <p:cNvSpPr>
            <a:spLocks xmlns:a="http://schemas.openxmlformats.org/drawingml/2006/main" noGrp="1"/>
          </p:cNvSpPr>
          <p:nvPr/>
        </p:nvSpPr>
        <p:spPr>
          <a:xfrm xmlns:a="http://schemas.openxmlformats.org/drawingml/2006/main">
            <a:off x="8183880" y="1627632"/>
            <a:ext cx="338328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1F7A5C"/>
                </a:solidFill>
                <a:latin typeface="Calibri"/>
                <a:ea typeface="Calibri"/>
                <a:cs typeface="Calibri"/>
              </a:rPr>
              <a:t>The quantity is available only after attendance approval.</a:t>
            </a:r>
            <a:endParaRPr sz="1100"/>
          </a:p>
        </p:txBody>
      </p:sp>
      <p:sp>
        <p:nvSpPr>
          <p:cNvPr id="12" name="Shape 10">
            <a:extLst xmlns:a="http://schemas.openxmlformats.org/drawingml/2006/main">
              <a:ext uri="{FF2B5EF4-FFF2-40B4-BE49-F238E27FC236}">
                <a16:creationId xmlns:a16="http://schemas.microsoft.com/office/drawing/2014/main" id="{DB499511-251B-4306-B4BA-16ABA6A4824A}"/>
              </a:ext>
            </a:extLst>
          </p:cNvPr>
          <p:cNvSpPr>
            <a:spLocks xmlns:a="http://schemas.openxmlformats.org/drawingml/2006/main" noGrp="1"/>
          </p:cNvSpPr>
          <p:nvPr/>
        </p:nvSpPr>
        <p:spPr>
          <a:xfrm xmlns:a="http://schemas.openxmlformats.org/drawingml/2006/main">
            <a:off x="566928" y="2743200"/>
            <a:ext cx="2926080" cy="969264"/>
          </a:xfrm>
          <a:prstGeom xmlns:a="http://schemas.openxmlformats.org/drawingml/2006/main" prst="roundRect">
            <a:avLst>
              <a:gd name="adj" fmla="val 7547"/>
            </a:avLst>
          </a:prstGeom>
          <a:solidFill xmlns:a="http://schemas.openxmlformats.org/drawingml/2006/main">
            <a:srgbClr val="1E2761"/>
          </a:solidFill>
        </p:spPr>
      </p:sp>
      <p:sp>
        <p:nvSpPr>
          <p:cNvPr id="13" name="Text 11">
            <a:extLst xmlns:a="http://schemas.openxmlformats.org/drawingml/2006/main">
              <a:ext uri="{FF2B5EF4-FFF2-40B4-BE49-F238E27FC236}">
                <a16:creationId xmlns:a16="http://schemas.microsoft.com/office/drawing/2014/main" id="{601F2BFC-6662-4F04-901F-2A43FE9575B8}"/>
              </a:ext>
            </a:extLst>
          </p:cNvPr>
          <p:cNvSpPr>
            <a:spLocks xmlns:a="http://schemas.openxmlformats.org/drawingml/2006/main" noGrp="1"/>
          </p:cNvSpPr>
          <p:nvPr/>
        </p:nvSpPr>
        <p:spPr>
          <a:xfrm xmlns:a="http://schemas.openxmlformats.org/drawingml/2006/main">
            <a:off x="749808" y="2743200"/>
            <a:ext cx="256032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FFFFFF"/>
                </a:solidFill>
                <a:latin typeface="Calibri"/>
                <a:ea typeface="Calibri"/>
                <a:cs typeface="Calibri"/>
              </a:rPr>
              <a:t>HRM / payroll</a:t>
            </a:r>
            <a:endParaRPr sz="1350"/>
          </a:p>
        </p:txBody>
      </p:sp>
      <p:sp>
        <p:nvSpPr>
          <p:cNvPr id="14" name="Shape 12">
            <a:extLst xmlns:a="http://schemas.openxmlformats.org/drawingml/2006/main">
              <a:ext uri="{FF2B5EF4-FFF2-40B4-BE49-F238E27FC236}">
                <a16:creationId xmlns:a16="http://schemas.microsoft.com/office/drawing/2014/main" id="{AAC08F26-4563-423D-912B-B64908F9BE66}"/>
              </a:ext>
            </a:extLst>
          </p:cNvPr>
          <p:cNvSpPr>
            <a:spLocks xmlns:a="http://schemas.openxmlformats.org/drawingml/2006/main" noGrp="1"/>
          </p:cNvSpPr>
          <p:nvPr/>
        </p:nvSpPr>
        <p:spPr>
          <a:xfrm xmlns:a="http://schemas.openxmlformats.org/drawingml/2006/main">
            <a:off x="3566160" y="3145536"/>
            <a:ext cx="164592" cy="164592"/>
          </a:xfrm>
          <a:prstGeom xmlns:a="http://schemas.openxmlformats.org/drawingml/2006/main" prst="rightArrow">
            <a:avLst/>
          </a:prstGeom>
          <a:solidFill xmlns:a="http://schemas.openxmlformats.org/drawingml/2006/main">
            <a:srgbClr val="9AA6C4"/>
          </a:solidFill>
          <a:ln xmlns:a="http://schemas.openxmlformats.org/drawingml/2006/main" w="12700">
            <a:solidFill>
              <a:srgbClr val="333333"/>
            </a:solidFill>
            <a:prstDash val="solid"/>
          </a:ln>
        </p:spPr>
      </p:sp>
      <p:sp>
        <p:nvSpPr>
          <p:cNvPr id="15" name="Text 13">
            <a:extLst xmlns:a="http://schemas.openxmlformats.org/drawingml/2006/main">
              <a:ext uri="{FF2B5EF4-FFF2-40B4-BE49-F238E27FC236}">
                <a16:creationId xmlns:a16="http://schemas.microsoft.com/office/drawing/2014/main" id="{A06109E1-72E4-47CA-BDCA-16742DC82650}"/>
              </a:ext>
            </a:extLst>
          </p:cNvPr>
          <p:cNvSpPr>
            <a:spLocks xmlns:a="http://schemas.openxmlformats.org/drawingml/2006/main" noGrp="1"/>
          </p:cNvSpPr>
          <p:nvPr/>
        </p:nvSpPr>
        <p:spPr>
          <a:xfrm xmlns:a="http://schemas.openxmlformats.org/drawingml/2006/main">
            <a:off x="3840480" y="2743200"/>
            <a:ext cx="397764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2B3350"/>
                </a:solidFill>
                <a:latin typeface="Calibri"/>
                <a:ea typeface="Calibri"/>
                <a:cs typeface="Calibri"/>
              </a:rPr>
              <a:t>Hourly rate ₱125; premium factor 1.25.</a:t>
            </a:r>
            <a:endParaRPr sz="1100"/>
          </a:p>
        </p:txBody>
      </p:sp>
      <p:sp>
        <p:nvSpPr>
          <p:cNvPr id="16" name="Shape 14">
            <a:extLst xmlns:a="http://schemas.openxmlformats.org/drawingml/2006/main">
              <a:ext uri="{FF2B5EF4-FFF2-40B4-BE49-F238E27FC236}">
                <a16:creationId xmlns:a16="http://schemas.microsoft.com/office/drawing/2014/main" id="{272F1537-A6EA-46F6-85F8-60F16DB56626}"/>
              </a:ext>
            </a:extLst>
          </p:cNvPr>
          <p:cNvSpPr>
            <a:spLocks xmlns:a="http://schemas.openxmlformats.org/drawingml/2006/main" noGrp="1"/>
          </p:cNvSpPr>
          <p:nvPr/>
        </p:nvSpPr>
        <p:spPr>
          <a:xfrm xmlns:a="http://schemas.openxmlformats.org/drawingml/2006/main">
            <a:off x="7882128" y="3145536"/>
            <a:ext cx="164592" cy="164592"/>
          </a:xfrm>
          <a:prstGeom xmlns:a="http://schemas.openxmlformats.org/drawingml/2006/main" prst="rightArrow">
            <a:avLst/>
          </a:prstGeom>
          <a:solidFill xmlns:a="http://schemas.openxmlformats.org/drawingml/2006/main">
            <a:srgbClr val="9AA6C4"/>
          </a:solidFill>
          <a:ln xmlns:a="http://schemas.openxmlformats.org/drawingml/2006/main" w="12700">
            <a:solidFill>
              <a:srgbClr val="333333"/>
            </a:solidFill>
            <a:prstDash val="solid"/>
          </a:ln>
        </p:spPr>
      </p:sp>
      <p:sp>
        <p:nvSpPr>
          <p:cNvPr id="17" name="Text 15">
            <a:extLst xmlns:a="http://schemas.openxmlformats.org/drawingml/2006/main">
              <a:ext uri="{FF2B5EF4-FFF2-40B4-BE49-F238E27FC236}">
                <a16:creationId xmlns:a16="http://schemas.microsoft.com/office/drawing/2014/main" id="{7FE3CAE2-BAE5-409F-A2AA-9F9C64970F4F}"/>
              </a:ext>
            </a:extLst>
          </p:cNvPr>
          <p:cNvSpPr>
            <a:spLocks xmlns:a="http://schemas.openxmlformats.org/drawingml/2006/main" noGrp="1"/>
          </p:cNvSpPr>
          <p:nvPr/>
        </p:nvSpPr>
        <p:spPr>
          <a:xfrm xmlns:a="http://schemas.openxmlformats.org/drawingml/2006/main">
            <a:off x="8183880" y="2743200"/>
            <a:ext cx="338328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1F7A5C"/>
                </a:solidFill>
                <a:latin typeface="Calibri"/>
                <a:ea typeface="Calibri"/>
                <a:cs typeface="Calibri"/>
              </a:rPr>
              <a:t>Both values must be effective for the payroll date.</a:t>
            </a:r>
            <a:endParaRPr sz="1100"/>
          </a:p>
        </p:txBody>
      </p:sp>
      <p:sp>
        <p:nvSpPr>
          <p:cNvPr id="18" name="Shape 16">
            <a:extLst xmlns:a="http://schemas.openxmlformats.org/drawingml/2006/main">
              <a:ext uri="{FF2B5EF4-FFF2-40B4-BE49-F238E27FC236}">
                <a16:creationId xmlns:a16="http://schemas.microsoft.com/office/drawing/2014/main" id="{D6AA686D-D425-40FC-93BD-3C485B95DCB1}"/>
              </a:ext>
            </a:extLst>
          </p:cNvPr>
          <p:cNvSpPr>
            <a:spLocks xmlns:a="http://schemas.openxmlformats.org/drawingml/2006/main" noGrp="1"/>
          </p:cNvSpPr>
          <p:nvPr/>
        </p:nvSpPr>
        <p:spPr>
          <a:xfrm xmlns:a="http://schemas.openxmlformats.org/drawingml/2006/main">
            <a:off x="566928" y="3858768"/>
            <a:ext cx="2926080" cy="969264"/>
          </a:xfrm>
          <a:prstGeom xmlns:a="http://schemas.openxmlformats.org/drawingml/2006/main" prst="roundRect">
            <a:avLst>
              <a:gd name="adj" fmla="val 7547"/>
            </a:avLst>
          </a:prstGeom>
          <a:solidFill xmlns:a="http://schemas.openxmlformats.org/drawingml/2006/main">
            <a:srgbClr val="1E2761"/>
          </a:solidFill>
        </p:spPr>
      </p:sp>
      <p:sp>
        <p:nvSpPr>
          <p:cNvPr id="19" name="Text 17">
            <a:extLst xmlns:a="http://schemas.openxmlformats.org/drawingml/2006/main">
              <a:ext uri="{FF2B5EF4-FFF2-40B4-BE49-F238E27FC236}">
                <a16:creationId xmlns:a16="http://schemas.microsoft.com/office/drawing/2014/main" id="{52356EAC-87D0-4DF8-A22F-3B660525124D}"/>
              </a:ext>
            </a:extLst>
          </p:cNvPr>
          <p:cNvSpPr>
            <a:spLocks xmlns:a="http://schemas.openxmlformats.org/drawingml/2006/main" noGrp="1"/>
          </p:cNvSpPr>
          <p:nvPr/>
        </p:nvSpPr>
        <p:spPr>
          <a:xfrm xmlns:a="http://schemas.openxmlformats.org/drawingml/2006/main">
            <a:off x="749808" y="3858768"/>
            <a:ext cx="256032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FFFFFF"/>
                </a:solidFill>
                <a:latin typeface="Calibri"/>
                <a:ea typeface="Calibri"/>
                <a:cs typeface="Calibri"/>
              </a:rPr>
              <a:t>Computation</a:t>
            </a:r>
            <a:endParaRPr sz="1350"/>
          </a:p>
        </p:txBody>
      </p:sp>
      <p:sp>
        <p:nvSpPr>
          <p:cNvPr id="20" name="Shape 18">
            <a:extLst xmlns:a="http://schemas.openxmlformats.org/drawingml/2006/main">
              <a:ext uri="{FF2B5EF4-FFF2-40B4-BE49-F238E27FC236}">
                <a16:creationId xmlns:a16="http://schemas.microsoft.com/office/drawing/2014/main" id="{EC1D02AF-4544-4FD4-AA61-7B510A44520D}"/>
              </a:ext>
            </a:extLst>
          </p:cNvPr>
          <p:cNvSpPr>
            <a:spLocks xmlns:a="http://schemas.openxmlformats.org/drawingml/2006/main" noGrp="1"/>
          </p:cNvSpPr>
          <p:nvPr/>
        </p:nvSpPr>
        <p:spPr>
          <a:xfrm xmlns:a="http://schemas.openxmlformats.org/drawingml/2006/main">
            <a:off x="3566160" y="4261104"/>
            <a:ext cx="164592" cy="164592"/>
          </a:xfrm>
          <a:prstGeom xmlns:a="http://schemas.openxmlformats.org/drawingml/2006/main" prst="rightArrow">
            <a:avLst/>
          </a:prstGeom>
          <a:solidFill xmlns:a="http://schemas.openxmlformats.org/drawingml/2006/main">
            <a:srgbClr val="9AA6C4"/>
          </a:solidFill>
          <a:ln xmlns:a="http://schemas.openxmlformats.org/drawingml/2006/main" w="12700">
            <a:solidFill>
              <a:srgbClr val="333333"/>
            </a:solidFill>
            <a:prstDash val="solid"/>
          </a:ln>
        </p:spPr>
      </p:sp>
      <p:sp>
        <p:nvSpPr>
          <p:cNvPr id="21" name="Text 19">
            <a:extLst xmlns:a="http://schemas.openxmlformats.org/drawingml/2006/main">
              <a:ext uri="{FF2B5EF4-FFF2-40B4-BE49-F238E27FC236}">
                <a16:creationId xmlns:a16="http://schemas.microsoft.com/office/drawing/2014/main" id="{70A91380-7160-47B7-A530-D794721B1D11}"/>
              </a:ext>
            </a:extLst>
          </p:cNvPr>
          <p:cNvSpPr>
            <a:spLocks xmlns:a="http://schemas.openxmlformats.org/drawingml/2006/main" noGrp="1"/>
          </p:cNvSpPr>
          <p:nvPr/>
        </p:nvSpPr>
        <p:spPr>
          <a:xfrm xmlns:a="http://schemas.openxmlformats.org/drawingml/2006/main">
            <a:off x="3840480" y="3858768"/>
            <a:ext cx="397764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2B3350"/>
                </a:solidFill>
                <a:latin typeface="Calibri"/>
                <a:ea typeface="Calibri"/>
                <a:cs typeface="Calibri"/>
              </a:rPr>
              <a:t>125 × 2 × 1.25</a:t>
            </a:r>
            <a:endParaRPr sz="1100"/>
          </a:p>
        </p:txBody>
      </p:sp>
      <p:sp>
        <p:nvSpPr>
          <p:cNvPr id="22" name="Shape 20">
            <a:extLst xmlns:a="http://schemas.openxmlformats.org/drawingml/2006/main">
              <a:ext uri="{FF2B5EF4-FFF2-40B4-BE49-F238E27FC236}">
                <a16:creationId xmlns:a16="http://schemas.microsoft.com/office/drawing/2014/main" id="{0C10E17E-F6CF-43B5-B08E-ED2B5C71DAD6}"/>
              </a:ext>
            </a:extLst>
          </p:cNvPr>
          <p:cNvSpPr>
            <a:spLocks xmlns:a="http://schemas.openxmlformats.org/drawingml/2006/main" noGrp="1"/>
          </p:cNvSpPr>
          <p:nvPr/>
        </p:nvSpPr>
        <p:spPr>
          <a:xfrm xmlns:a="http://schemas.openxmlformats.org/drawingml/2006/main">
            <a:off x="7882128" y="4261104"/>
            <a:ext cx="164592" cy="164592"/>
          </a:xfrm>
          <a:prstGeom xmlns:a="http://schemas.openxmlformats.org/drawingml/2006/main" prst="rightArrow">
            <a:avLst/>
          </a:prstGeom>
          <a:solidFill xmlns:a="http://schemas.openxmlformats.org/drawingml/2006/main">
            <a:srgbClr val="9AA6C4"/>
          </a:solidFill>
          <a:ln xmlns:a="http://schemas.openxmlformats.org/drawingml/2006/main" w="12700">
            <a:solidFill>
              <a:srgbClr val="333333"/>
            </a:solidFill>
            <a:prstDash val="solid"/>
          </a:ln>
        </p:spPr>
      </p:sp>
      <p:sp>
        <p:nvSpPr>
          <p:cNvPr id="23" name="Text 21">
            <a:extLst xmlns:a="http://schemas.openxmlformats.org/drawingml/2006/main">
              <a:ext uri="{FF2B5EF4-FFF2-40B4-BE49-F238E27FC236}">
                <a16:creationId xmlns:a16="http://schemas.microsoft.com/office/drawing/2014/main" id="{0BA18A2A-6846-48FF-ACC9-AF602968A320}"/>
              </a:ext>
            </a:extLst>
          </p:cNvPr>
          <p:cNvSpPr>
            <a:spLocks xmlns:a="http://schemas.openxmlformats.org/drawingml/2006/main" noGrp="1"/>
          </p:cNvSpPr>
          <p:nvPr/>
        </p:nvSpPr>
        <p:spPr>
          <a:xfrm xmlns:a="http://schemas.openxmlformats.org/drawingml/2006/main">
            <a:off x="8183880" y="3858768"/>
            <a:ext cx="338328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1F7A5C"/>
                </a:solidFill>
                <a:latin typeface="Calibri"/>
                <a:ea typeface="Calibri"/>
                <a:cs typeface="Calibri"/>
              </a:rPr>
              <a:t>ERN-002 returns ₱312.50.</a:t>
            </a:r>
            <a:endParaRPr sz="1100"/>
          </a:p>
        </p:txBody>
      </p:sp>
      <p:sp>
        <p:nvSpPr>
          <p:cNvPr id="24" name="Shape 22">
            <a:extLst xmlns:a="http://schemas.openxmlformats.org/drawingml/2006/main">
              <a:ext uri="{FF2B5EF4-FFF2-40B4-BE49-F238E27FC236}">
                <a16:creationId xmlns:a16="http://schemas.microsoft.com/office/drawing/2014/main" id="{87150B80-19C0-4EB6-910B-95AC1D85EED0}"/>
              </a:ext>
            </a:extLst>
          </p:cNvPr>
          <p:cNvSpPr>
            <a:spLocks xmlns:a="http://schemas.openxmlformats.org/drawingml/2006/main" noGrp="1"/>
          </p:cNvSpPr>
          <p:nvPr/>
        </p:nvSpPr>
        <p:spPr>
          <a:xfrm xmlns:a="http://schemas.openxmlformats.org/drawingml/2006/main">
            <a:off x="566928" y="4974336"/>
            <a:ext cx="2926080" cy="969264"/>
          </a:xfrm>
          <a:prstGeom xmlns:a="http://schemas.openxmlformats.org/drawingml/2006/main" prst="roundRect">
            <a:avLst>
              <a:gd name="adj" fmla="val 7547"/>
            </a:avLst>
          </a:prstGeom>
          <a:solidFill xmlns:a="http://schemas.openxmlformats.org/drawingml/2006/main">
            <a:srgbClr val="1E2761"/>
          </a:solidFill>
        </p:spPr>
      </p:sp>
      <p:sp>
        <p:nvSpPr>
          <p:cNvPr id="25" name="Text 23">
            <a:extLst xmlns:a="http://schemas.openxmlformats.org/drawingml/2006/main">
              <a:ext uri="{FF2B5EF4-FFF2-40B4-BE49-F238E27FC236}">
                <a16:creationId xmlns:a16="http://schemas.microsoft.com/office/drawing/2014/main" id="{2B559838-D752-46C6-8A61-5C84B20E2628}"/>
              </a:ext>
            </a:extLst>
          </p:cNvPr>
          <p:cNvSpPr>
            <a:spLocks xmlns:a="http://schemas.openxmlformats.org/drawingml/2006/main" noGrp="1"/>
          </p:cNvSpPr>
          <p:nvPr/>
        </p:nvSpPr>
        <p:spPr>
          <a:xfrm xmlns:a="http://schemas.openxmlformats.org/drawingml/2006/main">
            <a:off x="749808" y="4974336"/>
            <a:ext cx="256032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FFFFFF"/>
                </a:solidFill>
                <a:latin typeface="Calibri"/>
                <a:ea typeface="Calibri"/>
                <a:cs typeface="Calibri"/>
              </a:rPr>
              <a:t>Payroll output</a:t>
            </a:r>
            <a:endParaRPr sz="1350"/>
          </a:p>
        </p:txBody>
      </p:sp>
      <p:sp>
        <p:nvSpPr>
          <p:cNvPr id="26" name="Shape 24">
            <a:extLst xmlns:a="http://schemas.openxmlformats.org/drawingml/2006/main">
              <a:ext uri="{FF2B5EF4-FFF2-40B4-BE49-F238E27FC236}">
                <a16:creationId xmlns:a16="http://schemas.microsoft.com/office/drawing/2014/main" id="{0A0DDF09-D41C-4A51-A877-65767926E1CC}"/>
              </a:ext>
            </a:extLst>
          </p:cNvPr>
          <p:cNvSpPr>
            <a:spLocks xmlns:a="http://schemas.openxmlformats.org/drawingml/2006/main" noGrp="1"/>
          </p:cNvSpPr>
          <p:nvPr/>
        </p:nvSpPr>
        <p:spPr>
          <a:xfrm xmlns:a="http://schemas.openxmlformats.org/drawingml/2006/main">
            <a:off x="3566160" y="5376672"/>
            <a:ext cx="164592" cy="164592"/>
          </a:xfrm>
          <a:prstGeom xmlns:a="http://schemas.openxmlformats.org/drawingml/2006/main" prst="rightArrow">
            <a:avLst/>
          </a:prstGeom>
          <a:solidFill xmlns:a="http://schemas.openxmlformats.org/drawingml/2006/main">
            <a:srgbClr val="9AA6C4"/>
          </a:solidFill>
          <a:ln xmlns:a="http://schemas.openxmlformats.org/drawingml/2006/main" w="12700">
            <a:solidFill>
              <a:srgbClr val="333333"/>
            </a:solidFill>
            <a:prstDash val="solid"/>
          </a:ln>
        </p:spPr>
      </p:sp>
      <p:sp>
        <p:nvSpPr>
          <p:cNvPr id="27" name="Text 25">
            <a:extLst xmlns:a="http://schemas.openxmlformats.org/drawingml/2006/main">
              <a:ext uri="{FF2B5EF4-FFF2-40B4-BE49-F238E27FC236}">
                <a16:creationId xmlns:a16="http://schemas.microsoft.com/office/drawing/2014/main" id="{90196989-A162-40D4-90CF-62EAF435846E}"/>
              </a:ext>
            </a:extLst>
          </p:cNvPr>
          <p:cNvSpPr>
            <a:spLocks xmlns:a="http://schemas.openxmlformats.org/drawingml/2006/main" noGrp="1"/>
          </p:cNvSpPr>
          <p:nvPr/>
        </p:nvSpPr>
        <p:spPr>
          <a:xfrm xmlns:a="http://schemas.openxmlformats.org/drawingml/2006/main">
            <a:off x="3840480" y="4974336"/>
            <a:ext cx="397764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2B3350"/>
                </a:solidFill>
                <a:latin typeface="Calibri"/>
                <a:ea typeface="Calibri"/>
                <a:cs typeface="Calibri"/>
              </a:rPr>
              <a:t>Post ₱312.50 to the overtime earning line.</a:t>
            </a:r>
            <a:endParaRPr sz="1100"/>
          </a:p>
        </p:txBody>
      </p:sp>
      <p:sp>
        <p:nvSpPr>
          <p:cNvPr id="28" name="Shape 26">
            <a:extLst xmlns:a="http://schemas.openxmlformats.org/drawingml/2006/main">
              <a:ext uri="{FF2B5EF4-FFF2-40B4-BE49-F238E27FC236}">
                <a16:creationId xmlns:a16="http://schemas.microsoft.com/office/drawing/2014/main" id="{B3FA3C8A-9A6B-4698-8B61-C7812B6E4929}"/>
              </a:ext>
            </a:extLst>
          </p:cNvPr>
          <p:cNvSpPr>
            <a:spLocks xmlns:a="http://schemas.openxmlformats.org/drawingml/2006/main" noGrp="1"/>
          </p:cNvSpPr>
          <p:nvPr/>
        </p:nvSpPr>
        <p:spPr>
          <a:xfrm xmlns:a="http://schemas.openxmlformats.org/drawingml/2006/main">
            <a:off x="7882128" y="5376672"/>
            <a:ext cx="164592" cy="164592"/>
          </a:xfrm>
          <a:prstGeom xmlns:a="http://schemas.openxmlformats.org/drawingml/2006/main" prst="rightArrow">
            <a:avLst/>
          </a:prstGeom>
          <a:solidFill xmlns:a="http://schemas.openxmlformats.org/drawingml/2006/main">
            <a:srgbClr val="9AA6C4"/>
          </a:solidFill>
          <a:ln xmlns:a="http://schemas.openxmlformats.org/drawingml/2006/main" w="12700">
            <a:solidFill>
              <a:srgbClr val="333333"/>
            </a:solidFill>
            <a:prstDash val="solid"/>
          </a:ln>
        </p:spPr>
      </p:sp>
      <p:sp>
        <p:nvSpPr>
          <p:cNvPr id="29" name="Text 27">
            <a:extLst xmlns:a="http://schemas.openxmlformats.org/drawingml/2006/main">
              <a:ext uri="{FF2B5EF4-FFF2-40B4-BE49-F238E27FC236}">
                <a16:creationId xmlns:a16="http://schemas.microsoft.com/office/drawing/2014/main" id="{788F34A1-EFE1-4687-AC2C-B00AFDB11BCB}"/>
              </a:ext>
            </a:extLst>
          </p:cNvPr>
          <p:cNvSpPr>
            <a:spLocks xmlns:a="http://schemas.openxmlformats.org/drawingml/2006/main" noGrp="1"/>
          </p:cNvSpPr>
          <p:nvPr/>
        </p:nvSpPr>
        <p:spPr>
          <a:xfrm xmlns:a="http://schemas.openxmlformats.org/drawingml/2006/main">
            <a:off x="8183880" y="4974336"/>
            <a:ext cx="338328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1F7A5C"/>
                </a:solidFill>
                <a:latin typeface="Calibri"/>
                <a:ea typeface="Calibri"/>
                <a:cs typeface="Calibri"/>
              </a:rPr>
              <a:t>Keep code, version, inputs and sources in the trail.</a:t>
            </a:r>
            <a:endParaRPr sz="1100"/>
          </a:p>
        </p:txBody>
      </p:sp>
    </p:spTree>
    <p:extLst>
      <p:ext uri="{BB962C8B-B14F-4D97-AF65-F5344CB8AC3E}">
        <p14:creationId xmlns:p14="http://schemas.microsoft.com/office/powerpoint/2010/main" val="910483319"/>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A870FCF-7386-41AD-9D84-DAE337CAE7B3}"/>
              </a:ext>
            </a:extLst>
          </p:cNvPr>
          <p:cNvSpPr>
            <a:spLocks xmlns:a="http://schemas.openxmlformats.org/drawingml/2006/main" noGrp="1"/>
          </p:cNvSpPr>
          <p:nvPr/>
        </p:nvSpPr>
        <p:spPr>
          <a:xfrm xmlns:a="http://schemas.openxmlformats.org/drawingml/2006/main">
            <a:off x="566928" y="329184"/>
            <a:ext cx="11027664"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WORKED EXAMPLE 3 · LOAN AND MINIMUM TAKE-HOME</a:t>
            </a:r>
            <a:endParaRPr sz="1000"/>
          </a:p>
        </p:txBody>
      </p:sp>
      <p:sp>
        <p:nvSpPr>
          <p:cNvPr id="3" name="Text 1">
            <a:extLst xmlns:a="http://schemas.openxmlformats.org/drawingml/2006/main">
              <a:ext uri="{FF2B5EF4-FFF2-40B4-BE49-F238E27FC236}">
                <a16:creationId xmlns:a16="http://schemas.microsoft.com/office/drawing/2014/main" id="{7C80B416-02EF-4913-9772-FAC6B1676BBD}"/>
              </a:ext>
            </a:extLst>
          </p:cNvPr>
          <p:cNvSpPr>
            <a:spLocks xmlns:a="http://schemas.openxmlformats.org/drawingml/2006/main" noGrp="1"/>
          </p:cNvSpPr>
          <p:nvPr/>
        </p:nvSpPr>
        <p:spPr>
          <a:xfrm xmlns:a="http://schemas.openxmlformats.org/drawingml/2006/main">
            <a:off x="566928" y="548640"/>
            <a:ext cx="110276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A computation can also drive an employee request</a:t>
            </a:r>
            <a:endParaRPr sz="3000"/>
          </a:p>
        </p:txBody>
      </p:sp>
      <p:sp>
        <p:nvSpPr>
          <p:cNvPr id="4" name="Text 2">
            <a:extLst xmlns:a="http://schemas.openxmlformats.org/drawingml/2006/main">
              <a:ext uri="{FF2B5EF4-FFF2-40B4-BE49-F238E27FC236}">
                <a16:creationId xmlns:a16="http://schemas.microsoft.com/office/drawing/2014/main" id="{DEDFEA7B-57D8-4F38-93C9-FA4747770335}"/>
              </a:ext>
            </a:extLst>
          </p:cNvPr>
          <p:cNvSpPr>
            <a:spLocks xmlns:a="http://schemas.openxmlformats.org/drawingml/2006/main" noGrp="1"/>
          </p:cNvSpPr>
          <p:nvPr/>
        </p:nvSpPr>
        <p:spPr>
          <a:xfrm xmlns:a="http://schemas.openxmlformats.org/drawingml/2006/main">
            <a:off x="3703320" y="1298448"/>
            <a:ext cx="40233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5A6280"/>
                </a:solidFill>
                <a:latin typeface="Calibri"/>
                <a:ea typeface="Calibri"/>
                <a:cs typeface="Calibri"/>
              </a:rPr>
              <a:t>Step</a:t>
            </a:r>
            <a:endParaRPr sz="1050"/>
          </a:p>
        </p:txBody>
      </p:sp>
      <p:sp>
        <p:nvSpPr>
          <p:cNvPr id="5" name="Text 3">
            <a:extLst xmlns:a="http://schemas.openxmlformats.org/drawingml/2006/main">
              <a:ext uri="{FF2B5EF4-FFF2-40B4-BE49-F238E27FC236}">
                <a16:creationId xmlns:a16="http://schemas.microsoft.com/office/drawing/2014/main" id="{A16DB8CB-7AB9-4FC5-8881-5B3F767B592D}"/>
              </a:ext>
            </a:extLst>
          </p:cNvPr>
          <p:cNvSpPr>
            <a:spLocks xmlns:a="http://schemas.openxmlformats.org/drawingml/2006/main" noGrp="1"/>
          </p:cNvSpPr>
          <p:nvPr/>
        </p:nvSpPr>
        <p:spPr>
          <a:xfrm xmlns:a="http://schemas.openxmlformats.org/drawingml/2006/main">
            <a:off x="8001000" y="1298448"/>
            <a:ext cx="35661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a:solidFill>
                  <a:srgbClr val="5A6280"/>
                </a:solidFill>
                <a:latin typeface="Calibri"/>
                <a:ea typeface="Calibri"/>
                <a:cs typeface="Calibri"/>
              </a:rPr>
              <a:t>Situation / action</a:t>
            </a:r>
            <a:endParaRPr sz="1050"/>
          </a:p>
        </p:txBody>
      </p:sp>
      <p:sp>
        <p:nvSpPr>
          <p:cNvPr id="6" name="Shape 4">
            <a:extLst xmlns:a="http://schemas.openxmlformats.org/drawingml/2006/main">
              <a:ext uri="{FF2B5EF4-FFF2-40B4-BE49-F238E27FC236}">
                <a16:creationId xmlns:a16="http://schemas.microsoft.com/office/drawing/2014/main" id="{16D2A6AF-C516-4770-900D-8BCBF2F50D80}"/>
              </a:ext>
            </a:extLst>
          </p:cNvPr>
          <p:cNvSpPr>
            <a:spLocks xmlns:a="http://schemas.openxmlformats.org/drawingml/2006/main" noGrp="1"/>
          </p:cNvSpPr>
          <p:nvPr/>
        </p:nvSpPr>
        <p:spPr>
          <a:xfrm xmlns:a="http://schemas.openxmlformats.org/drawingml/2006/main">
            <a:off x="566928" y="1627632"/>
            <a:ext cx="2926080" cy="969264"/>
          </a:xfrm>
          <a:prstGeom xmlns:a="http://schemas.openxmlformats.org/drawingml/2006/main" prst="roundRect">
            <a:avLst>
              <a:gd name="adj" fmla="val 7547"/>
            </a:avLst>
          </a:prstGeom>
          <a:solidFill xmlns:a="http://schemas.openxmlformats.org/drawingml/2006/main">
            <a:srgbClr val="1E2761"/>
          </a:solidFill>
        </p:spPr>
      </p:sp>
      <p:sp>
        <p:nvSpPr>
          <p:cNvPr id="7" name="Text 5">
            <a:extLst xmlns:a="http://schemas.openxmlformats.org/drawingml/2006/main">
              <a:ext uri="{FF2B5EF4-FFF2-40B4-BE49-F238E27FC236}">
                <a16:creationId xmlns:a16="http://schemas.microsoft.com/office/drawing/2014/main" id="{44D4A872-ECF0-4834-A1AF-B319A7C90D99}"/>
              </a:ext>
            </a:extLst>
          </p:cNvPr>
          <p:cNvSpPr>
            <a:spLocks xmlns:a="http://schemas.openxmlformats.org/drawingml/2006/main" noGrp="1"/>
          </p:cNvSpPr>
          <p:nvPr/>
        </p:nvSpPr>
        <p:spPr>
          <a:xfrm xmlns:a="http://schemas.openxmlformats.org/drawingml/2006/main">
            <a:off x="749808" y="1627632"/>
            <a:ext cx="256032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FFFFFF"/>
                </a:solidFill>
                <a:latin typeface="Calibri"/>
                <a:ea typeface="Calibri"/>
                <a:cs typeface="Calibri"/>
              </a:rPr>
              <a:t>Forecast</a:t>
            </a:r>
            <a:endParaRPr sz="1350"/>
          </a:p>
        </p:txBody>
      </p:sp>
      <p:sp>
        <p:nvSpPr>
          <p:cNvPr id="8" name="Shape 6">
            <a:extLst xmlns:a="http://schemas.openxmlformats.org/drawingml/2006/main">
              <a:ext uri="{FF2B5EF4-FFF2-40B4-BE49-F238E27FC236}">
                <a16:creationId xmlns:a16="http://schemas.microsoft.com/office/drawing/2014/main" id="{0671AC8E-DD23-46B1-AD90-41207053BBDB}"/>
              </a:ext>
            </a:extLst>
          </p:cNvPr>
          <p:cNvSpPr>
            <a:spLocks xmlns:a="http://schemas.openxmlformats.org/drawingml/2006/main" noGrp="1"/>
          </p:cNvSpPr>
          <p:nvPr/>
        </p:nvSpPr>
        <p:spPr>
          <a:xfrm xmlns:a="http://schemas.openxmlformats.org/drawingml/2006/main">
            <a:off x="3566160" y="2029968"/>
            <a:ext cx="164592" cy="164592"/>
          </a:xfrm>
          <a:prstGeom xmlns:a="http://schemas.openxmlformats.org/drawingml/2006/main" prst="rightArrow">
            <a:avLst/>
          </a:prstGeom>
          <a:solidFill xmlns:a="http://schemas.openxmlformats.org/drawingml/2006/main">
            <a:srgbClr val="9AA6C4"/>
          </a:solidFill>
          <a:ln xmlns:a="http://schemas.openxmlformats.org/drawingml/2006/main" w="12700">
            <a:solidFill>
              <a:srgbClr val="333333"/>
            </a:solidFill>
            <a:prstDash val="solid"/>
          </a:ln>
        </p:spPr>
      </p:sp>
      <p:sp>
        <p:nvSpPr>
          <p:cNvPr id="9" name="Text 7">
            <a:extLst xmlns:a="http://schemas.openxmlformats.org/drawingml/2006/main">
              <a:ext uri="{FF2B5EF4-FFF2-40B4-BE49-F238E27FC236}">
                <a16:creationId xmlns:a16="http://schemas.microsoft.com/office/drawing/2014/main" id="{2CE2F568-BDAF-42CC-81EB-47DE8BD5C302}"/>
              </a:ext>
            </a:extLst>
          </p:cNvPr>
          <p:cNvSpPr>
            <a:spLocks xmlns:a="http://schemas.openxmlformats.org/drawingml/2006/main" noGrp="1"/>
          </p:cNvSpPr>
          <p:nvPr/>
        </p:nvSpPr>
        <p:spPr>
          <a:xfrm xmlns:a="http://schemas.openxmlformats.org/drawingml/2006/main">
            <a:off x="3840480" y="1627632"/>
            <a:ext cx="397764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2B3350"/>
                </a:solidFill>
                <a:latin typeface="Calibri"/>
                <a:ea typeface="Calibri"/>
                <a:cs typeface="Calibri"/>
              </a:rPr>
              <a:t>Take-home before loan ₱8,200; minimum ₱8,000.</a:t>
            </a:r>
            <a:endParaRPr sz="1100"/>
          </a:p>
        </p:txBody>
      </p:sp>
      <p:sp>
        <p:nvSpPr>
          <p:cNvPr id="10" name="Shape 8">
            <a:extLst xmlns:a="http://schemas.openxmlformats.org/drawingml/2006/main">
              <a:ext uri="{FF2B5EF4-FFF2-40B4-BE49-F238E27FC236}">
                <a16:creationId xmlns:a16="http://schemas.microsoft.com/office/drawing/2014/main" id="{66B0CFDD-4309-4F6D-BDF1-FC2A3A116942}"/>
              </a:ext>
            </a:extLst>
          </p:cNvPr>
          <p:cNvSpPr>
            <a:spLocks xmlns:a="http://schemas.openxmlformats.org/drawingml/2006/main" noGrp="1"/>
          </p:cNvSpPr>
          <p:nvPr/>
        </p:nvSpPr>
        <p:spPr>
          <a:xfrm xmlns:a="http://schemas.openxmlformats.org/drawingml/2006/main">
            <a:off x="7882128" y="2029968"/>
            <a:ext cx="164592" cy="164592"/>
          </a:xfrm>
          <a:prstGeom xmlns:a="http://schemas.openxmlformats.org/drawingml/2006/main" prst="rightArrow">
            <a:avLst/>
          </a:prstGeom>
          <a:solidFill xmlns:a="http://schemas.openxmlformats.org/drawingml/2006/main">
            <a:srgbClr val="9AA6C4"/>
          </a:solidFill>
          <a:ln xmlns:a="http://schemas.openxmlformats.org/drawingml/2006/main" w="12700">
            <a:solidFill>
              <a:srgbClr val="333333"/>
            </a:solidFill>
            <a:prstDash val="solid"/>
          </a:ln>
        </p:spPr>
      </p:sp>
      <p:sp>
        <p:nvSpPr>
          <p:cNvPr id="11" name="Text 9">
            <a:extLst xmlns:a="http://schemas.openxmlformats.org/drawingml/2006/main">
              <a:ext uri="{FF2B5EF4-FFF2-40B4-BE49-F238E27FC236}">
                <a16:creationId xmlns:a16="http://schemas.microsoft.com/office/drawing/2014/main" id="{D06F43A3-B479-49A4-A957-D337A9436AFD}"/>
              </a:ext>
            </a:extLst>
          </p:cNvPr>
          <p:cNvSpPr>
            <a:spLocks xmlns:a="http://schemas.openxmlformats.org/drawingml/2006/main" noGrp="1"/>
          </p:cNvSpPr>
          <p:nvPr/>
        </p:nvSpPr>
        <p:spPr>
          <a:xfrm xmlns:a="http://schemas.openxmlformats.org/drawingml/2006/main">
            <a:off x="8183880" y="1627632"/>
            <a:ext cx="338328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1F7A5C"/>
                </a:solidFill>
                <a:latin typeface="Calibri"/>
                <a:ea typeface="Calibri"/>
                <a:cs typeface="Calibri"/>
              </a:rPr>
              <a:t>Scheduled company-loan deduction is ₱1,500.</a:t>
            </a:r>
            <a:endParaRPr sz="1100"/>
          </a:p>
        </p:txBody>
      </p:sp>
      <p:sp>
        <p:nvSpPr>
          <p:cNvPr id="12" name="Shape 10">
            <a:extLst xmlns:a="http://schemas.openxmlformats.org/drawingml/2006/main">
              <a:ext uri="{FF2B5EF4-FFF2-40B4-BE49-F238E27FC236}">
                <a16:creationId xmlns:a16="http://schemas.microsoft.com/office/drawing/2014/main" id="{DB499511-251B-4306-B4BA-16ABA6A4824A}"/>
              </a:ext>
            </a:extLst>
          </p:cNvPr>
          <p:cNvSpPr>
            <a:spLocks xmlns:a="http://schemas.openxmlformats.org/drawingml/2006/main" noGrp="1"/>
          </p:cNvSpPr>
          <p:nvPr/>
        </p:nvSpPr>
        <p:spPr>
          <a:xfrm xmlns:a="http://schemas.openxmlformats.org/drawingml/2006/main">
            <a:off x="566928" y="2743200"/>
            <a:ext cx="2926080" cy="969264"/>
          </a:xfrm>
          <a:prstGeom xmlns:a="http://schemas.openxmlformats.org/drawingml/2006/main" prst="roundRect">
            <a:avLst>
              <a:gd name="adj" fmla="val 7547"/>
            </a:avLst>
          </a:prstGeom>
          <a:solidFill xmlns:a="http://schemas.openxmlformats.org/drawingml/2006/main">
            <a:srgbClr val="1E2761"/>
          </a:solidFill>
        </p:spPr>
      </p:sp>
      <p:sp>
        <p:nvSpPr>
          <p:cNvPr id="13" name="Text 11">
            <a:extLst xmlns:a="http://schemas.openxmlformats.org/drawingml/2006/main">
              <a:ext uri="{FF2B5EF4-FFF2-40B4-BE49-F238E27FC236}">
                <a16:creationId xmlns:a16="http://schemas.microsoft.com/office/drawing/2014/main" id="{601F2BFC-6662-4F04-901F-2A43FE9575B8}"/>
              </a:ext>
            </a:extLst>
          </p:cNvPr>
          <p:cNvSpPr>
            <a:spLocks xmlns:a="http://schemas.openxmlformats.org/drawingml/2006/main" noGrp="1"/>
          </p:cNvSpPr>
          <p:nvPr/>
        </p:nvSpPr>
        <p:spPr>
          <a:xfrm xmlns:a="http://schemas.openxmlformats.org/drawingml/2006/main">
            <a:off x="749808" y="2743200"/>
            <a:ext cx="256032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FFFFFF"/>
                </a:solidFill>
                <a:latin typeface="Calibri"/>
                <a:ea typeface="Calibri"/>
                <a:cs typeface="Calibri"/>
              </a:rPr>
              <a:t>Result</a:t>
            </a:r>
            <a:endParaRPr sz="1350"/>
          </a:p>
        </p:txBody>
      </p:sp>
      <p:sp>
        <p:nvSpPr>
          <p:cNvPr id="14" name="Shape 12">
            <a:extLst xmlns:a="http://schemas.openxmlformats.org/drawingml/2006/main">
              <a:ext uri="{FF2B5EF4-FFF2-40B4-BE49-F238E27FC236}">
                <a16:creationId xmlns:a16="http://schemas.microsoft.com/office/drawing/2014/main" id="{AAC08F26-4563-423D-912B-B64908F9BE66}"/>
              </a:ext>
            </a:extLst>
          </p:cNvPr>
          <p:cNvSpPr>
            <a:spLocks xmlns:a="http://schemas.openxmlformats.org/drawingml/2006/main" noGrp="1"/>
          </p:cNvSpPr>
          <p:nvPr/>
        </p:nvSpPr>
        <p:spPr>
          <a:xfrm xmlns:a="http://schemas.openxmlformats.org/drawingml/2006/main">
            <a:off x="3566160" y="3145536"/>
            <a:ext cx="164592" cy="164592"/>
          </a:xfrm>
          <a:prstGeom xmlns:a="http://schemas.openxmlformats.org/drawingml/2006/main" prst="rightArrow">
            <a:avLst/>
          </a:prstGeom>
          <a:solidFill xmlns:a="http://schemas.openxmlformats.org/drawingml/2006/main">
            <a:srgbClr val="9AA6C4"/>
          </a:solidFill>
          <a:ln xmlns:a="http://schemas.openxmlformats.org/drawingml/2006/main" w="12700">
            <a:solidFill>
              <a:srgbClr val="333333"/>
            </a:solidFill>
            <a:prstDash val="solid"/>
          </a:ln>
        </p:spPr>
      </p:sp>
      <p:sp>
        <p:nvSpPr>
          <p:cNvPr id="15" name="Text 13">
            <a:extLst xmlns:a="http://schemas.openxmlformats.org/drawingml/2006/main">
              <a:ext uri="{FF2B5EF4-FFF2-40B4-BE49-F238E27FC236}">
                <a16:creationId xmlns:a16="http://schemas.microsoft.com/office/drawing/2014/main" id="{A06109E1-72E4-47CA-BDCA-16742DC82650}"/>
              </a:ext>
            </a:extLst>
          </p:cNvPr>
          <p:cNvSpPr>
            <a:spLocks xmlns:a="http://schemas.openxmlformats.org/drawingml/2006/main" noGrp="1"/>
          </p:cNvSpPr>
          <p:nvPr/>
        </p:nvSpPr>
        <p:spPr>
          <a:xfrm xmlns:a="http://schemas.openxmlformats.org/drawingml/2006/main">
            <a:off x="3840480" y="2743200"/>
            <a:ext cx="397764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2B3350"/>
                </a:solidFill>
                <a:latin typeface="Calibri"/>
                <a:ea typeface="Calibri"/>
                <a:cs typeface="Calibri"/>
              </a:rPr>
              <a:t>₱8,200 − ₱1,500 = ₱6,700.</a:t>
            </a:r>
            <a:endParaRPr sz="1100"/>
          </a:p>
        </p:txBody>
      </p:sp>
      <p:sp>
        <p:nvSpPr>
          <p:cNvPr id="16" name="Shape 14">
            <a:extLst xmlns:a="http://schemas.openxmlformats.org/drawingml/2006/main">
              <a:ext uri="{FF2B5EF4-FFF2-40B4-BE49-F238E27FC236}">
                <a16:creationId xmlns:a16="http://schemas.microsoft.com/office/drawing/2014/main" id="{272F1537-A6EA-46F6-85F8-60F16DB56626}"/>
              </a:ext>
            </a:extLst>
          </p:cNvPr>
          <p:cNvSpPr>
            <a:spLocks xmlns:a="http://schemas.openxmlformats.org/drawingml/2006/main" noGrp="1"/>
          </p:cNvSpPr>
          <p:nvPr/>
        </p:nvSpPr>
        <p:spPr>
          <a:xfrm xmlns:a="http://schemas.openxmlformats.org/drawingml/2006/main">
            <a:off x="7882128" y="3145536"/>
            <a:ext cx="164592" cy="164592"/>
          </a:xfrm>
          <a:prstGeom xmlns:a="http://schemas.openxmlformats.org/drawingml/2006/main" prst="rightArrow">
            <a:avLst/>
          </a:prstGeom>
          <a:solidFill xmlns:a="http://schemas.openxmlformats.org/drawingml/2006/main">
            <a:srgbClr val="9AA6C4"/>
          </a:solidFill>
          <a:ln xmlns:a="http://schemas.openxmlformats.org/drawingml/2006/main" w="12700">
            <a:solidFill>
              <a:srgbClr val="333333"/>
            </a:solidFill>
            <a:prstDash val="solid"/>
          </a:ln>
        </p:spPr>
      </p:sp>
      <p:sp>
        <p:nvSpPr>
          <p:cNvPr id="17" name="Text 15">
            <a:extLst xmlns:a="http://schemas.openxmlformats.org/drawingml/2006/main">
              <a:ext uri="{FF2B5EF4-FFF2-40B4-BE49-F238E27FC236}">
                <a16:creationId xmlns:a16="http://schemas.microsoft.com/office/drawing/2014/main" id="{7FE3CAE2-BAE5-409F-A2AA-9F9C64970F4F}"/>
              </a:ext>
            </a:extLst>
          </p:cNvPr>
          <p:cNvSpPr>
            <a:spLocks xmlns:a="http://schemas.openxmlformats.org/drawingml/2006/main" noGrp="1"/>
          </p:cNvSpPr>
          <p:nvPr/>
        </p:nvSpPr>
        <p:spPr>
          <a:xfrm xmlns:a="http://schemas.openxmlformats.org/drawingml/2006/main">
            <a:off x="8183880" y="2743200"/>
            <a:ext cx="338328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1F7A5C"/>
                </a:solidFill>
                <a:latin typeface="Calibri"/>
                <a:ea typeface="Calibri"/>
                <a:cs typeface="Calibri"/>
              </a:rPr>
              <a:t>The employee would be ₱1,300 below the minimum.</a:t>
            </a:r>
            <a:endParaRPr sz="1100"/>
          </a:p>
        </p:txBody>
      </p:sp>
      <p:sp>
        <p:nvSpPr>
          <p:cNvPr id="18" name="Shape 16">
            <a:extLst xmlns:a="http://schemas.openxmlformats.org/drawingml/2006/main">
              <a:ext uri="{FF2B5EF4-FFF2-40B4-BE49-F238E27FC236}">
                <a16:creationId xmlns:a16="http://schemas.microsoft.com/office/drawing/2014/main" id="{D6AA686D-D425-40FC-93BD-3C485B95DCB1}"/>
              </a:ext>
            </a:extLst>
          </p:cNvPr>
          <p:cNvSpPr>
            <a:spLocks xmlns:a="http://schemas.openxmlformats.org/drawingml/2006/main" noGrp="1"/>
          </p:cNvSpPr>
          <p:nvPr/>
        </p:nvSpPr>
        <p:spPr>
          <a:xfrm xmlns:a="http://schemas.openxmlformats.org/drawingml/2006/main">
            <a:off x="566928" y="3858768"/>
            <a:ext cx="2926080" cy="969264"/>
          </a:xfrm>
          <a:prstGeom xmlns:a="http://schemas.openxmlformats.org/drawingml/2006/main" prst="roundRect">
            <a:avLst>
              <a:gd name="adj" fmla="val 7547"/>
            </a:avLst>
          </a:prstGeom>
          <a:solidFill xmlns:a="http://schemas.openxmlformats.org/drawingml/2006/main">
            <a:srgbClr val="1E2761"/>
          </a:solidFill>
        </p:spPr>
      </p:sp>
      <p:sp>
        <p:nvSpPr>
          <p:cNvPr id="19" name="Text 17">
            <a:extLst xmlns:a="http://schemas.openxmlformats.org/drawingml/2006/main">
              <a:ext uri="{FF2B5EF4-FFF2-40B4-BE49-F238E27FC236}">
                <a16:creationId xmlns:a16="http://schemas.microsoft.com/office/drawing/2014/main" id="{52356EAC-87D0-4DF8-A22F-3B660525124D}"/>
              </a:ext>
            </a:extLst>
          </p:cNvPr>
          <p:cNvSpPr>
            <a:spLocks xmlns:a="http://schemas.openxmlformats.org/drawingml/2006/main" noGrp="1"/>
          </p:cNvSpPr>
          <p:nvPr/>
        </p:nvSpPr>
        <p:spPr>
          <a:xfrm xmlns:a="http://schemas.openxmlformats.org/drawingml/2006/main">
            <a:off x="749808" y="3858768"/>
            <a:ext cx="256032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FFFFFF"/>
                </a:solidFill>
                <a:latin typeface="Calibri"/>
                <a:ea typeface="Calibri"/>
                <a:cs typeface="Calibri"/>
              </a:rPr>
              <a:t>Employee</a:t>
            </a:r>
            <a:endParaRPr sz="1350"/>
          </a:p>
        </p:txBody>
      </p:sp>
      <p:sp>
        <p:nvSpPr>
          <p:cNvPr id="20" name="Shape 18">
            <a:extLst xmlns:a="http://schemas.openxmlformats.org/drawingml/2006/main">
              <a:ext uri="{FF2B5EF4-FFF2-40B4-BE49-F238E27FC236}">
                <a16:creationId xmlns:a16="http://schemas.microsoft.com/office/drawing/2014/main" id="{EC1D02AF-4544-4FD4-AA61-7B510A44520D}"/>
              </a:ext>
            </a:extLst>
          </p:cNvPr>
          <p:cNvSpPr>
            <a:spLocks xmlns:a="http://schemas.openxmlformats.org/drawingml/2006/main" noGrp="1"/>
          </p:cNvSpPr>
          <p:nvPr/>
        </p:nvSpPr>
        <p:spPr>
          <a:xfrm xmlns:a="http://schemas.openxmlformats.org/drawingml/2006/main">
            <a:off x="3566160" y="4261104"/>
            <a:ext cx="164592" cy="164592"/>
          </a:xfrm>
          <a:prstGeom xmlns:a="http://schemas.openxmlformats.org/drawingml/2006/main" prst="rightArrow">
            <a:avLst/>
          </a:prstGeom>
          <a:solidFill xmlns:a="http://schemas.openxmlformats.org/drawingml/2006/main">
            <a:srgbClr val="9AA6C4"/>
          </a:solidFill>
          <a:ln xmlns:a="http://schemas.openxmlformats.org/drawingml/2006/main" w="12700">
            <a:solidFill>
              <a:srgbClr val="333333"/>
            </a:solidFill>
            <a:prstDash val="solid"/>
          </a:ln>
        </p:spPr>
      </p:sp>
      <p:sp>
        <p:nvSpPr>
          <p:cNvPr id="21" name="Text 19">
            <a:extLst xmlns:a="http://schemas.openxmlformats.org/drawingml/2006/main">
              <a:ext uri="{FF2B5EF4-FFF2-40B4-BE49-F238E27FC236}">
                <a16:creationId xmlns:a16="http://schemas.microsoft.com/office/drawing/2014/main" id="{70A91380-7160-47B7-A530-D794721B1D11}"/>
              </a:ext>
            </a:extLst>
          </p:cNvPr>
          <p:cNvSpPr>
            <a:spLocks xmlns:a="http://schemas.openxmlformats.org/drawingml/2006/main" noGrp="1"/>
          </p:cNvSpPr>
          <p:nvPr/>
        </p:nvSpPr>
        <p:spPr>
          <a:xfrm xmlns:a="http://schemas.openxmlformats.org/drawingml/2006/main">
            <a:off x="3840480" y="3858768"/>
            <a:ext cx="397764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2B3350"/>
                </a:solidFill>
                <a:latin typeface="Calibri"/>
                <a:ea typeface="Calibri"/>
                <a:cs typeface="Calibri"/>
              </a:rPr>
              <a:t>Notify before cutoff using the configured lead time.</a:t>
            </a:r>
            <a:endParaRPr sz="1100"/>
          </a:p>
        </p:txBody>
      </p:sp>
      <p:sp>
        <p:nvSpPr>
          <p:cNvPr id="22" name="Shape 20">
            <a:extLst xmlns:a="http://schemas.openxmlformats.org/drawingml/2006/main">
              <a:ext uri="{FF2B5EF4-FFF2-40B4-BE49-F238E27FC236}">
                <a16:creationId xmlns:a16="http://schemas.microsoft.com/office/drawing/2014/main" id="{0C10E17E-F6CF-43B5-B08E-ED2B5C71DAD6}"/>
              </a:ext>
            </a:extLst>
          </p:cNvPr>
          <p:cNvSpPr>
            <a:spLocks xmlns:a="http://schemas.openxmlformats.org/drawingml/2006/main" noGrp="1"/>
          </p:cNvSpPr>
          <p:nvPr/>
        </p:nvSpPr>
        <p:spPr>
          <a:xfrm xmlns:a="http://schemas.openxmlformats.org/drawingml/2006/main">
            <a:off x="7882128" y="4261104"/>
            <a:ext cx="164592" cy="164592"/>
          </a:xfrm>
          <a:prstGeom xmlns:a="http://schemas.openxmlformats.org/drawingml/2006/main" prst="rightArrow">
            <a:avLst/>
          </a:prstGeom>
          <a:solidFill xmlns:a="http://schemas.openxmlformats.org/drawingml/2006/main">
            <a:srgbClr val="9AA6C4"/>
          </a:solidFill>
          <a:ln xmlns:a="http://schemas.openxmlformats.org/drawingml/2006/main" w="12700">
            <a:solidFill>
              <a:srgbClr val="333333"/>
            </a:solidFill>
            <a:prstDash val="solid"/>
          </a:ln>
        </p:spPr>
      </p:sp>
      <p:sp>
        <p:nvSpPr>
          <p:cNvPr id="23" name="Text 21">
            <a:extLst xmlns:a="http://schemas.openxmlformats.org/drawingml/2006/main">
              <a:ext uri="{FF2B5EF4-FFF2-40B4-BE49-F238E27FC236}">
                <a16:creationId xmlns:a16="http://schemas.microsoft.com/office/drawing/2014/main" id="{0BA18A2A-6846-48FF-ACC9-AF602968A320}"/>
              </a:ext>
            </a:extLst>
          </p:cNvPr>
          <p:cNvSpPr>
            <a:spLocks xmlns:a="http://schemas.openxmlformats.org/drawingml/2006/main" noGrp="1"/>
          </p:cNvSpPr>
          <p:nvPr/>
        </p:nvSpPr>
        <p:spPr>
          <a:xfrm xmlns:a="http://schemas.openxmlformats.org/drawingml/2006/main">
            <a:off x="8183880" y="3858768"/>
            <a:ext cx="338328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1F7A5C"/>
                </a:solidFill>
                <a:latin typeface="Calibri"/>
                <a:ea typeface="Calibri"/>
                <a:cs typeface="Calibri"/>
              </a:rPr>
              <a:t>Offer the company's eligible staggered-payment options.</a:t>
            </a:r>
            <a:endParaRPr sz="1100"/>
          </a:p>
        </p:txBody>
      </p:sp>
      <p:sp>
        <p:nvSpPr>
          <p:cNvPr id="24" name="Shape 22">
            <a:extLst xmlns:a="http://schemas.openxmlformats.org/drawingml/2006/main">
              <a:ext uri="{FF2B5EF4-FFF2-40B4-BE49-F238E27FC236}">
                <a16:creationId xmlns:a16="http://schemas.microsoft.com/office/drawing/2014/main" id="{87150B80-19C0-4EB6-910B-95AC1D85EED0}"/>
              </a:ext>
            </a:extLst>
          </p:cNvPr>
          <p:cNvSpPr>
            <a:spLocks xmlns:a="http://schemas.openxmlformats.org/drawingml/2006/main" noGrp="1"/>
          </p:cNvSpPr>
          <p:nvPr/>
        </p:nvSpPr>
        <p:spPr>
          <a:xfrm xmlns:a="http://schemas.openxmlformats.org/drawingml/2006/main">
            <a:off x="566928" y="4974336"/>
            <a:ext cx="2926080" cy="969264"/>
          </a:xfrm>
          <a:prstGeom xmlns:a="http://schemas.openxmlformats.org/drawingml/2006/main" prst="roundRect">
            <a:avLst>
              <a:gd name="adj" fmla="val 7547"/>
            </a:avLst>
          </a:prstGeom>
          <a:solidFill xmlns:a="http://schemas.openxmlformats.org/drawingml/2006/main">
            <a:srgbClr val="1E2761"/>
          </a:solidFill>
        </p:spPr>
      </p:sp>
      <p:sp>
        <p:nvSpPr>
          <p:cNvPr id="25" name="Text 23">
            <a:extLst xmlns:a="http://schemas.openxmlformats.org/drawingml/2006/main">
              <a:ext uri="{FF2B5EF4-FFF2-40B4-BE49-F238E27FC236}">
                <a16:creationId xmlns:a16="http://schemas.microsoft.com/office/drawing/2014/main" id="{2B559838-D752-46C6-8A61-5C84B20E2628}"/>
              </a:ext>
            </a:extLst>
          </p:cNvPr>
          <p:cNvSpPr>
            <a:spLocks xmlns:a="http://schemas.openxmlformats.org/drawingml/2006/main" noGrp="1"/>
          </p:cNvSpPr>
          <p:nvPr/>
        </p:nvSpPr>
        <p:spPr>
          <a:xfrm xmlns:a="http://schemas.openxmlformats.org/drawingml/2006/main">
            <a:off x="749808" y="4974336"/>
            <a:ext cx="256032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FFFFFF"/>
                </a:solidFill>
                <a:latin typeface="Calibri"/>
                <a:ea typeface="Calibri"/>
                <a:cs typeface="Calibri"/>
              </a:rPr>
              <a:t>Payroll</a:t>
            </a:r>
            <a:endParaRPr sz="1350"/>
          </a:p>
        </p:txBody>
      </p:sp>
      <p:sp>
        <p:nvSpPr>
          <p:cNvPr id="26" name="Shape 24">
            <a:extLst xmlns:a="http://schemas.openxmlformats.org/drawingml/2006/main">
              <a:ext uri="{FF2B5EF4-FFF2-40B4-BE49-F238E27FC236}">
                <a16:creationId xmlns:a16="http://schemas.microsoft.com/office/drawing/2014/main" id="{0A0DDF09-D41C-4A51-A877-65767926E1CC}"/>
              </a:ext>
            </a:extLst>
          </p:cNvPr>
          <p:cNvSpPr>
            <a:spLocks xmlns:a="http://schemas.openxmlformats.org/drawingml/2006/main" noGrp="1"/>
          </p:cNvSpPr>
          <p:nvPr/>
        </p:nvSpPr>
        <p:spPr>
          <a:xfrm xmlns:a="http://schemas.openxmlformats.org/drawingml/2006/main">
            <a:off x="3566160" y="5376672"/>
            <a:ext cx="164592" cy="164592"/>
          </a:xfrm>
          <a:prstGeom xmlns:a="http://schemas.openxmlformats.org/drawingml/2006/main" prst="rightArrow">
            <a:avLst/>
          </a:prstGeom>
          <a:solidFill xmlns:a="http://schemas.openxmlformats.org/drawingml/2006/main">
            <a:srgbClr val="9AA6C4"/>
          </a:solidFill>
          <a:ln xmlns:a="http://schemas.openxmlformats.org/drawingml/2006/main" w="12700">
            <a:solidFill>
              <a:srgbClr val="333333"/>
            </a:solidFill>
            <a:prstDash val="solid"/>
          </a:ln>
        </p:spPr>
      </p:sp>
      <p:sp>
        <p:nvSpPr>
          <p:cNvPr id="27" name="Text 25">
            <a:extLst xmlns:a="http://schemas.openxmlformats.org/drawingml/2006/main">
              <a:ext uri="{FF2B5EF4-FFF2-40B4-BE49-F238E27FC236}">
                <a16:creationId xmlns:a16="http://schemas.microsoft.com/office/drawing/2014/main" id="{90196989-A162-40D4-90CF-62EAF435846E}"/>
              </a:ext>
            </a:extLst>
          </p:cNvPr>
          <p:cNvSpPr>
            <a:spLocks xmlns:a="http://schemas.openxmlformats.org/drawingml/2006/main" noGrp="1"/>
          </p:cNvSpPr>
          <p:nvPr/>
        </p:nvSpPr>
        <p:spPr>
          <a:xfrm xmlns:a="http://schemas.openxmlformats.org/drawingml/2006/main">
            <a:off x="3840480" y="4974336"/>
            <a:ext cx="397764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2B3350"/>
                </a:solidFill>
                <a:latin typeface="Calibri"/>
                <a:ea typeface="Calibri"/>
                <a:cs typeface="Calibri"/>
              </a:rPr>
              <a:t>Apply the approved reduced or deferred loan amount.</a:t>
            </a:r>
            <a:endParaRPr sz="1100"/>
          </a:p>
        </p:txBody>
      </p:sp>
      <p:sp>
        <p:nvSpPr>
          <p:cNvPr id="28" name="Shape 26">
            <a:extLst xmlns:a="http://schemas.openxmlformats.org/drawingml/2006/main">
              <a:ext uri="{FF2B5EF4-FFF2-40B4-BE49-F238E27FC236}">
                <a16:creationId xmlns:a16="http://schemas.microsoft.com/office/drawing/2014/main" id="{B3FA3C8A-9A6B-4698-8B61-C7812B6E4929}"/>
              </a:ext>
            </a:extLst>
          </p:cNvPr>
          <p:cNvSpPr>
            <a:spLocks xmlns:a="http://schemas.openxmlformats.org/drawingml/2006/main" noGrp="1"/>
          </p:cNvSpPr>
          <p:nvPr/>
        </p:nvSpPr>
        <p:spPr>
          <a:xfrm xmlns:a="http://schemas.openxmlformats.org/drawingml/2006/main">
            <a:off x="7882128" y="5376672"/>
            <a:ext cx="164592" cy="164592"/>
          </a:xfrm>
          <a:prstGeom xmlns:a="http://schemas.openxmlformats.org/drawingml/2006/main" prst="rightArrow">
            <a:avLst/>
          </a:prstGeom>
          <a:solidFill xmlns:a="http://schemas.openxmlformats.org/drawingml/2006/main">
            <a:srgbClr val="9AA6C4"/>
          </a:solidFill>
          <a:ln xmlns:a="http://schemas.openxmlformats.org/drawingml/2006/main" w="12700">
            <a:solidFill>
              <a:srgbClr val="333333"/>
            </a:solidFill>
            <a:prstDash val="solid"/>
          </a:ln>
        </p:spPr>
      </p:sp>
      <p:sp>
        <p:nvSpPr>
          <p:cNvPr id="29" name="Text 27">
            <a:extLst xmlns:a="http://schemas.openxmlformats.org/drawingml/2006/main">
              <a:ext uri="{FF2B5EF4-FFF2-40B4-BE49-F238E27FC236}">
                <a16:creationId xmlns:a16="http://schemas.microsoft.com/office/drawing/2014/main" id="{788F34A1-EFE1-4687-AC2C-B00AFDB11BCB}"/>
              </a:ext>
            </a:extLst>
          </p:cNvPr>
          <p:cNvSpPr>
            <a:spLocks xmlns:a="http://schemas.openxmlformats.org/drawingml/2006/main" noGrp="1"/>
          </p:cNvSpPr>
          <p:nvPr/>
        </p:nvSpPr>
        <p:spPr>
          <a:xfrm xmlns:a="http://schemas.openxmlformats.org/drawingml/2006/main">
            <a:off x="8183880" y="4974336"/>
            <a:ext cx="3383280" cy="9692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1F7A5C"/>
                </a:solidFill>
                <a:latin typeface="Calibri"/>
                <a:ea typeface="Calibri"/>
                <a:cs typeface="Calibri"/>
              </a:rPr>
              <a:t>Show original due, paid and remaining balance.</a:t>
            </a:r>
            <a:endParaRPr sz="1100"/>
          </a:p>
        </p:txBody>
      </p:sp>
    </p:spTree>
    <p:extLst>
      <p:ext uri="{BB962C8B-B14F-4D97-AF65-F5344CB8AC3E}">
        <p14:creationId xmlns:p14="http://schemas.microsoft.com/office/powerpoint/2010/main" val="910483319"/>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457B1ED-86A9-4087-9DFB-E77B00AD4E90}"/>
              </a:ext>
            </a:extLst>
          </p:cNvPr>
          <p:cNvSpPr>
            <a:spLocks xmlns:a="http://schemas.openxmlformats.org/drawingml/2006/main" noGrp="1"/>
          </p:cNvSpPr>
          <p:nvPr/>
        </p:nvSpPr>
        <p:spPr>
          <a:xfrm xmlns:a="http://schemas.openxmlformats.org/drawingml/2006/main">
            <a:off x="566928" y="329184"/>
            <a:ext cx="11027664"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PAYROLL TRANSACTION</a:t>
            </a:r>
            <a:endParaRPr sz="1000"/>
          </a:p>
        </p:txBody>
      </p:sp>
      <p:sp>
        <p:nvSpPr>
          <p:cNvPr id="3" name="Text 1">
            <a:extLst xmlns:a="http://schemas.openxmlformats.org/drawingml/2006/main">
              <a:ext uri="{FF2B5EF4-FFF2-40B4-BE49-F238E27FC236}">
                <a16:creationId xmlns:a16="http://schemas.microsoft.com/office/drawing/2014/main" id="{642AAE1C-2EC6-4387-9FBC-15CBAB0DDE04}"/>
              </a:ext>
            </a:extLst>
          </p:cNvPr>
          <p:cNvSpPr>
            <a:spLocks xmlns:a="http://schemas.openxmlformats.org/drawingml/2006/main" noGrp="1"/>
          </p:cNvSpPr>
          <p:nvPr/>
        </p:nvSpPr>
        <p:spPr>
          <a:xfrm xmlns:a="http://schemas.openxmlformats.org/drawingml/2006/main">
            <a:off x="566928" y="548640"/>
            <a:ext cx="110276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The posted run is where the setup becomes evidence</a:t>
            </a:r>
            <a:endParaRPr sz="3000"/>
          </a:p>
        </p:txBody>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01c8d570d4a54897"/>
          <a:srcRect xmlns:a="http://schemas.openxmlformats.org/drawingml/2006/main" l="0" t="10640" r="0" b="10640"/>
          <a:stretch xmlns:a="http://schemas.openxmlformats.org/drawingml/2006/main">
            <a:fillRect l="0" t="0" r="0" b="0"/>
          </a:stretch>
        </p:blipFill>
        <p:spPr>
          <a:xfrm xmlns:a="http://schemas.openxmlformats.org/drawingml/2006/main">
            <a:off x="612648" y="1371600"/>
            <a:ext cx="7315200" cy="4572000"/>
          </a:xfrm>
          <a:prstGeom xmlns:a="http://schemas.openxmlformats.org/drawingml/2006/main" prst="rect">
            <a:avLst/>
          </a:prstGeom>
          <a:effectLst xmlns:a="http://schemas.openxmlformats.org/drawingml/2006/main">
            <a:outerShdw blurRad="127000" dist="25400" dir="5400000" algn="bl" rotWithShape="0">
              <a:srgbClr val="8892B0">
                <a:alpha val="28000"/>
              </a:srgbClr>
            </a:outerShdw>
          </a:effectLst>
        </p:spPr>
      </p:pic>
      <p:sp>
        <p:nvSpPr>
          <p:cNvPr id="5" name="Text 2">
            <a:extLst xmlns:a="http://schemas.openxmlformats.org/drawingml/2006/main">
              <a:ext uri="{FF2B5EF4-FFF2-40B4-BE49-F238E27FC236}">
                <a16:creationId xmlns:a16="http://schemas.microsoft.com/office/drawing/2014/main" id="{36C1133C-57AF-4626-A586-BE91BE021AF9}"/>
              </a:ext>
            </a:extLst>
          </p:cNvPr>
          <p:cNvSpPr>
            <a:spLocks xmlns:a="http://schemas.openxmlformats.org/drawingml/2006/main" noGrp="1"/>
          </p:cNvSpPr>
          <p:nvPr/>
        </p:nvSpPr>
        <p:spPr>
          <a:xfrm xmlns:a="http://schemas.openxmlformats.org/drawingml/2006/main">
            <a:off x="566928" y="5971032"/>
            <a:ext cx="74066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950" i="1">
                <a:solidFill>
                  <a:srgbClr val="5A6280"/>
                </a:solidFill>
                <a:latin typeface="Calibri"/>
                <a:ea typeface="Calibri"/>
                <a:cs typeface="Calibri"/>
              </a:rPr>
              <a:t>How it was computed — live ATLAS payroll transaction</a:t>
            </a:r>
            <a:endParaRPr sz="950"/>
          </a:p>
        </p:txBody>
      </p:sp>
      <p:sp>
        <p:nvSpPr>
          <p:cNvPr id="6" name="Text 3">
            <a:extLst xmlns:a="http://schemas.openxmlformats.org/drawingml/2006/main">
              <a:ext uri="{FF2B5EF4-FFF2-40B4-BE49-F238E27FC236}">
                <a16:creationId xmlns:a16="http://schemas.microsoft.com/office/drawing/2014/main" id="{20C85EF2-D3C0-4312-9649-1365DAF59374}"/>
              </a:ext>
            </a:extLst>
          </p:cNvPr>
          <p:cNvSpPr>
            <a:spLocks xmlns:a="http://schemas.openxmlformats.org/drawingml/2006/main" noGrp="1"/>
          </p:cNvSpPr>
          <p:nvPr/>
        </p:nvSpPr>
        <p:spPr>
          <a:xfrm xmlns:a="http://schemas.openxmlformats.org/drawingml/2006/main">
            <a:off x="8385048" y="1371600"/>
            <a:ext cx="32095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Inputs</a:t>
            </a:r>
            <a:endParaRPr sz="1000"/>
          </a:p>
        </p:txBody>
      </p:sp>
      <p:sp>
        <p:nvSpPr>
          <p:cNvPr id="7" name="Text 4">
            <a:extLst xmlns:a="http://schemas.openxmlformats.org/drawingml/2006/main">
              <a:ext uri="{FF2B5EF4-FFF2-40B4-BE49-F238E27FC236}">
                <a16:creationId xmlns:a16="http://schemas.microsoft.com/office/drawing/2014/main" id="{E2A772C9-77C3-4B22-AB82-C967082A71EB}"/>
              </a:ext>
            </a:extLst>
          </p:cNvPr>
          <p:cNvSpPr>
            <a:spLocks xmlns:a="http://schemas.openxmlformats.org/drawingml/2006/main" noGrp="1"/>
          </p:cNvSpPr>
          <p:nvPr/>
        </p:nvSpPr>
        <p:spPr>
          <a:xfrm xmlns:a="http://schemas.openxmlformats.org/drawingml/2006/main">
            <a:off x="8385048" y="1609344"/>
            <a:ext cx="320954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50">
                <a:solidFill>
                  <a:srgbClr val="2B3350"/>
                </a:solidFill>
                <a:latin typeface="Calibri"/>
                <a:ea typeface="Calibri"/>
                <a:cs typeface="Calibri"/>
              </a:rPr>
              <a:t>Transaction settings, salary, timekeeping and earning/deduction/loan registers establish the actual values.</a:t>
            </a:r>
            <a:endParaRPr sz="1250"/>
          </a:p>
        </p:txBody>
      </p:sp>
      <p:sp>
        <p:nvSpPr>
          <p:cNvPr id="8" name="Text 5">
            <a:extLst xmlns:a="http://schemas.openxmlformats.org/drawingml/2006/main">
              <a:ext uri="{FF2B5EF4-FFF2-40B4-BE49-F238E27FC236}">
                <a16:creationId xmlns:a16="http://schemas.microsoft.com/office/drawing/2014/main" id="{5231E632-7C52-49E8-ABF4-F4F5937583B0}"/>
              </a:ext>
            </a:extLst>
          </p:cNvPr>
          <p:cNvSpPr>
            <a:spLocks xmlns:a="http://schemas.openxmlformats.org/drawingml/2006/main" noGrp="1"/>
          </p:cNvSpPr>
          <p:nvPr/>
        </p:nvSpPr>
        <p:spPr>
          <a:xfrm xmlns:a="http://schemas.openxmlformats.org/drawingml/2006/main">
            <a:off x="8385048" y="2286000"/>
            <a:ext cx="32095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Calculation</a:t>
            </a:r>
            <a:endParaRPr sz="1000"/>
          </a:p>
        </p:txBody>
      </p:sp>
      <p:sp>
        <p:nvSpPr>
          <p:cNvPr id="9" name="Text 6">
            <a:extLst xmlns:a="http://schemas.openxmlformats.org/drawingml/2006/main">
              <a:ext uri="{FF2B5EF4-FFF2-40B4-BE49-F238E27FC236}">
                <a16:creationId xmlns:a16="http://schemas.microsoft.com/office/drawing/2014/main" id="{68B84A6A-2C3B-4736-BB25-8417CEC88C32}"/>
              </a:ext>
            </a:extLst>
          </p:cNvPr>
          <p:cNvSpPr>
            <a:spLocks xmlns:a="http://schemas.openxmlformats.org/drawingml/2006/main" noGrp="1"/>
          </p:cNvSpPr>
          <p:nvPr/>
        </p:nvSpPr>
        <p:spPr>
          <a:xfrm xmlns:a="http://schemas.openxmlformats.org/drawingml/2006/main">
            <a:off x="8385048" y="2523744"/>
            <a:ext cx="320954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50">
                <a:solidFill>
                  <a:srgbClr val="2B3350"/>
                </a:solidFill>
                <a:latin typeface="Calibri"/>
                <a:ea typeface="Calibri"/>
                <a:cs typeface="Calibri"/>
              </a:rPr>
              <a:t>Reference sources, assignment, computation, tax and policy steps explain the amount in sequence.</a:t>
            </a:r>
            <a:endParaRPr sz="1250"/>
          </a:p>
        </p:txBody>
      </p:sp>
      <p:sp>
        <p:nvSpPr>
          <p:cNvPr id="10" name="Text 7">
            <a:extLst xmlns:a="http://schemas.openxmlformats.org/drawingml/2006/main">
              <a:ext uri="{FF2B5EF4-FFF2-40B4-BE49-F238E27FC236}">
                <a16:creationId xmlns:a16="http://schemas.microsoft.com/office/drawing/2014/main" id="{C10B3989-3DBE-47B8-BED0-E33DF68EEDAE}"/>
              </a:ext>
            </a:extLst>
          </p:cNvPr>
          <p:cNvSpPr>
            <a:spLocks xmlns:a="http://schemas.openxmlformats.org/drawingml/2006/main" noGrp="1"/>
          </p:cNvSpPr>
          <p:nvPr/>
        </p:nvSpPr>
        <p:spPr>
          <a:xfrm xmlns:a="http://schemas.openxmlformats.org/drawingml/2006/main">
            <a:off x="8385048" y="3200400"/>
            <a:ext cx="32095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Outputs</a:t>
            </a:r>
            <a:endParaRPr sz="1000"/>
          </a:p>
        </p:txBody>
      </p:sp>
      <p:sp>
        <p:nvSpPr>
          <p:cNvPr id="11" name="Text 8">
            <a:extLst xmlns:a="http://schemas.openxmlformats.org/drawingml/2006/main">
              <a:ext uri="{FF2B5EF4-FFF2-40B4-BE49-F238E27FC236}">
                <a16:creationId xmlns:a16="http://schemas.microsoft.com/office/drawing/2014/main" id="{46FFE80F-49F7-423C-99DD-812B0C7B7C73}"/>
              </a:ext>
            </a:extLst>
          </p:cNvPr>
          <p:cNvSpPr>
            <a:spLocks xmlns:a="http://schemas.openxmlformats.org/drawingml/2006/main" noGrp="1"/>
          </p:cNvSpPr>
          <p:nvPr/>
        </p:nvSpPr>
        <p:spPr>
          <a:xfrm xmlns:a="http://schemas.openxmlformats.org/drawingml/2006/main">
            <a:off x="8385048" y="3438144"/>
            <a:ext cx="320954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50">
                <a:solidFill>
                  <a:srgbClr val="2B3350"/>
                </a:solidFill>
                <a:latin typeface="Calibri"/>
                <a:ea typeface="Calibri"/>
                <a:cs typeface="Calibri"/>
              </a:rPr>
              <a:t>The same saved result feeds the payroll line, payslip, reports and later audit review.</a:t>
            </a:r>
            <a:endParaRPr sz="1250"/>
          </a:p>
        </p:txBody>
      </p:sp>
      <p:sp>
        <p:nvSpPr>
          <p:cNvPr id="12" name="Shape 9">
            <a:extLst xmlns:a="http://schemas.openxmlformats.org/drawingml/2006/main">
              <a:ext uri="{FF2B5EF4-FFF2-40B4-BE49-F238E27FC236}">
                <a16:creationId xmlns:a16="http://schemas.microsoft.com/office/drawing/2014/main" id="{1D2C825B-D659-4F5C-AD84-3446744DA808}"/>
              </a:ext>
            </a:extLst>
          </p:cNvPr>
          <p:cNvSpPr>
            <a:spLocks xmlns:a="http://schemas.openxmlformats.org/drawingml/2006/main" noGrp="1"/>
          </p:cNvSpPr>
          <p:nvPr/>
        </p:nvSpPr>
        <p:spPr>
          <a:xfrm xmlns:a="http://schemas.openxmlformats.org/drawingml/2006/main">
            <a:off x="8385048" y="6053328"/>
            <a:ext cx="3209544" cy="384048"/>
          </a:xfrm>
          <a:prstGeom xmlns:a="http://schemas.openxmlformats.org/drawingml/2006/main" prst="roundRect">
            <a:avLst>
              <a:gd name="adj" fmla="val 47619"/>
            </a:avLst>
          </a:prstGeom>
          <a:solidFill xmlns:a="http://schemas.openxmlformats.org/drawingml/2006/main">
            <a:srgbClr val="F4F6FB"/>
          </a:solidFill>
          <a:ln xmlns:a="http://schemas.openxmlformats.org/drawingml/2006/main" w="12700">
            <a:solidFill>
              <a:srgbClr val="D8DEEC"/>
            </a:solidFill>
            <a:prstDash val="solid"/>
          </a:ln>
        </p:spPr>
      </p:sp>
      <p:sp>
        <p:nvSpPr>
          <p:cNvPr id="13" name="Text 10">
            <a:extLst xmlns:a="http://schemas.openxmlformats.org/drawingml/2006/main">
              <a:ext uri="{FF2B5EF4-FFF2-40B4-BE49-F238E27FC236}">
                <a16:creationId xmlns:a16="http://schemas.microsoft.com/office/drawing/2014/main" id="{B8CB36D5-D777-4AFE-AAD4-598EC7DDDBF8}"/>
              </a:ext>
            </a:extLst>
          </p:cNvPr>
          <p:cNvSpPr>
            <a:spLocks xmlns:a="http://schemas.openxmlformats.org/drawingml/2006/main" noGrp="1"/>
          </p:cNvSpPr>
          <p:nvPr/>
        </p:nvSpPr>
        <p:spPr>
          <a:xfrm xmlns:a="http://schemas.openxmlformats.org/drawingml/2006/main">
            <a:off x="8531352" y="6053328"/>
            <a:ext cx="293522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1E2761"/>
                </a:solidFill>
                <a:latin typeface="Calibri"/>
                <a:ea typeface="Calibri"/>
                <a:cs typeface="Calibri"/>
              </a:rPr>
              <a:t>Source · posted payroll PR-2025-11-E2E → John Collins Doe → How it was computed</a:t>
            </a:r>
            <a:endParaRPr sz="1000"/>
          </a:p>
        </p:txBody>
      </p:sp>
    </p:spTree>
    <p:extLst>
      <p:ext uri="{BB962C8B-B14F-4D97-AF65-F5344CB8AC3E}">
        <p14:creationId xmlns:p14="http://schemas.microsoft.com/office/powerpoint/2010/main" val="8818818"/>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2CFEF6A-8FC2-4736-8A27-0F89991D0182}"/>
              </a:ext>
            </a:extLst>
          </p:cNvPr>
          <p:cNvSpPr>
            <a:spLocks xmlns:a="http://schemas.openxmlformats.org/drawingml/2006/main" noGrp="1"/>
          </p:cNvSpPr>
          <p:nvPr/>
        </p:nvSpPr>
        <p:spPr>
          <a:xfrm xmlns:a="http://schemas.openxmlformats.org/drawingml/2006/main">
            <a:off x="566928" y="301752"/>
            <a:ext cx="3749039" cy="210312"/>
          </a:xfrm>
          <a:prstGeom xmlns:a="http://schemas.openxmlformats.org/drawingml/2006/main" prst="rect">
            <a:avLst/>
          </a:prstGeom>
          <a:noFill xmlns:a="http://schemas.openxmlformats.org/drawingml/2006/main"/>
        </p:spPr>
        <p:txBody>
          <a:bodyPr xmlns:a="http://schemas.openxmlformats.org/drawingml/2006/main" wrap="square" lIns="54864" tIns="27432" rIns="54864" bIns="27432" anchor="t">
            <a:normAutofit fontScale="100000"/>
          </a:bodyPr>
          <a:lstStyle xmlns:a="http://schemas.openxmlformats.org/drawingml/2006/main"/>
          <a:p xmlns:a="http://schemas.openxmlformats.org/drawingml/2006/main">
            <a:pPr algn="l">
              <a:buNone/>
            </a:pPr>
            <a:r>
              <a:rPr sz="850" b="1" i="0">
                <a:solidFill>
                  <a:srgbClr val="6E758A"/>
                </a:solidFill>
                <a:latin typeface="Arial"/>
                <a:ea typeface="Arial"/>
                <a:cs typeface="Arial"/>
              </a:rPr>
              <a:t>E N D - T O - E N D   F L O W</a:t>
            </a:r>
            <a:endParaRPr sz="850" b="1" i="0">
              <a:solidFill>
                <a:srgbClr val="6E758A"/>
              </a:solidFill>
              <a:latin typeface="Arial"/>
              <a:ea typeface="Arial"/>
              <a:cs typeface="Arial"/>
            </a:endParaRPr>
          </a:p>
        </p:txBody>
      </p:sp>
      <p:sp>
        <p:nvSpPr>
          <p:cNvPr id="3" name="TextBox 2">
            <a:extLst xmlns:a="http://schemas.openxmlformats.org/drawingml/2006/main">
              <a:ext uri="{FF2B5EF4-FFF2-40B4-BE49-F238E27FC236}">
                <a16:creationId xmlns:a16="http://schemas.microsoft.com/office/drawing/2014/main" id="{98CC8E62-718A-41CD-A23D-D34E91A22383}"/>
              </a:ext>
            </a:extLst>
          </p:cNvPr>
          <p:cNvSpPr>
            <a:spLocks xmlns:a="http://schemas.openxmlformats.org/drawingml/2006/main" noGrp="1"/>
          </p:cNvSpPr>
          <p:nvPr/>
        </p:nvSpPr>
        <p:spPr>
          <a:xfrm xmlns:a="http://schemas.openxmlformats.org/drawingml/2006/main">
            <a:off x="567055" y="567055"/>
            <a:ext cx="11311890" cy="438785"/>
          </a:xfrm>
          <a:prstGeom xmlns:a="http://schemas.openxmlformats.org/drawingml/2006/main" prst="rect">
            <a:avLst/>
          </a:prstGeom>
          <a:noFill xmlns:a="http://schemas.openxmlformats.org/drawingml/2006/main"/>
        </p:spPr>
        <p:txBody>
          <a:bodyPr xmlns:a="http://schemas.openxmlformats.org/drawingml/2006/main" wrap="square" lIns="54864" tIns="27432" rIns="54864" bIns="27432" anchor="t">
            <a:normAutofit fontScale="93302"/>
          </a:bodyPr>
          <a:lstStyle xmlns:a="http://schemas.openxmlformats.org/drawingml/2006/main"/>
          <a:p xmlns:a="http://schemas.openxmlformats.org/drawingml/2006/main">
            <a:pPr algn="l">
              <a:buNone/>
            </a:pPr>
            <a:r>
              <a:rPr sz="2700" b="1" i="0">
                <a:solidFill>
                  <a:srgbClr val="1C235B"/>
                </a:solidFill>
                <a:latin typeface="Georgia"/>
                <a:ea typeface="Georgia"/>
                <a:cs typeface="Georgia"/>
              </a:rPr>
              <a:t>How a finance-defined computation reaches an ATLAS output</a:t>
            </a:r>
            <a:endParaRPr sz="2700" b="1" i="0">
              <a:solidFill>
                <a:srgbClr val="1C235B"/>
              </a:solidFill>
              <a:latin typeface="Georgia"/>
              <a:ea typeface="Georgia"/>
              <a:cs typeface="Georgia"/>
            </a:endParaRPr>
          </a:p>
        </p:txBody>
      </p:sp>
      <p:sp>
        <p:nvSpPr>
          <p:cNvPr id="4" name="TextBox 3">
            <a:extLst xmlns:a="http://schemas.openxmlformats.org/drawingml/2006/main">
              <a:ext uri="{FF2B5EF4-FFF2-40B4-BE49-F238E27FC236}">
                <a16:creationId xmlns:a16="http://schemas.microsoft.com/office/drawing/2014/main" id="{E5EB9ABA-5D9A-4492-9DC2-A2FAC4DCC90E}"/>
              </a:ext>
            </a:extLst>
          </p:cNvPr>
          <p:cNvSpPr>
            <a:spLocks xmlns:a="http://schemas.openxmlformats.org/drawingml/2006/main" noGrp="1"/>
          </p:cNvSpPr>
          <p:nvPr/>
        </p:nvSpPr>
        <p:spPr>
          <a:xfrm xmlns:a="http://schemas.openxmlformats.org/drawingml/2006/main">
            <a:off x="585216" y="996696"/>
            <a:ext cx="7315200" cy="310896"/>
          </a:xfrm>
          <a:prstGeom xmlns:a="http://schemas.openxmlformats.org/drawingml/2006/main" prst="rect">
            <a:avLst/>
          </a:prstGeom>
          <a:noFill xmlns:a="http://schemas.openxmlformats.org/drawingml/2006/main"/>
        </p:spPr>
        <p:txBody>
          <a:bodyPr xmlns:a="http://schemas.openxmlformats.org/drawingml/2006/main" wrap="square" lIns="54864" tIns="27432" rIns="54864" bIns="27432" anchor="t">
            <a:normAutofit fontScale="100000"/>
          </a:bodyPr>
          <a:lstStyle xmlns:a="http://schemas.openxmlformats.org/drawingml/2006/main"/>
          <a:p xmlns:a="http://schemas.openxmlformats.org/drawingml/2006/main">
            <a:pPr algn="l">
              <a:buNone/>
            </a:pPr>
            <a:r>
              <a:rPr sz="1080" b="0" i="0">
                <a:solidFill>
                  <a:srgbClr val="444B60"/>
                </a:solidFill>
                <a:latin typeface="Arial"/>
                <a:ea typeface="Arial"/>
                <a:cs typeface="Arial"/>
              </a:rPr>
              <a:t>Use this map to separate setup, matching, execution and evidence.</a:t>
            </a:r>
            <a:endParaRPr sz="1080" b="0" i="0">
              <a:solidFill>
                <a:srgbClr val="444B60"/>
              </a:solidFill>
              <a:latin typeface="Arial"/>
              <a:ea typeface="Arial"/>
              <a:cs typeface="Arial"/>
            </a:endParaRPr>
          </a:p>
        </p:txBody>
      </p:sp>
      <p:sp>
        <p:nvSpPr>
          <p:cNvPr id="5" name="Rounded Rectangle 4">
            <a:extLst xmlns:a="http://schemas.openxmlformats.org/drawingml/2006/main">
              <a:ext uri="{FF2B5EF4-FFF2-40B4-BE49-F238E27FC236}">
                <a16:creationId xmlns:a16="http://schemas.microsoft.com/office/drawing/2014/main" id="{0D085EA4-C700-4479-8EAF-D71BDF79BC7A}"/>
              </a:ext>
            </a:extLst>
          </p:cNvPr>
          <p:cNvSpPr>
            <a:spLocks xmlns:a="http://schemas.openxmlformats.org/drawingml/2006/main" noGrp="1"/>
          </p:cNvSpPr>
          <p:nvPr/>
        </p:nvSpPr>
        <p:spPr>
          <a:xfrm xmlns:a="http://schemas.openxmlformats.org/drawingml/2006/main">
            <a:off x="566928" y="1353312"/>
            <a:ext cx="11018520" cy="566928"/>
          </a:xfrm>
          <a:prstGeom xmlns:a="http://schemas.openxmlformats.org/drawingml/2006/main" prst="roundRect">
            <a:avLst/>
          </a:prstGeom>
          <a:solidFill xmlns:a="http://schemas.openxmlformats.org/drawingml/2006/main">
            <a:srgbClr val="F6F7FC"/>
          </a:solidFill>
          <a:ln xmlns:a="http://schemas.openxmlformats.org/drawingml/2006/main" w="12700">
            <a:solidFill>
              <a:srgbClr val="E1E4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04F5186C-8A7B-47A7-9FF8-8E9D8A914CE3}"/>
              </a:ext>
            </a:extLst>
          </p:cNvPr>
          <p:cNvSpPr>
            <a:spLocks xmlns:a="http://schemas.openxmlformats.org/drawingml/2006/main" noGrp="1"/>
          </p:cNvSpPr>
          <p:nvPr/>
        </p:nvSpPr>
        <p:spPr>
          <a:xfrm xmlns:a="http://schemas.openxmlformats.org/drawingml/2006/main">
            <a:off x="768096" y="1481328"/>
            <a:ext cx="1005840" cy="228600"/>
          </a:xfrm>
          <a:prstGeom xmlns:a="http://schemas.openxmlformats.org/drawingml/2006/main" prst="rect">
            <a:avLst/>
          </a:prstGeom>
          <a:noFill xmlns:a="http://schemas.openxmlformats.org/drawingml/2006/main"/>
        </p:spPr>
        <p:txBody>
          <a:bodyPr xmlns:a="http://schemas.openxmlformats.org/drawingml/2006/main" wrap="square" lIns="54864" tIns="27432" rIns="54864" bIns="27432" anchor="t">
            <a:normAutofit fontScale="100000"/>
          </a:bodyPr>
          <a:lstStyle xmlns:a="http://schemas.openxmlformats.org/drawingml/2006/main"/>
          <a:p xmlns:a="http://schemas.openxmlformats.org/drawingml/2006/main">
            <a:pPr algn="l">
              <a:buNone/>
            </a:pPr>
            <a:r>
              <a:rPr sz="800" b="1" i="0">
                <a:solidFill>
                  <a:srgbClr val="6E758A"/>
                </a:solidFill>
                <a:latin typeface="Arial"/>
                <a:ea typeface="Arial"/>
                <a:cs typeface="Arial"/>
              </a:rPr>
              <a:t>SETUP PATH</a:t>
            </a:r>
            <a:endParaRPr sz="800" b="1" i="0">
              <a:solidFill>
                <a:srgbClr val="6E758A"/>
              </a:solidFill>
              <a:latin typeface="Arial"/>
              <a:ea typeface="Arial"/>
              <a:cs typeface="Arial"/>
            </a:endParaRPr>
          </a:p>
        </p:txBody>
      </p:sp>
      <p:sp>
        <p:nvSpPr>
          <p:cNvPr id="7" name="Rounded Rectangle 6">
            <a:extLst xmlns:a="http://schemas.openxmlformats.org/drawingml/2006/main">
              <a:ext uri="{FF2B5EF4-FFF2-40B4-BE49-F238E27FC236}">
                <a16:creationId xmlns:a16="http://schemas.microsoft.com/office/drawing/2014/main" id="{1F983E88-E9C9-499A-9E9C-1F482733E7D1}"/>
              </a:ext>
            </a:extLst>
          </p:cNvPr>
          <p:cNvSpPr>
            <a:spLocks xmlns:a="http://schemas.openxmlformats.org/drawingml/2006/main" noGrp="1"/>
          </p:cNvSpPr>
          <p:nvPr/>
        </p:nvSpPr>
        <p:spPr>
          <a:xfrm xmlns:a="http://schemas.openxmlformats.org/drawingml/2006/main">
            <a:off x="1828800" y="1435608"/>
            <a:ext cx="1874519" cy="384048"/>
          </a:xfrm>
          <a:prstGeom xmlns:a="http://schemas.openxmlformats.org/drawingml/2006/main" prst="roundRect">
            <a:avLst/>
          </a:prstGeom>
          <a:solidFill xmlns:a="http://schemas.openxmlformats.org/drawingml/2006/main">
            <a:srgbClr val="FFFFFF"/>
          </a:solidFill>
          <a:ln xmlns:a="http://schemas.openxmlformats.org/drawingml/2006/main" w="10160">
            <a:solidFill>
              <a:srgbClr val="E1E4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27432" tIns="9144" rIns="27432" bIns="9144" anchor="ctr"/>
          <a:lstStyle xmlns:a="http://schemas.openxmlformats.org/drawingml/2006/main"/>
          <a:p xmlns:a="http://schemas.openxmlformats.org/drawingml/2006/main">
            <a:pPr algn="ctr">
              <a:buNone/>
            </a:pPr>
            <a:r>
              <a:rPr sz="820" b="1">
                <a:solidFill>
                  <a:srgbClr val="1C235B"/>
                </a:solidFill>
                <a:latin typeface="Arial"/>
                <a:ea typeface="Arial"/>
                <a:cs typeface="Arial"/>
              </a:rPr>
              <a:t>Company</a:t>
            </a:r>
            <a:endParaRPr sz="820" b="1">
              <a:solidFill>
                <a:srgbClr val="1C235B"/>
              </a:solidFill>
              <a:latin typeface="Arial"/>
              <a:ea typeface="Arial"/>
              <a:cs typeface="Arial"/>
            </a:endParaRPr>
          </a:p>
          <a:p xmlns:a="http://schemas.openxmlformats.org/drawingml/2006/main">
            <a:pPr algn="ctr">
              <a:buNone/>
            </a:pPr>
            <a:r>
              <a:rPr sz="820" b="1">
                <a:solidFill>
                  <a:srgbClr val="1C235B"/>
                </a:solidFill>
                <a:latin typeface="Arial"/>
                <a:ea typeface="Arial"/>
                <a:cs typeface="Arial"/>
              </a:rPr>
              <a:t>Info</a:t>
            </a:r>
            <a:endParaRPr sz="820" b="1">
              <a:solidFill>
                <a:srgbClr val="1C235B"/>
              </a:solidFill>
              <a:latin typeface="Arial"/>
              <a:ea typeface="Arial"/>
              <a:cs typeface="Arial"/>
            </a:endParaRPr>
          </a:p>
        </p:txBody>
      </p:sp>
      <p:sp>
        <p:nvSpPr>
          <p:cNvPr id="8" name="Connector 7">
            <a:extLst xmlns:a="http://schemas.openxmlformats.org/drawingml/2006/main">
              <a:ext uri="{FF2B5EF4-FFF2-40B4-BE49-F238E27FC236}">
                <a16:creationId xmlns:a16="http://schemas.microsoft.com/office/drawing/2014/main" id="{9611ACDD-5DE6-4A52-8C9D-EA41650E5C55}"/>
              </a:ext>
            </a:extLst>
          </p:cNvPr>
          <p:cNvSpPr>
            <a:spLocks xmlns:a="http://schemas.openxmlformats.org/drawingml/2006/main" noGrp="1"/>
          </p:cNvSpPr>
          <p:nvPr/>
        </p:nvSpPr>
        <p:spPr>
          <a:xfrm xmlns:a="http://schemas.openxmlformats.org/drawingml/2006/main">
            <a:off x="3758183" y="1627632"/>
            <a:ext cx="228600" cy="0"/>
          </a:xfrm>
          <a:prstGeom xmlns:a="http://schemas.openxmlformats.org/drawingml/2006/main" prst="line">
            <a:avLst/>
          </a:prstGeom>
          <a:ln xmlns:a="http://schemas.openxmlformats.org/drawingml/2006/main" w="17780">
            <a:solidFill>
              <a:srgbClr val="6E758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9" name="Rounded Rectangle 8">
            <a:extLst xmlns:a="http://schemas.openxmlformats.org/drawingml/2006/main">
              <a:ext uri="{FF2B5EF4-FFF2-40B4-BE49-F238E27FC236}">
                <a16:creationId xmlns:a16="http://schemas.microsoft.com/office/drawing/2014/main" id="{1D5420AB-049C-41E8-848B-C21C1AD2F5E9}"/>
              </a:ext>
            </a:extLst>
          </p:cNvPr>
          <p:cNvSpPr>
            <a:spLocks xmlns:a="http://schemas.openxmlformats.org/drawingml/2006/main" noGrp="1"/>
          </p:cNvSpPr>
          <p:nvPr/>
        </p:nvSpPr>
        <p:spPr>
          <a:xfrm xmlns:a="http://schemas.openxmlformats.org/drawingml/2006/main">
            <a:off x="4160520" y="1435608"/>
            <a:ext cx="1828800" cy="384048"/>
          </a:xfrm>
          <a:prstGeom xmlns:a="http://schemas.openxmlformats.org/drawingml/2006/main" prst="roundRect">
            <a:avLst/>
          </a:prstGeom>
          <a:solidFill xmlns:a="http://schemas.openxmlformats.org/drawingml/2006/main">
            <a:srgbClr val="FFFFFF"/>
          </a:solidFill>
          <a:ln xmlns:a="http://schemas.openxmlformats.org/drawingml/2006/main" w="10160">
            <a:solidFill>
              <a:srgbClr val="E1E4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27432" tIns="9144" rIns="27432" bIns="9144" anchor="ctr"/>
          <a:lstStyle xmlns:a="http://schemas.openxmlformats.org/drawingml/2006/main"/>
          <a:p xmlns:a="http://schemas.openxmlformats.org/drawingml/2006/main">
            <a:pPr algn="ctr">
              <a:buNone/>
            </a:pPr>
            <a:r>
              <a:rPr sz="820" b="1">
                <a:solidFill>
                  <a:srgbClr val="1C235B"/>
                </a:solidFill>
                <a:latin typeface="Arial"/>
                <a:ea typeface="Arial"/>
                <a:cs typeface="Arial"/>
              </a:rPr>
              <a:t>Services</a:t>
            </a:r>
            <a:endParaRPr sz="820" b="1">
              <a:solidFill>
                <a:srgbClr val="1C235B"/>
              </a:solidFill>
              <a:latin typeface="Arial"/>
              <a:ea typeface="Arial"/>
              <a:cs typeface="Arial"/>
            </a:endParaRPr>
          </a:p>
          <a:p xmlns:a="http://schemas.openxmlformats.org/drawingml/2006/main">
            <a:pPr algn="ctr">
              <a:buNone/>
            </a:pPr>
            <a:r>
              <a:rPr sz="820" b="1">
                <a:solidFill>
                  <a:srgbClr val="1C235B"/>
                </a:solidFill>
                <a:latin typeface="Arial"/>
                <a:ea typeface="Arial"/>
                <a:cs typeface="Arial"/>
              </a:rPr>
              <a:t>Information</a:t>
            </a:r>
            <a:endParaRPr sz="820" b="1">
              <a:solidFill>
                <a:srgbClr val="1C235B"/>
              </a:solidFill>
              <a:latin typeface="Arial"/>
              <a:ea typeface="Arial"/>
              <a:cs typeface="Arial"/>
            </a:endParaRPr>
          </a:p>
        </p:txBody>
      </p:sp>
      <p:sp>
        <p:nvSpPr>
          <p:cNvPr id="10" name="Connector 9">
            <a:extLst xmlns:a="http://schemas.openxmlformats.org/drawingml/2006/main">
              <a:ext uri="{FF2B5EF4-FFF2-40B4-BE49-F238E27FC236}">
                <a16:creationId xmlns:a16="http://schemas.microsoft.com/office/drawing/2014/main" id="{F77624F8-AAFA-44BD-BC9F-2AB2D33498B1}"/>
              </a:ext>
            </a:extLst>
          </p:cNvPr>
          <p:cNvSpPr>
            <a:spLocks xmlns:a="http://schemas.openxmlformats.org/drawingml/2006/main" noGrp="1"/>
          </p:cNvSpPr>
          <p:nvPr/>
        </p:nvSpPr>
        <p:spPr>
          <a:xfrm xmlns:a="http://schemas.openxmlformats.org/drawingml/2006/main">
            <a:off x="6044183" y="1627632"/>
            <a:ext cx="228600" cy="0"/>
          </a:xfrm>
          <a:prstGeom xmlns:a="http://schemas.openxmlformats.org/drawingml/2006/main" prst="line">
            <a:avLst/>
          </a:prstGeom>
          <a:ln xmlns:a="http://schemas.openxmlformats.org/drawingml/2006/main" w="17780">
            <a:solidFill>
              <a:srgbClr val="6E758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1" name="Rounded Rectangle 10">
            <a:extLst xmlns:a="http://schemas.openxmlformats.org/drawingml/2006/main">
              <a:ext uri="{FF2B5EF4-FFF2-40B4-BE49-F238E27FC236}">
                <a16:creationId xmlns:a16="http://schemas.microsoft.com/office/drawing/2014/main" id="{02962AB0-DC07-468C-89A9-31448EB7EE76}"/>
              </a:ext>
            </a:extLst>
          </p:cNvPr>
          <p:cNvSpPr>
            <a:spLocks xmlns:a="http://schemas.openxmlformats.org/drawingml/2006/main" noGrp="1"/>
          </p:cNvSpPr>
          <p:nvPr/>
        </p:nvSpPr>
        <p:spPr>
          <a:xfrm xmlns:a="http://schemas.openxmlformats.org/drawingml/2006/main">
            <a:off x="6446520" y="1435608"/>
            <a:ext cx="1828800" cy="384048"/>
          </a:xfrm>
          <a:prstGeom xmlns:a="http://schemas.openxmlformats.org/drawingml/2006/main" prst="roundRect">
            <a:avLst/>
          </a:prstGeom>
          <a:solidFill xmlns:a="http://schemas.openxmlformats.org/drawingml/2006/main">
            <a:srgbClr val="F6F1FC"/>
          </a:solidFill>
          <a:ln xmlns:a="http://schemas.openxmlformats.org/drawingml/2006/main" w="10160">
            <a:solidFill>
              <a:srgbClr val="E1E4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27432" tIns="9144" rIns="27432" bIns="9144" anchor="ctr"/>
          <a:lstStyle xmlns:a="http://schemas.openxmlformats.org/drawingml/2006/main"/>
          <a:p xmlns:a="http://schemas.openxmlformats.org/drawingml/2006/main">
            <a:pPr algn="ctr">
              <a:buNone/>
            </a:pPr>
            <a:r>
              <a:rPr sz="820" b="1">
                <a:solidFill>
                  <a:srgbClr val="1C235B"/>
                </a:solidFill>
                <a:latin typeface="Arial"/>
                <a:ea typeface="Arial"/>
                <a:cs typeface="Arial"/>
              </a:rPr>
              <a:t>Payroll</a:t>
            </a:r>
            <a:endParaRPr sz="820" b="1">
              <a:solidFill>
                <a:srgbClr val="1C235B"/>
              </a:solidFill>
              <a:latin typeface="Arial"/>
              <a:ea typeface="Arial"/>
              <a:cs typeface="Arial"/>
            </a:endParaRPr>
          </a:p>
        </p:txBody>
      </p:sp>
      <p:sp>
        <p:nvSpPr>
          <p:cNvPr id="12" name="Connector 11">
            <a:extLst xmlns:a="http://schemas.openxmlformats.org/drawingml/2006/main">
              <a:ext uri="{FF2B5EF4-FFF2-40B4-BE49-F238E27FC236}">
                <a16:creationId xmlns:a16="http://schemas.microsoft.com/office/drawing/2014/main" id="{A2A85E07-DEAC-4C09-B27B-CCC5492FE7F8}"/>
              </a:ext>
            </a:extLst>
          </p:cNvPr>
          <p:cNvSpPr>
            <a:spLocks xmlns:a="http://schemas.openxmlformats.org/drawingml/2006/main" noGrp="1"/>
          </p:cNvSpPr>
          <p:nvPr/>
        </p:nvSpPr>
        <p:spPr>
          <a:xfrm xmlns:a="http://schemas.openxmlformats.org/drawingml/2006/main">
            <a:off x="8330184" y="1627632"/>
            <a:ext cx="228600" cy="0"/>
          </a:xfrm>
          <a:prstGeom xmlns:a="http://schemas.openxmlformats.org/drawingml/2006/main" prst="line">
            <a:avLst/>
          </a:prstGeom>
          <a:ln xmlns:a="http://schemas.openxmlformats.org/drawingml/2006/main" w="17780">
            <a:solidFill>
              <a:srgbClr val="6E758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3" name="Rounded Rectangle 12">
            <a:extLst xmlns:a="http://schemas.openxmlformats.org/drawingml/2006/main">
              <a:ext uri="{FF2B5EF4-FFF2-40B4-BE49-F238E27FC236}">
                <a16:creationId xmlns:a16="http://schemas.microsoft.com/office/drawing/2014/main" id="{6656ED18-301D-42F4-BED9-7802230E9455}"/>
              </a:ext>
            </a:extLst>
          </p:cNvPr>
          <p:cNvSpPr>
            <a:spLocks xmlns:a="http://schemas.openxmlformats.org/drawingml/2006/main" noGrp="1"/>
          </p:cNvSpPr>
          <p:nvPr/>
        </p:nvSpPr>
        <p:spPr>
          <a:xfrm xmlns:a="http://schemas.openxmlformats.org/drawingml/2006/main">
            <a:off x="8732520" y="1435608"/>
            <a:ext cx="2240280" cy="384048"/>
          </a:xfrm>
          <a:prstGeom xmlns:a="http://schemas.openxmlformats.org/drawingml/2006/main" prst="roundRect">
            <a:avLst/>
          </a:prstGeom>
          <a:solidFill xmlns:a="http://schemas.openxmlformats.org/drawingml/2006/main">
            <a:srgbClr val="EBF9F3"/>
          </a:solidFill>
          <a:ln xmlns:a="http://schemas.openxmlformats.org/drawingml/2006/main" w="10160">
            <a:solidFill>
              <a:srgbClr val="E1E4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27432" tIns="9144" rIns="27432" bIns="9144" anchor="ctr"/>
          <a:lstStyle xmlns:a="http://schemas.openxmlformats.org/drawingml/2006/main"/>
          <a:p xmlns:a="http://schemas.openxmlformats.org/drawingml/2006/main">
            <a:pPr algn="ctr">
              <a:buNone/>
            </a:pPr>
            <a:r>
              <a:rPr sz="820" b="1">
                <a:solidFill>
                  <a:srgbClr val="257E5E"/>
                </a:solidFill>
                <a:latin typeface="Arial"/>
                <a:ea typeface="Arial"/>
                <a:cs typeface="Arial"/>
              </a:rPr>
              <a:t>Computational</a:t>
            </a:r>
            <a:endParaRPr sz="820" b="1">
              <a:solidFill>
                <a:srgbClr val="257E5E"/>
              </a:solidFill>
              <a:latin typeface="Arial"/>
              <a:ea typeface="Arial"/>
              <a:cs typeface="Arial"/>
            </a:endParaRPr>
          </a:p>
          <a:p xmlns:a="http://schemas.openxmlformats.org/drawingml/2006/main">
            <a:pPr algn="ctr">
              <a:buNone/>
            </a:pPr>
            <a:r>
              <a:rPr sz="820" b="1">
                <a:solidFill>
                  <a:srgbClr val="257E5E"/>
                </a:solidFill>
                <a:latin typeface="Arial"/>
                <a:ea typeface="Arial"/>
                <a:cs typeface="Arial"/>
              </a:rPr>
              <a:t>Basis</a:t>
            </a:r>
            <a:endParaRPr sz="820" b="1">
              <a:solidFill>
                <a:srgbClr val="257E5E"/>
              </a:solidFill>
              <a:latin typeface="Arial"/>
              <a:ea typeface="Arial"/>
              <a:cs typeface="Arial"/>
            </a:endParaRPr>
          </a:p>
        </p:txBody>
      </p:sp>
      <p:sp>
        <p:nvSpPr>
          <p:cNvPr id="14" name="Connector 13">
            <a:extLst xmlns:a="http://schemas.openxmlformats.org/drawingml/2006/main">
              <a:ext uri="{FF2B5EF4-FFF2-40B4-BE49-F238E27FC236}">
                <a16:creationId xmlns:a16="http://schemas.microsoft.com/office/drawing/2014/main" id="{5A318A2A-D28A-40C4-8267-DFD9C9FF8A1C}"/>
              </a:ext>
            </a:extLst>
          </p:cNvPr>
          <p:cNvSpPr>
            <a:spLocks xmlns:a="http://schemas.openxmlformats.org/drawingml/2006/main" noGrp="1"/>
          </p:cNvSpPr>
          <p:nvPr/>
        </p:nvSpPr>
        <p:spPr>
          <a:xfrm xmlns:a="http://schemas.openxmlformats.org/drawingml/2006/main">
            <a:off x="2660904" y="3246120"/>
            <a:ext cx="146304" cy="0"/>
          </a:xfrm>
          <a:prstGeom xmlns:a="http://schemas.openxmlformats.org/drawingml/2006/main" prst="line">
            <a:avLst/>
          </a:prstGeom>
          <a:ln xmlns:a="http://schemas.openxmlformats.org/drawingml/2006/main" w="17780">
            <a:solidFill>
              <a:srgbClr val="6E758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C0729324-D261-44CA-B0CA-9EEC74DC24B3}"/>
              </a:ext>
            </a:extLst>
          </p:cNvPr>
          <p:cNvSpPr>
            <a:spLocks xmlns:a="http://schemas.openxmlformats.org/drawingml/2006/main" noGrp="1"/>
          </p:cNvSpPr>
          <p:nvPr/>
        </p:nvSpPr>
        <p:spPr>
          <a:xfrm xmlns:a="http://schemas.openxmlformats.org/drawingml/2006/main">
            <a:off x="4974336" y="3246120"/>
            <a:ext cx="146304" cy="0"/>
          </a:xfrm>
          <a:prstGeom xmlns:a="http://schemas.openxmlformats.org/drawingml/2006/main" prst="line">
            <a:avLst/>
          </a:prstGeom>
          <a:ln xmlns:a="http://schemas.openxmlformats.org/drawingml/2006/main" w="17780">
            <a:solidFill>
              <a:srgbClr val="6E758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8C2EE296-07F5-4490-AFCE-4E1C1F8EFCCA}"/>
              </a:ext>
            </a:extLst>
          </p:cNvPr>
          <p:cNvSpPr>
            <a:spLocks xmlns:a="http://schemas.openxmlformats.org/drawingml/2006/main" noGrp="1"/>
          </p:cNvSpPr>
          <p:nvPr/>
        </p:nvSpPr>
        <p:spPr>
          <a:xfrm xmlns:a="http://schemas.openxmlformats.org/drawingml/2006/main">
            <a:off x="7287768" y="3246120"/>
            <a:ext cx="146304" cy="0"/>
          </a:xfrm>
          <a:prstGeom xmlns:a="http://schemas.openxmlformats.org/drawingml/2006/main" prst="line">
            <a:avLst/>
          </a:prstGeom>
          <a:ln xmlns:a="http://schemas.openxmlformats.org/drawingml/2006/main" w="17780">
            <a:solidFill>
              <a:srgbClr val="6E758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78BE88FA-3EF7-4A4E-B2BF-A7706BF2707A}"/>
              </a:ext>
            </a:extLst>
          </p:cNvPr>
          <p:cNvSpPr>
            <a:spLocks xmlns:a="http://schemas.openxmlformats.org/drawingml/2006/main" noGrp="1"/>
          </p:cNvSpPr>
          <p:nvPr/>
        </p:nvSpPr>
        <p:spPr>
          <a:xfrm xmlns:a="http://schemas.openxmlformats.org/drawingml/2006/main">
            <a:off x="9601200" y="3246120"/>
            <a:ext cx="146304" cy="0"/>
          </a:xfrm>
          <a:prstGeom xmlns:a="http://schemas.openxmlformats.org/drawingml/2006/main" prst="line">
            <a:avLst/>
          </a:prstGeom>
          <a:ln xmlns:a="http://schemas.openxmlformats.org/drawingml/2006/main" w="17780">
            <a:solidFill>
              <a:srgbClr val="6E758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8" name="Rounded Rectangle 17">
            <a:extLst xmlns:a="http://schemas.openxmlformats.org/drawingml/2006/main">
              <a:ext uri="{FF2B5EF4-FFF2-40B4-BE49-F238E27FC236}">
                <a16:creationId xmlns:a16="http://schemas.microsoft.com/office/drawing/2014/main" id="{16115899-A3EC-418E-9991-1359BC6DE9B3}"/>
              </a:ext>
            </a:extLst>
          </p:cNvPr>
          <p:cNvSpPr>
            <a:spLocks xmlns:a="http://schemas.openxmlformats.org/drawingml/2006/main" noGrp="1"/>
          </p:cNvSpPr>
          <p:nvPr/>
        </p:nvSpPr>
        <p:spPr>
          <a:xfrm xmlns:a="http://schemas.openxmlformats.org/drawingml/2006/main">
            <a:off x="566928" y="2249424"/>
            <a:ext cx="2057400" cy="199339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1E4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Rectangle 18">
            <a:extLst xmlns:a="http://schemas.openxmlformats.org/drawingml/2006/main">
              <a:ext uri="{FF2B5EF4-FFF2-40B4-BE49-F238E27FC236}">
                <a16:creationId xmlns:a16="http://schemas.microsoft.com/office/drawing/2014/main" id="{BA834213-9679-48DE-AA44-30D01F89FF8D}"/>
              </a:ext>
            </a:extLst>
          </p:cNvPr>
          <p:cNvSpPr>
            <a:spLocks xmlns:a="http://schemas.openxmlformats.org/drawingml/2006/main" noGrp="1"/>
          </p:cNvSpPr>
          <p:nvPr/>
        </p:nvSpPr>
        <p:spPr>
          <a:xfrm xmlns:a="http://schemas.openxmlformats.org/drawingml/2006/main">
            <a:off x="676656" y="2359152"/>
            <a:ext cx="1837943" cy="32004"/>
          </a:xfrm>
          <a:prstGeom xmlns:a="http://schemas.openxmlformats.org/drawingml/2006/main" prst="rect">
            <a:avLst/>
          </a:prstGeom>
          <a:solidFill xmlns:a="http://schemas.openxmlformats.org/drawingml/2006/main">
            <a:srgbClr val="1C23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Oval 19">
            <a:extLst xmlns:a="http://schemas.openxmlformats.org/drawingml/2006/main">
              <a:ext uri="{FF2B5EF4-FFF2-40B4-BE49-F238E27FC236}">
                <a16:creationId xmlns:a16="http://schemas.microsoft.com/office/drawing/2014/main" id="{D61AE02A-CDFD-4DBD-A444-23AE342EE489}"/>
              </a:ext>
            </a:extLst>
          </p:cNvPr>
          <p:cNvSpPr>
            <a:spLocks xmlns:a="http://schemas.openxmlformats.org/drawingml/2006/main" noGrp="1"/>
          </p:cNvSpPr>
          <p:nvPr/>
        </p:nvSpPr>
        <p:spPr>
          <a:xfrm xmlns:a="http://schemas.openxmlformats.org/drawingml/2006/main">
            <a:off x="713232" y="2505456"/>
            <a:ext cx="310896" cy="310896"/>
          </a:xfrm>
          <a:prstGeom xmlns:a="http://schemas.openxmlformats.org/drawingml/2006/main" prst="ellipse">
            <a:avLst/>
          </a:prstGeom>
          <a:solidFill xmlns:a="http://schemas.openxmlformats.org/drawingml/2006/main">
            <a:srgbClr val="1C23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000" b="1">
                <a:solidFill>
                  <a:srgbClr val="FFFFFF"/>
                </a:solidFill>
                <a:latin typeface="Arial"/>
                <a:ea typeface="Arial"/>
                <a:cs typeface="Arial"/>
              </a:rPr>
              <a:t>1</a:t>
            </a:r>
            <a:endParaRPr sz="1000" b="1">
              <a:solidFill>
                <a:srgbClr val="FFFFFF"/>
              </a:solidFill>
              <a:latin typeface="Arial"/>
              <a:ea typeface="Arial"/>
              <a:cs typeface="Arial"/>
            </a:endParaRPr>
          </a:p>
        </p:txBody>
      </p:sp>
      <p:sp>
        <p:nvSpPr>
          <p:cNvPr id="21" name="TextBox 20">
            <a:extLst xmlns:a="http://schemas.openxmlformats.org/drawingml/2006/main">
              <a:ext uri="{FF2B5EF4-FFF2-40B4-BE49-F238E27FC236}">
                <a16:creationId xmlns:a16="http://schemas.microsoft.com/office/drawing/2014/main" id="{61636F1B-B47B-413A-8946-4089F6C6C6E4}"/>
              </a:ext>
            </a:extLst>
          </p:cNvPr>
          <p:cNvSpPr>
            <a:spLocks xmlns:a="http://schemas.openxmlformats.org/drawingml/2006/main" noGrp="1"/>
          </p:cNvSpPr>
          <p:nvPr/>
        </p:nvSpPr>
        <p:spPr>
          <a:xfrm xmlns:a="http://schemas.openxmlformats.org/drawingml/2006/main">
            <a:off x="1078992" y="2450592"/>
            <a:ext cx="1417320" cy="411480"/>
          </a:xfrm>
          <a:prstGeom xmlns:a="http://schemas.openxmlformats.org/drawingml/2006/main" prst="rect">
            <a:avLst/>
          </a:prstGeom>
          <a:noFill xmlns:a="http://schemas.openxmlformats.org/drawingml/2006/main"/>
        </p:spPr>
        <p:txBody>
          <a:bodyPr xmlns:a="http://schemas.openxmlformats.org/drawingml/2006/main" wrap="square" lIns="54864" tIns="27432" rIns="54864" bIns="27432" anchor="t">
            <a:normAutofit fontScale="100000"/>
          </a:bodyPr>
          <a:lstStyle xmlns:a="http://schemas.openxmlformats.org/drawingml/2006/main"/>
          <a:p xmlns:a="http://schemas.openxmlformats.org/drawingml/2006/main">
            <a:pPr algn="l">
              <a:buNone/>
            </a:pPr>
            <a:r>
              <a:rPr sz="1150" b="1" i="0">
                <a:solidFill>
                  <a:srgbClr val="1C235B"/>
                </a:solidFill>
                <a:latin typeface="Arial"/>
                <a:ea typeface="Arial"/>
                <a:cs typeface="Arial"/>
              </a:rPr>
              <a:t>Define the inputs</a:t>
            </a:r>
            <a:endParaRPr sz="1150" b="1" i="0">
              <a:solidFill>
                <a:srgbClr val="1C235B"/>
              </a:solidFill>
              <a:latin typeface="Arial"/>
              <a:ea typeface="Arial"/>
              <a:cs typeface="Arial"/>
            </a:endParaRPr>
          </a:p>
        </p:txBody>
      </p:sp>
      <p:sp>
        <p:nvSpPr>
          <p:cNvPr id="22" name="TextBox 21">
            <a:extLst xmlns:a="http://schemas.openxmlformats.org/drawingml/2006/main">
              <a:ext uri="{FF2B5EF4-FFF2-40B4-BE49-F238E27FC236}">
                <a16:creationId xmlns:a16="http://schemas.microsoft.com/office/drawing/2014/main" id="{D724C95C-FDD6-4590-98F0-97827BBA8889}"/>
              </a:ext>
            </a:extLst>
          </p:cNvPr>
          <p:cNvSpPr>
            <a:spLocks xmlns:a="http://schemas.openxmlformats.org/drawingml/2006/main" noGrp="1"/>
          </p:cNvSpPr>
          <p:nvPr/>
        </p:nvSpPr>
        <p:spPr>
          <a:xfrm xmlns:a="http://schemas.openxmlformats.org/drawingml/2006/main">
            <a:off x="731520" y="2999232"/>
            <a:ext cx="1728216" cy="1124712"/>
          </a:xfrm>
          <a:prstGeom xmlns:a="http://schemas.openxmlformats.org/drawingml/2006/main" prst="rect">
            <a:avLst/>
          </a:prstGeom>
          <a:noFill xmlns:a="http://schemas.openxmlformats.org/drawingml/2006/main"/>
        </p:spPr>
        <p:txBody>
          <a:bodyPr xmlns:a="http://schemas.openxmlformats.org/drawingml/2006/main" wrap="square" lIns="54864" tIns="27432" rIns="54864" bIns="27432" anchor="t">
            <a:normAutofit fontScale="100000"/>
          </a:bodyPr>
          <a:lstStyle xmlns:a="http://schemas.openxmlformats.org/drawingml/2006/main"/>
          <a:p xmlns:a="http://schemas.openxmlformats.org/drawingml/2006/main">
            <a:pPr algn="l">
              <a:buNone/>
            </a:pPr>
            <a:r>
              <a:rPr sz="940" b="0" i="0">
                <a:solidFill>
                  <a:srgbClr val="444B60"/>
                </a:solidFill>
                <a:latin typeface="Arial"/>
                <a:ea typeface="Arial"/>
                <a:cs typeface="Arial"/>
              </a:rPr>
              <a:t>Choose approved ATLAS fields and confirm the owning module, data type and timing.</a:t>
            </a:r>
            <a:endParaRPr sz="940" b="0" i="0">
              <a:solidFill>
                <a:srgbClr val="444B60"/>
              </a:solidFill>
              <a:latin typeface="Arial"/>
              <a:ea typeface="Arial"/>
              <a:cs typeface="Arial"/>
            </a:endParaRPr>
          </a:p>
        </p:txBody>
      </p:sp>
      <p:sp>
        <p:nvSpPr>
          <p:cNvPr id="23" name="Rounded Rectangle 22">
            <a:extLst xmlns:a="http://schemas.openxmlformats.org/drawingml/2006/main">
              <a:ext uri="{FF2B5EF4-FFF2-40B4-BE49-F238E27FC236}">
                <a16:creationId xmlns:a16="http://schemas.microsoft.com/office/drawing/2014/main" id="{0847269C-F633-4F8D-8A0A-BC0064850C45}"/>
              </a:ext>
            </a:extLst>
          </p:cNvPr>
          <p:cNvSpPr>
            <a:spLocks xmlns:a="http://schemas.openxmlformats.org/drawingml/2006/main" noGrp="1"/>
          </p:cNvSpPr>
          <p:nvPr/>
        </p:nvSpPr>
        <p:spPr>
          <a:xfrm xmlns:a="http://schemas.openxmlformats.org/drawingml/2006/main">
            <a:off x="2880360" y="2249424"/>
            <a:ext cx="2057400" cy="1993392"/>
          </a:xfrm>
          <a:prstGeom xmlns:a="http://schemas.openxmlformats.org/drawingml/2006/main" prst="roundRect">
            <a:avLst/>
          </a:prstGeom>
          <a:solidFill xmlns:a="http://schemas.openxmlformats.org/drawingml/2006/main">
            <a:srgbClr val="F6F1FC"/>
          </a:solidFill>
          <a:ln xmlns:a="http://schemas.openxmlformats.org/drawingml/2006/main" w="12700">
            <a:solidFill>
              <a:srgbClr val="E1E4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Rectangle 23">
            <a:extLst xmlns:a="http://schemas.openxmlformats.org/drawingml/2006/main">
              <a:ext uri="{FF2B5EF4-FFF2-40B4-BE49-F238E27FC236}">
                <a16:creationId xmlns:a16="http://schemas.microsoft.com/office/drawing/2014/main" id="{694EAEDF-1316-4E90-9C85-2C1DE4B4563D}"/>
              </a:ext>
            </a:extLst>
          </p:cNvPr>
          <p:cNvSpPr>
            <a:spLocks xmlns:a="http://schemas.openxmlformats.org/drawingml/2006/main" noGrp="1"/>
          </p:cNvSpPr>
          <p:nvPr/>
        </p:nvSpPr>
        <p:spPr>
          <a:xfrm xmlns:a="http://schemas.openxmlformats.org/drawingml/2006/main">
            <a:off x="2990088" y="2359152"/>
            <a:ext cx="1837943" cy="32004"/>
          </a:xfrm>
          <a:prstGeom xmlns:a="http://schemas.openxmlformats.org/drawingml/2006/main" prst="rect">
            <a:avLst/>
          </a:prstGeom>
          <a:solidFill xmlns:a="http://schemas.openxmlformats.org/drawingml/2006/main">
            <a:srgbClr val="674EA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5" name="Oval 24">
            <a:extLst xmlns:a="http://schemas.openxmlformats.org/drawingml/2006/main">
              <a:ext uri="{FF2B5EF4-FFF2-40B4-BE49-F238E27FC236}">
                <a16:creationId xmlns:a16="http://schemas.microsoft.com/office/drawing/2014/main" id="{51F6A952-0B10-4445-A6D6-89C9B3EA3304}"/>
              </a:ext>
            </a:extLst>
          </p:cNvPr>
          <p:cNvSpPr>
            <a:spLocks xmlns:a="http://schemas.openxmlformats.org/drawingml/2006/main" noGrp="1"/>
          </p:cNvSpPr>
          <p:nvPr/>
        </p:nvSpPr>
        <p:spPr>
          <a:xfrm xmlns:a="http://schemas.openxmlformats.org/drawingml/2006/main">
            <a:off x="3026664" y="2505456"/>
            <a:ext cx="310896" cy="310896"/>
          </a:xfrm>
          <a:prstGeom xmlns:a="http://schemas.openxmlformats.org/drawingml/2006/main" prst="ellipse">
            <a:avLst/>
          </a:prstGeom>
          <a:solidFill xmlns:a="http://schemas.openxmlformats.org/drawingml/2006/main">
            <a:srgbClr val="1C23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000" b="1">
                <a:solidFill>
                  <a:srgbClr val="FFFFFF"/>
                </a:solidFill>
                <a:latin typeface="Arial"/>
                <a:ea typeface="Arial"/>
                <a:cs typeface="Arial"/>
              </a:rPr>
              <a:t>2</a:t>
            </a:r>
            <a:endParaRPr sz="1000" b="1">
              <a:solidFill>
                <a:srgbClr val="FFFFFF"/>
              </a:solidFill>
              <a:latin typeface="Arial"/>
              <a:ea typeface="Arial"/>
              <a:cs typeface="Arial"/>
            </a:endParaRPr>
          </a:p>
        </p:txBody>
      </p:sp>
      <p:sp>
        <p:nvSpPr>
          <p:cNvPr id="26" name="TextBox 25">
            <a:extLst xmlns:a="http://schemas.openxmlformats.org/drawingml/2006/main">
              <a:ext uri="{FF2B5EF4-FFF2-40B4-BE49-F238E27FC236}">
                <a16:creationId xmlns:a16="http://schemas.microsoft.com/office/drawing/2014/main" id="{52B64004-D6CE-46EC-8304-D6FBA2DE6548}"/>
              </a:ext>
            </a:extLst>
          </p:cNvPr>
          <p:cNvSpPr>
            <a:spLocks xmlns:a="http://schemas.openxmlformats.org/drawingml/2006/main" noGrp="1"/>
          </p:cNvSpPr>
          <p:nvPr/>
        </p:nvSpPr>
        <p:spPr>
          <a:xfrm xmlns:a="http://schemas.openxmlformats.org/drawingml/2006/main">
            <a:off x="3392424" y="2450592"/>
            <a:ext cx="1417320" cy="411480"/>
          </a:xfrm>
          <a:prstGeom xmlns:a="http://schemas.openxmlformats.org/drawingml/2006/main" prst="rect">
            <a:avLst/>
          </a:prstGeom>
          <a:noFill xmlns:a="http://schemas.openxmlformats.org/drawingml/2006/main"/>
        </p:spPr>
        <p:txBody>
          <a:bodyPr xmlns:a="http://schemas.openxmlformats.org/drawingml/2006/main" wrap="square" lIns="54864" tIns="27432" rIns="54864" bIns="27432" anchor="t">
            <a:normAutofit fontScale="100000"/>
          </a:bodyPr>
          <a:lstStyle xmlns:a="http://schemas.openxmlformats.org/drawingml/2006/main"/>
          <a:p xmlns:a="http://schemas.openxmlformats.org/drawingml/2006/main">
            <a:pPr algn="l">
              <a:buNone/>
            </a:pPr>
            <a:r>
              <a:rPr sz="1150" b="1" i="0">
                <a:solidFill>
                  <a:srgbClr val="1C235B"/>
                </a:solidFill>
                <a:latin typeface="Arial"/>
                <a:ea typeface="Arial"/>
                <a:cs typeface="Arial"/>
              </a:rPr>
              <a:t>Create the computation</a:t>
            </a:r>
            <a:endParaRPr sz="1150" b="1" i="0">
              <a:solidFill>
                <a:srgbClr val="1C235B"/>
              </a:solidFill>
              <a:latin typeface="Arial"/>
              <a:ea typeface="Arial"/>
              <a:cs typeface="Arial"/>
            </a:endParaRPr>
          </a:p>
        </p:txBody>
      </p:sp>
      <p:sp>
        <p:nvSpPr>
          <p:cNvPr id="27" name="TextBox 26">
            <a:extLst xmlns:a="http://schemas.openxmlformats.org/drawingml/2006/main">
              <a:ext uri="{FF2B5EF4-FFF2-40B4-BE49-F238E27FC236}">
                <a16:creationId xmlns:a16="http://schemas.microsoft.com/office/drawing/2014/main" id="{09962E93-DD1C-460C-8EE9-D443A278CAEA}"/>
              </a:ext>
            </a:extLst>
          </p:cNvPr>
          <p:cNvSpPr>
            <a:spLocks xmlns:a="http://schemas.openxmlformats.org/drawingml/2006/main" noGrp="1"/>
          </p:cNvSpPr>
          <p:nvPr/>
        </p:nvSpPr>
        <p:spPr>
          <a:xfrm xmlns:a="http://schemas.openxmlformats.org/drawingml/2006/main">
            <a:off x="3044952" y="2999232"/>
            <a:ext cx="1728216" cy="1124712"/>
          </a:xfrm>
          <a:prstGeom xmlns:a="http://schemas.openxmlformats.org/drawingml/2006/main" prst="rect">
            <a:avLst/>
          </a:prstGeom>
          <a:noFill xmlns:a="http://schemas.openxmlformats.org/drawingml/2006/main"/>
        </p:spPr>
        <p:txBody>
          <a:bodyPr xmlns:a="http://schemas.openxmlformats.org/drawingml/2006/main" wrap="square" lIns="54864" tIns="27432" rIns="54864" bIns="27432" anchor="t">
            <a:normAutofit fontScale="100000"/>
          </a:bodyPr>
          <a:lstStyle xmlns:a="http://schemas.openxmlformats.org/drawingml/2006/main"/>
          <a:p xmlns:a="http://schemas.openxmlformats.org/drawingml/2006/main">
            <a:pPr algn="l">
              <a:buNone/>
            </a:pPr>
            <a:r>
              <a:rPr sz="940" b="0" i="0">
                <a:solidFill>
                  <a:srgbClr val="444B60"/>
                </a:solidFill>
                <a:latin typeface="Arial"/>
                <a:ea typeface="Arial"/>
                <a:cs typeface="Arial"/>
              </a:rPr>
              <a:t>Set code and business details, build the expression, test sample values and publish the version.</a:t>
            </a:r>
            <a:endParaRPr sz="940" b="0" i="0">
              <a:solidFill>
                <a:srgbClr val="444B60"/>
              </a:solidFill>
              <a:latin typeface="Arial"/>
              <a:ea typeface="Arial"/>
              <a:cs typeface="Arial"/>
            </a:endParaRPr>
          </a:p>
        </p:txBody>
      </p:sp>
      <p:sp>
        <p:nvSpPr>
          <p:cNvPr id="28" name="Rounded Rectangle 27">
            <a:extLst xmlns:a="http://schemas.openxmlformats.org/drawingml/2006/main">
              <a:ext uri="{FF2B5EF4-FFF2-40B4-BE49-F238E27FC236}">
                <a16:creationId xmlns:a16="http://schemas.microsoft.com/office/drawing/2014/main" id="{C9F0901C-1651-4C71-A05C-4B8AADF05EC0}"/>
              </a:ext>
            </a:extLst>
          </p:cNvPr>
          <p:cNvSpPr>
            <a:spLocks xmlns:a="http://schemas.openxmlformats.org/drawingml/2006/main" noGrp="1"/>
          </p:cNvSpPr>
          <p:nvPr/>
        </p:nvSpPr>
        <p:spPr>
          <a:xfrm xmlns:a="http://schemas.openxmlformats.org/drawingml/2006/main">
            <a:off x="5193792" y="2249424"/>
            <a:ext cx="2057400" cy="1993392"/>
          </a:xfrm>
          <a:prstGeom xmlns:a="http://schemas.openxmlformats.org/drawingml/2006/main" prst="roundRect">
            <a:avLst/>
          </a:prstGeom>
          <a:solidFill xmlns:a="http://schemas.openxmlformats.org/drawingml/2006/main">
            <a:srgbClr val="EBF9F3"/>
          </a:solidFill>
          <a:ln xmlns:a="http://schemas.openxmlformats.org/drawingml/2006/main" w="12700">
            <a:solidFill>
              <a:srgbClr val="E1E4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9" name="Rectangle 28">
            <a:extLst xmlns:a="http://schemas.openxmlformats.org/drawingml/2006/main">
              <a:ext uri="{FF2B5EF4-FFF2-40B4-BE49-F238E27FC236}">
                <a16:creationId xmlns:a16="http://schemas.microsoft.com/office/drawing/2014/main" id="{B91A1C77-E017-4E76-9F24-AC77FBDC862A}"/>
              </a:ext>
            </a:extLst>
          </p:cNvPr>
          <p:cNvSpPr>
            <a:spLocks xmlns:a="http://schemas.openxmlformats.org/drawingml/2006/main" noGrp="1"/>
          </p:cNvSpPr>
          <p:nvPr/>
        </p:nvSpPr>
        <p:spPr>
          <a:xfrm xmlns:a="http://schemas.openxmlformats.org/drawingml/2006/main">
            <a:off x="5303520" y="2359152"/>
            <a:ext cx="1837943" cy="32004"/>
          </a:xfrm>
          <a:prstGeom xmlns:a="http://schemas.openxmlformats.org/drawingml/2006/main" prst="rect">
            <a:avLst/>
          </a:prstGeom>
          <a:solidFill xmlns:a="http://schemas.openxmlformats.org/drawingml/2006/main">
            <a:srgbClr val="257E5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0" name="Oval 29">
            <a:extLst xmlns:a="http://schemas.openxmlformats.org/drawingml/2006/main">
              <a:ext uri="{FF2B5EF4-FFF2-40B4-BE49-F238E27FC236}">
                <a16:creationId xmlns:a16="http://schemas.microsoft.com/office/drawing/2014/main" id="{01CCD3AA-0151-4116-9A0F-7B56E594763A}"/>
              </a:ext>
            </a:extLst>
          </p:cNvPr>
          <p:cNvSpPr>
            <a:spLocks xmlns:a="http://schemas.openxmlformats.org/drawingml/2006/main" noGrp="1"/>
          </p:cNvSpPr>
          <p:nvPr/>
        </p:nvSpPr>
        <p:spPr>
          <a:xfrm xmlns:a="http://schemas.openxmlformats.org/drawingml/2006/main">
            <a:off x="5340096" y="2505456"/>
            <a:ext cx="310896" cy="310896"/>
          </a:xfrm>
          <a:prstGeom xmlns:a="http://schemas.openxmlformats.org/drawingml/2006/main" prst="ellipse">
            <a:avLst/>
          </a:prstGeom>
          <a:solidFill xmlns:a="http://schemas.openxmlformats.org/drawingml/2006/main">
            <a:srgbClr val="1C23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000" b="1">
                <a:solidFill>
                  <a:srgbClr val="FFFFFF"/>
                </a:solidFill>
                <a:latin typeface="Arial"/>
                <a:ea typeface="Arial"/>
                <a:cs typeface="Arial"/>
              </a:rPr>
              <a:t>3</a:t>
            </a:r>
            <a:endParaRPr sz="1000" b="1">
              <a:solidFill>
                <a:srgbClr val="FFFFFF"/>
              </a:solidFill>
              <a:latin typeface="Arial"/>
              <a:ea typeface="Arial"/>
              <a:cs typeface="Arial"/>
            </a:endParaRPr>
          </a:p>
        </p:txBody>
      </p:sp>
      <p:sp>
        <p:nvSpPr>
          <p:cNvPr id="31" name="TextBox 30">
            <a:extLst xmlns:a="http://schemas.openxmlformats.org/drawingml/2006/main">
              <a:ext uri="{FF2B5EF4-FFF2-40B4-BE49-F238E27FC236}">
                <a16:creationId xmlns:a16="http://schemas.microsoft.com/office/drawing/2014/main" id="{35599C14-6EFA-4895-80C7-98BAC9F509C3}"/>
              </a:ext>
            </a:extLst>
          </p:cNvPr>
          <p:cNvSpPr>
            <a:spLocks xmlns:a="http://schemas.openxmlformats.org/drawingml/2006/main" noGrp="1"/>
          </p:cNvSpPr>
          <p:nvPr/>
        </p:nvSpPr>
        <p:spPr>
          <a:xfrm xmlns:a="http://schemas.openxmlformats.org/drawingml/2006/main">
            <a:off x="5705856" y="2450592"/>
            <a:ext cx="1417320" cy="411480"/>
          </a:xfrm>
          <a:prstGeom xmlns:a="http://schemas.openxmlformats.org/drawingml/2006/main" prst="rect">
            <a:avLst/>
          </a:prstGeom>
          <a:noFill xmlns:a="http://schemas.openxmlformats.org/drawingml/2006/main"/>
        </p:spPr>
        <p:txBody>
          <a:bodyPr xmlns:a="http://schemas.openxmlformats.org/drawingml/2006/main" wrap="square" lIns="54864" tIns="27432" rIns="54864" bIns="27432" anchor="t">
            <a:normAutofit fontScale="100000"/>
          </a:bodyPr>
          <a:lstStyle xmlns:a="http://schemas.openxmlformats.org/drawingml/2006/main"/>
          <a:p xmlns:a="http://schemas.openxmlformats.org/drawingml/2006/main">
            <a:pPr algn="l">
              <a:buNone/>
            </a:pPr>
            <a:r>
              <a:rPr sz="1150" b="1" i="0">
                <a:solidFill>
                  <a:srgbClr val="1C235B"/>
                </a:solidFill>
                <a:latin typeface="Arial"/>
                <a:ea typeface="Arial"/>
                <a:cs typeface="Arial"/>
              </a:rPr>
              <a:t>Assign the client</a:t>
            </a:r>
            <a:endParaRPr sz="1150" b="1" i="0">
              <a:solidFill>
                <a:srgbClr val="1C235B"/>
              </a:solidFill>
              <a:latin typeface="Arial"/>
              <a:ea typeface="Arial"/>
              <a:cs typeface="Arial"/>
            </a:endParaRPr>
          </a:p>
        </p:txBody>
      </p:sp>
      <p:sp>
        <p:nvSpPr>
          <p:cNvPr id="32" name="TextBox 31">
            <a:extLst xmlns:a="http://schemas.openxmlformats.org/drawingml/2006/main">
              <a:ext uri="{FF2B5EF4-FFF2-40B4-BE49-F238E27FC236}">
                <a16:creationId xmlns:a16="http://schemas.microsoft.com/office/drawing/2014/main" id="{9219C086-35EB-47AB-8750-466BAA23F9F5}"/>
              </a:ext>
            </a:extLst>
          </p:cNvPr>
          <p:cNvSpPr>
            <a:spLocks xmlns:a="http://schemas.openxmlformats.org/drawingml/2006/main" noGrp="1"/>
          </p:cNvSpPr>
          <p:nvPr/>
        </p:nvSpPr>
        <p:spPr>
          <a:xfrm xmlns:a="http://schemas.openxmlformats.org/drawingml/2006/main">
            <a:off x="5358384" y="2999232"/>
            <a:ext cx="1728216" cy="1124712"/>
          </a:xfrm>
          <a:prstGeom xmlns:a="http://schemas.openxmlformats.org/drawingml/2006/main" prst="rect">
            <a:avLst/>
          </a:prstGeom>
          <a:noFill xmlns:a="http://schemas.openxmlformats.org/drawingml/2006/main"/>
        </p:spPr>
        <p:txBody>
          <a:bodyPr xmlns:a="http://schemas.openxmlformats.org/drawingml/2006/main" wrap="square" lIns="54864" tIns="27432" rIns="54864" bIns="27432" anchor="t">
            <a:normAutofit fontScale="100000"/>
          </a:bodyPr>
          <a:lstStyle xmlns:a="http://schemas.openxmlformats.org/drawingml/2006/main"/>
          <a:p xmlns:a="http://schemas.openxmlformats.org/drawingml/2006/main">
            <a:pPr algn="l">
              <a:buNone/>
            </a:pPr>
            <a:r>
              <a:rPr sz="940" b="0" i="0">
                <a:solidFill>
                  <a:srgbClr val="444B60"/>
                </a:solidFill>
                <a:latin typeface="Arial"/>
                <a:ea typeface="Arial"/>
                <a:cs typeface="Arial"/>
              </a:rPr>
              <a:t>Choose purpose, reference table, computation, employee group, frequency and status.</a:t>
            </a:r>
            <a:endParaRPr sz="940" b="0" i="0">
              <a:solidFill>
                <a:srgbClr val="444B60"/>
              </a:solidFill>
              <a:latin typeface="Arial"/>
              <a:ea typeface="Arial"/>
              <a:cs typeface="Arial"/>
            </a:endParaRPr>
          </a:p>
        </p:txBody>
      </p:sp>
      <p:sp>
        <p:nvSpPr>
          <p:cNvPr id="33" name="Rounded Rectangle 32">
            <a:extLst xmlns:a="http://schemas.openxmlformats.org/drawingml/2006/main">
              <a:ext uri="{FF2B5EF4-FFF2-40B4-BE49-F238E27FC236}">
                <a16:creationId xmlns:a16="http://schemas.microsoft.com/office/drawing/2014/main" id="{767FE2B6-8641-4461-8317-D224D41E9446}"/>
              </a:ext>
            </a:extLst>
          </p:cNvPr>
          <p:cNvSpPr>
            <a:spLocks xmlns:a="http://schemas.openxmlformats.org/drawingml/2006/main" noGrp="1"/>
          </p:cNvSpPr>
          <p:nvPr/>
        </p:nvSpPr>
        <p:spPr>
          <a:xfrm xmlns:a="http://schemas.openxmlformats.org/drawingml/2006/main">
            <a:off x="7507224" y="2249424"/>
            <a:ext cx="2057400" cy="199339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1E4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4" name="Rectangle 33">
            <a:extLst xmlns:a="http://schemas.openxmlformats.org/drawingml/2006/main">
              <a:ext uri="{FF2B5EF4-FFF2-40B4-BE49-F238E27FC236}">
                <a16:creationId xmlns:a16="http://schemas.microsoft.com/office/drawing/2014/main" id="{504CF517-CB10-4899-B045-13E23E1BB23D}"/>
              </a:ext>
            </a:extLst>
          </p:cNvPr>
          <p:cNvSpPr>
            <a:spLocks xmlns:a="http://schemas.openxmlformats.org/drawingml/2006/main" noGrp="1"/>
          </p:cNvSpPr>
          <p:nvPr/>
        </p:nvSpPr>
        <p:spPr>
          <a:xfrm xmlns:a="http://schemas.openxmlformats.org/drawingml/2006/main">
            <a:off x="7616952" y="2359152"/>
            <a:ext cx="1837943" cy="32004"/>
          </a:xfrm>
          <a:prstGeom xmlns:a="http://schemas.openxmlformats.org/drawingml/2006/main" prst="rect">
            <a:avLst/>
          </a:prstGeom>
          <a:solidFill xmlns:a="http://schemas.openxmlformats.org/drawingml/2006/main">
            <a:srgbClr val="257E5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5" name="Oval 34">
            <a:extLst xmlns:a="http://schemas.openxmlformats.org/drawingml/2006/main">
              <a:ext uri="{FF2B5EF4-FFF2-40B4-BE49-F238E27FC236}">
                <a16:creationId xmlns:a16="http://schemas.microsoft.com/office/drawing/2014/main" id="{8EFE37E2-68EC-4899-B507-983165163FE1}"/>
              </a:ext>
            </a:extLst>
          </p:cNvPr>
          <p:cNvSpPr>
            <a:spLocks xmlns:a="http://schemas.openxmlformats.org/drawingml/2006/main" noGrp="1"/>
          </p:cNvSpPr>
          <p:nvPr/>
        </p:nvSpPr>
        <p:spPr>
          <a:xfrm xmlns:a="http://schemas.openxmlformats.org/drawingml/2006/main">
            <a:off x="7653528" y="2505456"/>
            <a:ext cx="310896" cy="310896"/>
          </a:xfrm>
          <a:prstGeom xmlns:a="http://schemas.openxmlformats.org/drawingml/2006/main" prst="ellipse">
            <a:avLst/>
          </a:prstGeom>
          <a:solidFill xmlns:a="http://schemas.openxmlformats.org/drawingml/2006/main">
            <a:srgbClr val="1C23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000" b="1">
                <a:solidFill>
                  <a:srgbClr val="FFFFFF"/>
                </a:solidFill>
                <a:latin typeface="Arial"/>
                <a:ea typeface="Arial"/>
                <a:cs typeface="Arial"/>
              </a:rPr>
              <a:t>4</a:t>
            </a:r>
            <a:endParaRPr sz="1000" b="1">
              <a:solidFill>
                <a:srgbClr val="FFFFFF"/>
              </a:solidFill>
              <a:latin typeface="Arial"/>
              <a:ea typeface="Arial"/>
              <a:cs typeface="Arial"/>
            </a:endParaRPr>
          </a:p>
        </p:txBody>
      </p:sp>
      <p:sp>
        <p:nvSpPr>
          <p:cNvPr id="36" name="TextBox 35">
            <a:extLst xmlns:a="http://schemas.openxmlformats.org/drawingml/2006/main">
              <a:ext uri="{FF2B5EF4-FFF2-40B4-BE49-F238E27FC236}">
                <a16:creationId xmlns:a16="http://schemas.microsoft.com/office/drawing/2014/main" id="{B9CD1412-D569-4351-927E-3AB61C067B19}"/>
              </a:ext>
            </a:extLst>
          </p:cNvPr>
          <p:cNvSpPr>
            <a:spLocks xmlns:a="http://schemas.openxmlformats.org/drawingml/2006/main" noGrp="1"/>
          </p:cNvSpPr>
          <p:nvPr/>
        </p:nvSpPr>
        <p:spPr>
          <a:xfrm xmlns:a="http://schemas.openxmlformats.org/drawingml/2006/main">
            <a:off x="8019288" y="2450592"/>
            <a:ext cx="1417320" cy="411480"/>
          </a:xfrm>
          <a:prstGeom xmlns:a="http://schemas.openxmlformats.org/drawingml/2006/main" prst="rect">
            <a:avLst/>
          </a:prstGeom>
          <a:noFill xmlns:a="http://schemas.openxmlformats.org/drawingml/2006/main"/>
        </p:spPr>
        <p:txBody>
          <a:bodyPr xmlns:a="http://schemas.openxmlformats.org/drawingml/2006/main" wrap="square" lIns="54864" tIns="27432" rIns="54864" bIns="27432" anchor="t">
            <a:normAutofit fontScale="100000"/>
          </a:bodyPr>
          <a:lstStyle xmlns:a="http://schemas.openxmlformats.org/drawingml/2006/main"/>
          <a:p xmlns:a="http://schemas.openxmlformats.org/drawingml/2006/main">
            <a:pPr algn="l">
              <a:buNone/>
            </a:pPr>
            <a:r>
              <a:rPr sz="1150" b="1" i="0">
                <a:solidFill>
                  <a:srgbClr val="1C235B"/>
                </a:solidFill>
                <a:latin typeface="Arial"/>
                <a:ea typeface="Arial"/>
                <a:cs typeface="Arial"/>
              </a:rPr>
              <a:t>Resolve at runtime</a:t>
            </a:r>
            <a:endParaRPr sz="1150" b="1" i="0">
              <a:solidFill>
                <a:srgbClr val="1C235B"/>
              </a:solidFill>
              <a:latin typeface="Arial"/>
              <a:ea typeface="Arial"/>
              <a:cs typeface="Arial"/>
            </a:endParaRPr>
          </a:p>
        </p:txBody>
      </p:sp>
      <p:sp>
        <p:nvSpPr>
          <p:cNvPr id="37" name="TextBox 36">
            <a:extLst xmlns:a="http://schemas.openxmlformats.org/drawingml/2006/main">
              <a:ext uri="{FF2B5EF4-FFF2-40B4-BE49-F238E27FC236}">
                <a16:creationId xmlns:a16="http://schemas.microsoft.com/office/drawing/2014/main" id="{D160279F-7F60-405B-A44A-B2E6B490CF44}"/>
              </a:ext>
            </a:extLst>
          </p:cNvPr>
          <p:cNvSpPr>
            <a:spLocks xmlns:a="http://schemas.openxmlformats.org/drawingml/2006/main" noGrp="1"/>
          </p:cNvSpPr>
          <p:nvPr/>
        </p:nvSpPr>
        <p:spPr>
          <a:xfrm xmlns:a="http://schemas.openxmlformats.org/drawingml/2006/main">
            <a:off x="7671816" y="2999232"/>
            <a:ext cx="1728216" cy="1124712"/>
          </a:xfrm>
          <a:prstGeom xmlns:a="http://schemas.openxmlformats.org/drawingml/2006/main" prst="rect">
            <a:avLst/>
          </a:prstGeom>
          <a:noFill xmlns:a="http://schemas.openxmlformats.org/drawingml/2006/main"/>
        </p:spPr>
        <p:txBody>
          <a:bodyPr xmlns:a="http://schemas.openxmlformats.org/drawingml/2006/main" wrap="square" lIns="54864" tIns="27432" rIns="54864" bIns="27432" anchor="t">
            <a:normAutofit fontScale="100000"/>
          </a:bodyPr>
          <a:lstStyle xmlns:a="http://schemas.openxmlformats.org/drawingml/2006/main"/>
          <a:p xmlns:a="http://schemas.openxmlformats.org/drawingml/2006/main">
            <a:pPr algn="l">
              <a:buNone/>
            </a:pPr>
            <a:r>
              <a:rPr sz="940" b="0" i="0">
                <a:solidFill>
                  <a:srgbClr val="444B60"/>
                </a:solidFill>
                <a:latin typeface="Arial"/>
                <a:ea typeface="Arial"/>
                <a:cs typeface="Arial"/>
              </a:rPr>
              <a:t>Match company, employee, business event and date; block overlapping active assignments.</a:t>
            </a:r>
            <a:endParaRPr sz="940" b="0" i="0">
              <a:solidFill>
                <a:srgbClr val="444B60"/>
              </a:solidFill>
              <a:latin typeface="Arial"/>
              <a:ea typeface="Arial"/>
              <a:cs typeface="Arial"/>
            </a:endParaRPr>
          </a:p>
        </p:txBody>
      </p:sp>
      <p:sp>
        <p:nvSpPr>
          <p:cNvPr id="38" name="Rounded Rectangle 37">
            <a:extLst xmlns:a="http://schemas.openxmlformats.org/drawingml/2006/main">
              <a:ext uri="{FF2B5EF4-FFF2-40B4-BE49-F238E27FC236}">
                <a16:creationId xmlns:a16="http://schemas.microsoft.com/office/drawing/2014/main" id="{1CF5694B-9974-4558-ADCE-CF4183952008}"/>
              </a:ext>
            </a:extLst>
          </p:cNvPr>
          <p:cNvSpPr>
            <a:spLocks xmlns:a="http://schemas.openxmlformats.org/drawingml/2006/main" noGrp="1"/>
          </p:cNvSpPr>
          <p:nvPr/>
        </p:nvSpPr>
        <p:spPr>
          <a:xfrm xmlns:a="http://schemas.openxmlformats.org/drawingml/2006/main">
            <a:off x="7708392" y="3712464"/>
            <a:ext cx="768096" cy="228600"/>
          </a:xfrm>
          <a:prstGeom xmlns:a="http://schemas.openxmlformats.org/drawingml/2006/main" prst="roundRect">
            <a:avLst/>
          </a:prstGeom>
          <a:solidFill xmlns:a="http://schemas.openxmlformats.org/drawingml/2006/main">
            <a:srgbClr val="EBF9F3"/>
          </a:solidFill>
          <a:ln xmlns:a="http://schemas.openxmlformats.org/drawingml/2006/main" w="10160">
            <a:solidFill>
              <a:srgbClr val="C1E0D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27432" tIns="9144" rIns="27432" bIns="9144" anchor="ctr"/>
          <a:lstStyle xmlns:a="http://schemas.openxmlformats.org/drawingml/2006/main"/>
          <a:p xmlns:a="http://schemas.openxmlformats.org/drawingml/2006/main">
            <a:pPr algn="ctr">
              <a:buNone/>
            </a:pPr>
            <a:r>
              <a:rPr sz="750" b="1">
                <a:solidFill>
                  <a:srgbClr val="257E5E"/>
                </a:solidFill>
                <a:latin typeface="Arial"/>
                <a:ea typeface="Arial"/>
                <a:cs typeface="Arial"/>
              </a:rPr>
              <a:t>HRM</a:t>
            </a:r>
            <a:endParaRPr sz="750" b="1">
              <a:solidFill>
                <a:srgbClr val="257E5E"/>
              </a:solidFill>
              <a:latin typeface="Arial"/>
              <a:ea typeface="Arial"/>
              <a:cs typeface="Arial"/>
            </a:endParaRPr>
          </a:p>
        </p:txBody>
      </p:sp>
      <p:sp>
        <p:nvSpPr>
          <p:cNvPr id="39" name="Rounded Rectangle 38">
            <a:extLst xmlns:a="http://schemas.openxmlformats.org/drawingml/2006/main">
              <a:ext uri="{FF2B5EF4-FFF2-40B4-BE49-F238E27FC236}">
                <a16:creationId xmlns:a16="http://schemas.microsoft.com/office/drawing/2014/main" id="{CD48D8C0-0654-4A3E-BE67-2C1648DE4346}"/>
              </a:ext>
            </a:extLst>
          </p:cNvPr>
          <p:cNvSpPr>
            <a:spLocks xmlns:a="http://schemas.openxmlformats.org/drawingml/2006/main" noGrp="1"/>
          </p:cNvSpPr>
          <p:nvPr/>
        </p:nvSpPr>
        <p:spPr>
          <a:xfrm xmlns:a="http://schemas.openxmlformats.org/drawingml/2006/main">
            <a:off x="8513064" y="3712464"/>
            <a:ext cx="768096" cy="228600"/>
          </a:xfrm>
          <a:prstGeom xmlns:a="http://schemas.openxmlformats.org/drawingml/2006/main" prst="roundRect">
            <a:avLst/>
          </a:prstGeom>
          <a:solidFill xmlns:a="http://schemas.openxmlformats.org/drawingml/2006/main">
            <a:srgbClr val="EBF9F3"/>
          </a:solidFill>
          <a:ln xmlns:a="http://schemas.openxmlformats.org/drawingml/2006/main" w="10160">
            <a:solidFill>
              <a:srgbClr val="C1E0D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27432" tIns="9144" rIns="27432" bIns="9144" anchor="ctr"/>
          <a:lstStyle xmlns:a="http://schemas.openxmlformats.org/drawingml/2006/main"/>
          <a:p xmlns:a="http://schemas.openxmlformats.org/drawingml/2006/main">
            <a:pPr algn="ctr">
              <a:buNone/>
            </a:pPr>
            <a:r>
              <a:rPr sz="750" b="1">
                <a:solidFill>
                  <a:srgbClr val="257E5E"/>
                </a:solidFill>
                <a:latin typeface="Arial"/>
                <a:ea typeface="Arial"/>
                <a:cs typeface="Arial"/>
              </a:rPr>
              <a:t>TIME</a:t>
            </a:r>
            <a:endParaRPr sz="750" b="1">
              <a:solidFill>
                <a:srgbClr val="257E5E"/>
              </a:solidFill>
              <a:latin typeface="Arial"/>
              <a:ea typeface="Arial"/>
              <a:cs typeface="Arial"/>
            </a:endParaRPr>
          </a:p>
        </p:txBody>
      </p:sp>
      <p:sp>
        <p:nvSpPr>
          <p:cNvPr id="40" name="Rounded Rectangle 39">
            <a:extLst xmlns:a="http://schemas.openxmlformats.org/drawingml/2006/main">
              <a:ext uri="{FF2B5EF4-FFF2-40B4-BE49-F238E27FC236}">
                <a16:creationId xmlns:a16="http://schemas.microsoft.com/office/drawing/2014/main" id="{2D86EE39-03D7-4145-8AED-88620638FD5C}"/>
              </a:ext>
            </a:extLst>
          </p:cNvPr>
          <p:cNvSpPr>
            <a:spLocks xmlns:a="http://schemas.openxmlformats.org/drawingml/2006/main" noGrp="1"/>
          </p:cNvSpPr>
          <p:nvPr/>
        </p:nvSpPr>
        <p:spPr>
          <a:xfrm xmlns:a="http://schemas.openxmlformats.org/drawingml/2006/main">
            <a:off x="7708392" y="3986784"/>
            <a:ext cx="768096" cy="228600"/>
          </a:xfrm>
          <a:prstGeom xmlns:a="http://schemas.openxmlformats.org/drawingml/2006/main" prst="roundRect">
            <a:avLst/>
          </a:prstGeom>
          <a:solidFill xmlns:a="http://schemas.openxmlformats.org/drawingml/2006/main">
            <a:srgbClr val="EBF9F3"/>
          </a:solidFill>
          <a:ln xmlns:a="http://schemas.openxmlformats.org/drawingml/2006/main" w="10160">
            <a:solidFill>
              <a:srgbClr val="C1E0D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27432" tIns="9144" rIns="27432" bIns="9144" anchor="ctr"/>
          <a:lstStyle xmlns:a="http://schemas.openxmlformats.org/drawingml/2006/main"/>
          <a:p xmlns:a="http://schemas.openxmlformats.org/drawingml/2006/main">
            <a:pPr algn="ctr">
              <a:buNone/>
            </a:pPr>
            <a:r>
              <a:rPr sz="750" b="1">
                <a:solidFill>
                  <a:srgbClr val="257E5E"/>
                </a:solidFill>
                <a:latin typeface="Arial"/>
                <a:ea typeface="Arial"/>
                <a:cs typeface="Arial"/>
              </a:rPr>
              <a:t>PAY</a:t>
            </a:r>
            <a:endParaRPr sz="750" b="1">
              <a:solidFill>
                <a:srgbClr val="257E5E"/>
              </a:solidFill>
              <a:latin typeface="Arial"/>
              <a:ea typeface="Arial"/>
              <a:cs typeface="Arial"/>
            </a:endParaRPr>
          </a:p>
        </p:txBody>
      </p:sp>
      <p:sp>
        <p:nvSpPr>
          <p:cNvPr id="41" name="Rounded Rectangle 40">
            <a:extLst xmlns:a="http://schemas.openxmlformats.org/drawingml/2006/main">
              <a:ext uri="{FF2B5EF4-FFF2-40B4-BE49-F238E27FC236}">
                <a16:creationId xmlns:a16="http://schemas.microsoft.com/office/drawing/2014/main" id="{27CFC2D5-7538-4CDB-8241-296323069C6C}"/>
              </a:ext>
            </a:extLst>
          </p:cNvPr>
          <p:cNvSpPr>
            <a:spLocks xmlns:a="http://schemas.openxmlformats.org/drawingml/2006/main" noGrp="1"/>
          </p:cNvSpPr>
          <p:nvPr/>
        </p:nvSpPr>
        <p:spPr>
          <a:xfrm xmlns:a="http://schemas.openxmlformats.org/drawingml/2006/main">
            <a:off x="8513064" y="3986784"/>
            <a:ext cx="768096" cy="228600"/>
          </a:xfrm>
          <a:prstGeom xmlns:a="http://schemas.openxmlformats.org/drawingml/2006/main" prst="roundRect">
            <a:avLst/>
          </a:prstGeom>
          <a:solidFill xmlns:a="http://schemas.openxmlformats.org/drawingml/2006/main">
            <a:srgbClr val="EBF9F3"/>
          </a:solidFill>
          <a:ln xmlns:a="http://schemas.openxmlformats.org/drawingml/2006/main" w="10160">
            <a:solidFill>
              <a:srgbClr val="C1E0D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27432" tIns="9144" rIns="27432" bIns="9144" anchor="ctr"/>
          <a:lstStyle xmlns:a="http://schemas.openxmlformats.org/drawingml/2006/main"/>
          <a:p xmlns:a="http://schemas.openxmlformats.org/drawingml/2006/main">
            <a:pPr algn="ctr">
              <a:buNone/>
            </a:pPr>
            <a:r>
              <a:rPr sz="750" b="1">
                <a:solidFill>
                  <a:srgbClr val="257E5E"/>
                </a:solidFill>
                <a:latin typeface="Arial"/>
                <a:ea typeface="Arial"/>
                <a:cs typeface="Arial"/>
              </a:rPr>
              <a:t>OUT</a:t>
            </a:r>
            <a:endParaRPr sz="750" b="1">
              <a:solidFill>
                <a:srgbClr val="257E5E"/>
              </a:solidFill>
              <a:latin typeface="Arial"/>
              <a:ea typeface="Arial"/>
              <a:cs typeface="Arial"/>
            </a:endParaRPr>
          </a:p>
        </p:txBody>
      </p:sp>
      <p:sp>
        <p:nvSpPr>
          <p:cNvPr id="42" name="Rounded Rectangle 41">
            <a:extLst xmlns:a="http://schemas.openxmlformats.org/drawingml/2006/main">
              <a:ext uri="{FF2B5EF4-FFF2-40B4-BE49-F238E27FC236}">
                <a16:creationId xmlns:a16="http://schemas.microsoft.com/office/drawing/2014/main" id="{988ECDE4-DAC7-4045-BFD3-FBEF837A8FBA}"/>
              </a:ext>
            </a:extLst>
          </p:cNvPr>
          <p:cNvSpPr>
            <a:spLocks xmlns:a="http://schemas.openxmlformats.org/drawingml/2006/main" noGrp="1"/>
          </p:cNvSpPr>
          <p:nvPr/>
        </p:nvSpPr>
        <p:spPr>
          <a:xfrm xmlns:a="http://schemas.openxmlformats.org/drawingml/2006/main">
            <a:off x="9820656" y="2249424"/>
            <a:ext cx="2057400" cy="199339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1E4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3" name="Rectangle 42">
            <a:extLst xmlns:a="http://schemas.openxmlformats.org/drawingml/2006/main">
              <a:ext uri="{FF2B5EF4-FFF2-40B4-BE49-F238E27FC236}">
                <a16:creationId xmlns:a16="http://schemas.microsoft.com/office/drawing/2014/main" id="{3956A400-8B1E-417F-B7BD-1C0F6D5B04F7}"/>
              </a:ext>
            </a:extLst>
          </p:cNvPr>
          <p:cNvSpPr>
            <a:spLocks xmlns:a="http://schemas.openxmlformats.org/drawingml/2006/main" noGrp="1"/>
          </p:cNvSpPr>
          <p:nvPr/>
        </p:nvSpPr>
        <p:spPr>
          <a:xfrm xmlns:a="http://schemas.openxmlformats.org/drawingml/2006/main">
            <a:off x="9930384" y="2359152"/>
            <a:ext cx="1837943" cy="32004"/>
          </a:xfrm>
          <a:prstGeom xmlns:a="http://schemas.openxmlformats.org/drawingml/2006/main" prst="rect">
            <a:avLst/>
          </a:prstGeom>
          <a:solidFill xmlns:a="http://schemas.openxmlformats.org/drawingml/2006/main">
            <a:srgbClr val="1C23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4" name="Oval 43">
            <a:extLst xmlns:a="http://schemas.openxmlformats.org/drawingml/2006/main">
              <a:ext uri="{FF2B5EF4-FFF2-40B4-BE49-F238E27FC236}">
                <a16:creationId xmlns:a16="http://schemas.microsoft.com/office/drawing/2014/main" id="{0FEA9880-2313-4C4C-8427-6F89140EB8EB}"/>
              </a:ext>
            </a:extLst>
          </p:cNvPr>
          <p:cNvSpPr>
            <a:spLocks xmlns:a="http://schemas.openxmlformats.org/drawingml/2006/main" noGrp="1"/>
          </p:cNvSpPr>
          <p:nvPr/>
        </p:nvSpPr>
        <p:spPr>
          <a:xfrm xmlns:a="http://schemas.openxmlformats.org/drawingml/2006/main">
            <a:off x="9966960" y="2505456"/>
            <a:ext cx="310896" cy="310896"/>
          </a:xfrm>
          <a:prstGeom xmlns:a="http://schemas.openxmlformats.org/drawingml/2006/main" prst="ellipse">
            <a:avLst/>
          </a:prstGeom>
          <a:solidFill xmlns:a="http://schemas.openxmlformats.org/drawingml/2006/main">
            <a:srgbClr val="1C23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000" b="1">
                <a:solidFill>
                  <a:srgbClr val="FFFFFF"/>
                </a:solidFill>
                <a:latin typeface="Arial"/>
                <a:ea typeface="Arial"/>
                <a:cs typeface="Arial"/>
              </a:rPr>
              <a:t>5</a:t>
            </a:r>
            <a:endParaRPr sz="1000" b="1">
              <a:solidFill>
                <a:srgbClr val="FFFFFF"/>
              </a:solidFill>
              <a:latin typeface="Arial"/>
              <a:ea typeface="Arial"/>
              <a:cs typeface="Arial"/>
            </a:endParaRPr>
          </a:p>
        </p:txBody>
      </p:sp>
      <p:sp>
        <p:nvSpPr>
          <p:cNvPr id="45" name="TextBox 44">
            <a:extLst xmlns:a="http://schemas.openxmlformats.org/drawingml/2006/main">
              <a:ext uri="{FF2B5EF4-FFF2-40B4-BE49-F238E27FC236}">
                <a16:creationId xmlns:a16="http://schemas.microsoft.com/office/drawing/2014/main" id="{32D9565E-2036-47A5-B731-7729FD7A98E7}"/>
              </a:ext>
            </a:extLst>
          </p:cNvPr>
          <p:cNvSpPr>
            <a:spLocks xmlns:a="http://schemas.openxmlformats.org/drawingml/2006/main" noGrp="1"/>
          </p:cNvSpPr>
          <p:nvPr/>
        </p:nvSpPr>
        <p:spPr>
          <a:xfrm xmlns:a="http://schemas.openxmlformats.org/drawingml/2006/main">
            <a:off x="10332720" y="2450592"/>
            <a:ext cx="1417320" cy="411480"/>
          </a:xfrm>
          <a:prstGeom xmlns:a="http://schemas.openxmlformats.org/drawingml/2006/main" prst="rect">
            <a:avLst/>
          </a:prstGeom>
          <a:noFill xmlns:a="http://schemas.openxmlformats.org/drawingml/2006/main"/>
        </p:spPr>
        <p:txBody>
          <a:bodyPr xmlns:a="http://schemas.openxmlformats.org/drawingml/2006/main" wrap="square" lIns="54864" tIns="27432" rIns="54864" bIns="27432" anchor="t">
            <a:normAutofit fontScale="100000"/>
          </a:bodyPr>
          <a:lstStyle xmlns:a="http://schemas.openxmlformats.org/drawingml/2006/main"/>
          <a:p xmlns:a="http://schemas.openxmlformats.org/drawingml/2006/main">
            <a:pPr algn="l">
              <a:buNone/>
            </a:pPr>
            <a:r>
              <a:rPr sz="1150" b="1" i="0">
                <a:solidFill>
                  <a:srgbClr val="1C235B"/>
                </a:solidFill>
                <a:latin typeface="Arial"/>
                <a:ea typeface="Arial"/>
                <a:cs typeface="Arial"/>
              </a:rPr>
              <a:t>Calculate and trace</a:t>
            </a:r>
            <a:endParaRPr sz="1150" b="1" i="0">
              <a:solidFill>
                <a:srgbClr val="1C235B"/>
              </a:solidFill>
              <a:latin typeface="Arial"/>
              <a:ea typeface="Arial"/>
              <a:cs typeface="Arial"/>
            </a:endParaRPr>
          </a:p>
        </p:txBody>
      </p:sp>
      <p:sp>
        <p:nvSpPr>
          <p:cNvPr id="46" name="TextBox 45">
            <a:extLst xmlns:a="http://schemas.openxmlformats.org/drawingml/2006/main">
              <a:ext uri="{FF2B5EF4-FFF2-40B4-BE49-F238E27FC236}">
                <a16:creationId xmlns:a16="http://schemas.microsoft.com/office/drawing/2014/main" id="{28B7BC0D-98FD-45C8-9D6C-4EFF2D87BB41}"/>
              </a:ext>
            </a:extLst>
          </p:cNvPr>
          <p:cNvSpPr>
            <a:spLocks xmlns:a="http://schemas.openxmlformats.org/drawingml/2006/main" noGrp="1"/>
          </p:cNvSpPr>
          <p:nvPr/>
        </p:nvSpPr>
        <p:spPr>
          <a:xfrm xmlns:a="http://schemas.openxmlformats.org/drawingml/2006/main">
            <a:off x="9985248" y="2999232"/>
            <a:ext cx="1728216" cy="1124712"/>
          </a:xfrm>
          <a:prstGeom xmlns:a="http://schemas.openxmlformats.org/drawingml/2006/main" prst="rect">
            <a:avLst/>
          </a:prstGeom>
          <a:noFill xmlns:a="http://schemas.openxmlformats.org/drawingml/2006/main"/>
        </p:spPr>
        <p:txBody>
          <a:bodyPr xmlns:a="http://schemas.openxmlformats.org/drawingml/2006/main" wrap="square" lIns="54864" tIns="27432" rIns="54864" bIns="27432" anchor="t">
            <a:normAutofit fontScale="100000"/>
          </a:bodyPr>
          <a:lstStyle xmlns:a="http://schemas.openxmlformats.org/drawingml/2006/main"/>
          <a:p xmlns:a="http://schemas.openxmlformats.org/drawingml/2006/main">
            <a:pPr algn="l">
              <a:buNone/>
            </a:pPr>
            <a:r>
              <a:rPr sz="940" b="0" i="0">
                <a:solidFill>
                  <a:srgbClr val="444B60"/>
                </a:solidFill>
                <a:latin typeface="Arial"/>
                <a:ea typeface="Arial"/>
                <a:cs typeface="Arial"/>
              </a:rPr>
              <a:t>Supply actual inputs, run the code, save amount and versions, then feed payslip and reports.</a:t>
            </a:r>
            <a:endParaRPr sz="940" b="0" i="0">
              <a:solidFill>
                <a:srgbClr val="444B60"/>
              </a:solidFill>
              <a:latin typeface="Arial"/>
              <a:ea typeface="Arial"/>
              <a:cs typeface="Arial"/>
            </a:endParaRPr>
          </a:p>
        </p:txBody>
      </p:sp>
      <p:sp>
        <p:nvSpPr>
          <p:cNvPr id="47" name="Rounded Rectangle 46">
            <a:extLst xmlns:a="http://schemas.openxmlformats.org/drawingml/2006/main">
              <a:ext uri="{FF2B5EF4-FFF2-40B4-BE49-F238E27FC236}">
                <a16:creationId xmlns:a16="http://schemas.microsoft.com/office/drawing/2014/main" id="{DBC874A0-274A-46B7-A1BB-CF264F11702D}"/>
              </a:ext>
            </a:extLst>
          </p:cNvPr>
          <p:cNvSpPr>
            <a:spLocks xmlns:a="http://schemas.openxmlformats.org/drawingml/2006/main" noGrp="1"/>
          </p:cNvSpPr>
          <p:nvPr/>
        </p:nvSpPr>
        <p:spPr>
          <a:xfrm xmlns:a="http://schemas.openxmlformats.org/drawingml/2006/main">
            <a:off x="566928" y="4498848"/>
            <a:ext cx="11018520" cy="566928"/>
          </a:xfrm>
          <a:prstGeom xmlns:a="http://schemas.openxmlformats.org/drawingml/2006/main" prst="roundRect">
            <a:avLst/>
          </a:prstGeom>
          <a:solidFill xmlns:a="http://schemas.openxmlformats.org/drawingml/2006/main">
            <a:srgbClr val="FBFCFF"/>
          </a:solidFill>
          <a:ln xmlns:a="http://schemas.openxmlformats.org/drawingml/2006/main" w="12700">
            <a:solidFill>
              <a:srgbClr val="E1E4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8" name="TextBox 47">
            <a:extLst xmlns:a="http://schemas.openxmlformats.org/drawingml/2006/main">
              <a:ext uri="{FF2B5EF4-FFF2-40B4-BE49-F238E27FC236}">
                <a16:creationId xmlns:a16="http://schemas.microsoft.com/office/drawing/2014/main" id="{85560348-1874-45CD-A606-60228315DC4E}"/>
              </a:ext>
            </a:extLst>
          </p:cNvPr>
          <p:cNvSpPr>
            <a:spLocks xmlns:a="http://schemas.openxmlformats.org/drawingml/2006/main" noGrp="1"/>
          </p:cNvSpPr>
          <p:nvPr/>
        </p:nvSpPr>
        <p:spPr>
          <a:xfrm xmlns:a="http://schemas.openxmlformats.org/drawingml/2006/main">
            <a:off x="768096" y="4626864"/>
            <a:ext cx="1143000" cy="228600"/>
          </a:xfrm>
          <a:prstGeom xmlns:a="http://schemas.openxmlformats.org/drawingml/2006/main" prst="rect">
            <a:avLst/>
          </a:prstGeom>
          <a:noFill xmlns:a="http://schemas.openxmlformats.org/drawingml/2006/main"/>
        </p:spPr>
        <p:txBody>
          <a:bodyPr xmlns:a="http://schemas.openxmlformats.org/drawingml/2006/main" wrap="square" lIns="54864" tIns="27432" rIns="54864" bIns="27432" anchor="t">
            <a:normAutofit fontScale="100000"/>
          </a:bodyPr>
          <a:lstStyle xmlns:a="http://schemas.openxmlformats.org/drawingml/2006/main"/>
          <a:p xmlns:a="http://schemas.openxmlformats.org/drawingml/2006/main">
            <a:pPr algn="l">
              <a:buNone/>
            </a:pPr>
            <a:r>
              <a:rPr sz="800" b="1" i="0">
                <a:solidFill>
                  <a:srgbClr val="6E758A"/>
                </a:solidFill>
                <a:latin typeface="Arial"/>
                <a:ea typeface="Arial"/>
                <a:cs typeface="Arial"/>
              </a:rPr>
              <a:t>CREATE + USE</a:t>
            </a:r>
            <a:endParaRPr sz="800" b="1" i="0">
              <a:solidFill>
                <a:srgbClr val="6E758A"/>
              </a:solidFill>
              <a:latin typeface="Arial"/>
              <a:ea typeface="Arial"/>
              <a:cs typeface="Arial"/>
            </a:endParaRPr>
          </a:p>
        </p:txBody>
      </p:sp>
      <p:sp>
        <p:nvSpPr>
          <p:cNvPr id="49" name="Rounded Rectangle 48">
            <a:extLst xmlns:a="http://schemas.openxmlformats.org/drawingml/2006/main">
              <a:ext uri="{FF2B5EF4-FFF2-40B4-BE49-F238E27FC236}">
                <a16:creationId xmlns:a16="http://schemas.microsoft.com/office/drawing/2014/main" id="{45978EA3-0527-49FE-ABED-389903E2E38C}"/>
              </a:ext>
            </a:extLst>
          </p:cNvPr>
          <p:cNvSpPr>
            <a:spLocks xmlns:a="http://schemas.openxmlformats.org/drawingml/2006/main" noGrp="1"/>
          </p:cNvSpPr>
          <p:nvPr/>
        </p:nvSpPr>
        <p:spPr>
          <a:xfrm xmlns:a="http://schemas.openxmlformats.org/drawingml/2006/main">
            <a:off x="1874519" y="4572000"/>
            <a:ext cx="1783080" cy="310896"/>
          </a:xfrm>
          <a:prstGeom xmlns:a="http://schemas.openxmlformats.org/drawingml/2006/main" prst="roundRect">
            <a:avLst/>
          </a:prstGeom>
          <a:solidFill xmlns:a="http://schemas.openxmlformats.org/drawingml/2006/main">
            <a:srgbClr val="FFFFFF"/>
          </a:solidFill>
          <a:ln xmlns:a="http://schemas.openxmlformats.org/drawingml/2006/main" w="10160">
            <a:solidFill>
              <a:srgbClr val="E1E4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27432" tIns="9144" rIns="27432" bIns="9144" anchor="ctr"/>
          <a:lstStyle xmlns:a="http://schemas.openxmlformats.org/drawingml/2006/main"/>
          <a:p xmlns:a="http://schemas.openxmlformats.org/drawingml/2006/main">
            <a:pPr algn="ctr">
              <a:buNone/>
            </a:pPr>
            <a:r>
              <a:rPr sz="820" b="1">
                <a:solidFill>
                  <a:srgbClr val="1C235B"/>
                </a:solidFill>
                <a:latin typeface="Arial"/>
                <a:ea typeface="Arial"/>
                <a:cs typeface="Arial"/>
              </a:rPr>
              <a:t>1  Approved inputs</a:t>
            </a:r>
            <a:endParaRPr sz="820" b="1">
              <a:solidFill>
                <a:srgbClr val="1C235B"/>
              </a:solidFill>
              <a:latin typeface="Arial"/>
              <a:ea typeface="Arial"/>
              <a:cs typeface="Arial"/>
            </a:endParaRPr>
          </a:p>
        </p:txBody>
      </p:sp>
      <p:sp>
        <p:nvSpPr>
          <p:cNvPr id="50" name="Connector 49">
            <a:extLst xmlns:a="http://schemas.openxmlformats.org/drawingml/2006/main">
              <a:ext uri="{FF2B5EF4-FFF2-40B4-BE49-F238E27FC236}">
                <a16:creationId xmlns:a16="http://schemas.microsoft.com/office/drawing/2014/main" id="{1593CBB8-DC30-479A-9752-968EAE56B03F}"/>
              </a:ext>
            </a:extLst>
          </p:cNvPr>
          <p:cNvSpPr>
            <a:spLocks xmlns:a="http://schemas.openxmlformats.org/drawingml/2006/main" noGrp="1"/>
          </p:cNvSpPr>
          <p:nvPr/>
        </p:nvSpPr>
        <p:spPr>
          <a:xfrm xmlns:a="http://schemas.openxmlformats.org/drawingml/2006/main">
            <a:off x="3721608" y="4727448"/>
            <a:ext cx="256031" cy="0"/>
          </a:xfrm>
          <a:prstGeom xmlns:a="http://schemas.openxmlformats.org/drawingml/2006/main" prst="line">
            <a:avLst/>
          </a:prstGeom>
          <a:ln xmlns:a="http://schemas.openxmlformats.org/drawingml/2006/main" w="17780">
            <a:solidFill>
              <a:srgbClr val="6E758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1" name="Rounded Rectangle 50">
            <a:extLst xmlns:a="http://schemas.openxmlformats.org/drawingml/2006/main">
              <a:ext uri="{FF2B5EF4-FFF2-40B4-BE49-F238E27FC236}">
                <a16:creationId xmlns:a16="http://schemas.microsoft.com/office/drawing/2014/main" id="{2171B717-DA88-468C-89D3-0138E1493FAB}"/>
              </a:ext>
            </a:extLst>
          </p:cNvPr>
          <p:cNvSpPr>
            <a:spLocks xmlns:a="http://schemas.openxmlformats.org/drawingml/2006/main" noGrp="1"/>
          </p:cNvSpPr>
          <p:nvPr/>
        </p:nvSpPr>
        <p:spPr>
          <a:xfrm xmlns:a="http://schemas.openxmlformats.org/drawingml/2006/main">
            <a:off x="4041648" y="4572000"/>
            <a:ext cx="1828800" cy="310896"/>
          </a:xfrm>
          <a:prstGeom xmlns:a="http://schemas.openxmlformats.org/drawingml/2006/main" prst="roundRect">
            <a:avLst/>
          </a:prstGeom>
          <a:solidFill xmlns:a="http://schemas.openxmlformats.org/drawingml/2006/main">
            <a:srgbClr val="FFFFFF"/>
          </a:solidFill>
          <a:ln xmlns:a="http://schemas.openxmlformats.org/drawingml/2006/main" w="10160">
            <a:solidFill>
              <a:srgbClr val="E1E4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27432" tIns="9144" rIns="27432" bIns="9144" anchor="ctr"/>
          <a:lstStyle xmlns:a="http://schemas.openxmlformats.org/drawingml/2006/main"/>
          <a:p xmlns:a="http://schemas.openxmlformats.org/drawingml/2006/main">
            <a:pPr algn="ctr">
              <a:buNone/>
            </a:pPr>
            <a:r>
              <a:rPr sz="820" b="1">
                <a:solidFill>
                  <a:srgbClr val="1C235B"/>
                </a:solidFill>
                <a:latin typeface="Arial"/>
                <a:ea typeface="Arial"/>
                <a:cs typeface="Arial"/>
              </a:rPr>
              <a:t>2  Tested expression</a:t>
            </a:r>
            <a:endParaRPr sz="820" b="1">
              <a:solidFill>
                <a:srgbClr val="1C235B"/>
              </a:solidFill>
              <a:latin typeface="Arial"/>
              <a:ea typeface="Arial"/>
              <a:cs typeface="Arial"/>
            </a:endParaRPr>
          </a:p>
        </p:txBody>
      </p:sp>
      <p:sp>
        <p:nvSpPr>
          <p:cNvPr id="52" name="Connector 51">
            <a:extLst xmlns:a="http://schemas.openxmlformats.org/drawingml/2006/main">
              <a:ext uri="{FF2B5EF4-FFF2-40B4-BE49-F238E27FC236}">
                <a16:creationId xmlns:a16="http://schemas.microsoft.com/office/drawing/2014/main" id="{C0846AE8-17C8-410B-BC47-42C48B90C1B7}"/>
              </a:ext>
            </a:extLst>
          </p:cNvPr>
          <p:cNvSpPr>
            <a:spLocks xmlns:a="http://schemas.openxmlformats.org/drawingml/2006/main" noGrp="1"/>
          </p:cNvSpPr>
          <p:nvPr/>
        </p:nvSpPr>
        <p:spPr>
          <a:xfrm xmlns:a="http://schemas.openxmlformats.org/drawingml/2006/main">
            <a:off x="5934456" y="4727448"/>
            <a:ext cx="256032" cy="0"/>
          </a:xfrm>
          <a:prstGeom xmlns:a="http://schemas.openxmlformats.org/drawingml/2006/main" prst="line">
            <a:avLst/>
          </a:prstGeom>
          <a:ln xmlns:a="http://schemas.openxmlformats.org/drawingml/2006/main" w="17780">
            <a:solidFill>
              <a:srgbClr val="6E758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3" name="Rounded Rectangle 52">
            <a:extLst xmlns:a="http://schemas.openxmlformats.org/drawingml/2006/main">
              <a:ext uri="{FF2B5EF4-FFF2-40B4-BE49-F238E27FC236}">
                <a16:creationId xmlns:a16="http://schemas.microsoft.com/office/drawing/2014/main" id="{520445A5-F101-4F05-A39B-620CCE7DE0EF}"/>
              </a:ext>
            </a:extLst>
          </p:cNvPr>
          <p:cNvSpPr>
            <a:spLocks xmlns:a="http://schemas.openxmlformats.org/drawingml/2006/main" noGrp="1"/>
          </p:cNvSpPr>
          <p:nvPr/>
        </p:nvSpPr>
        <p:spPr>
          <a:xfrm xmlns:a="http://schemas.openxmlformats.org/drawingml/2006/main">
            <a:off x="6263640" y="4572000"/>
            <a:ext cx="2011680" cy="310896"/>
          </a:xfrm>
          <a:prstGeom xmlns:a="http://schemas.openxmlformats.org/drawingml/2006/main" prst="roundRect">
            <a:avLst/>
          </a:prstGeom>
          <a:solidFill xmlns:a="http://schemas.openxmlformats.org/drawingml/2006/main">
            <a:srgbClr val="FFFFFF"/>
          </a:solidFill>
          <a:ln xmlns:a="http://schemas.openxmlformats.org/drawingml/2006/main" w="10160">
            <a:solidFill>
              <a:srgbClr val="E1E4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27432" tIns="9144" rIns="27432" bIns="9144" anchor="ctr"/>
          <a:lstStyle xmlns:a="http://schemas.openxmlformats.org/drawingml/2006/main"/>
          <a:p xmlns:a="http://schemas.openxmlformats.org/drawingml/2006/main">
            <a:pPr algn="ctr">
              <a:buNone/>
            </a:pPr>
            <a:r>
              <a:rPr sz="820" b="1">
                <a:solidFill>
                  <a:srgbClr val="1C235B"/>
                </a:solidFill>
                <a:latin typeface="Arial"/>
                <a:ea typeface="Arial"/>
                <a:cs typeface="Arial"/>
              </a:rPr>
              <a:t>3  Client assignment</a:t>
            </a:r>
            <a:endParaRPr sz="820" b="1">
              <a:solidFill>
                <a:srgbClr val="1C235B"/>
              </a:solidFill>
              <a:latin typeface="Arial"/>
              <a:ea typeface="Arial"/>
              <a:cs typeface="Arial"/>
            </a:endParaRPr>
          </a:p>
        </p:txBody>
      </p:sp>
      <p:sp>
        <p:nvSpPr>
          <p:cNvPr id="54" name="Connector 53">
            <a:extLst xmlns:a="http://schemas.openxmlformats.org/drawingml/2006/main">
              <a:ext uri="{FF2B5EF4-FFF2-40B4-BE49-F238E27FC236}">
                <a16:creationId xmlns:a16="http://schemas.microsoft.com/office/drawing/2014/main" id="{351FE434-7AE7-483F-A3D5-9A0950164A10}"/>
              </a:ext>
            </a:extLst>
          </p:cNvPr>
          <p:cNvSpPr>
            <a:spLocks xmlns:a="http://schemas.openxmlformats.org/drawingml/2006/main" noGrp="1"/>
          </p:cNvSpPr>
          <p:nvPr/>
        </p:nvSpPr>
        <p:spPr>
          <a:xfrm xmlns:a="http://schemas.openxmlformats.org/drawingml/2006/main">
            <a:off x="8339327" y="4727448"/>
            <a:ext cx="256033" cy="0"/>
          </a:xfrm>
          <a:prstGeom xmlns:a="http://schemas.openxmlformats.org/drawingml/2006/main" prst="line">
            <a:avLst/>
          </a:prstGeom>
          <a:ln xmlns:a="http://schemas.openxmlformats.org/drawingml/2006/main" w="17780">
            <a:solidFill>
              <a:srgbClr val="6E758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5" name="Rounded Rectangle 54">
            <a:extLst xmlns:a="http://schemas.openxmlformats.org/drawingml/2006/main">
              <a:ext uri="{FF2B5EF4-FFF2-40B4-BE49-F238E27FC236}">
                <a16:creationId xmlns:a16="http://schemas.microsoft.com/office/drawing/2014/main" id="{6880EB79-3A36-44E3-80AF-6788082836C2}"/>
              </a:ext>
            </a:extLst>
          </p:cNvPr>
          <p:cNvSpPr>
            <a:spLocks xmlns:a="http://schemas.openxmlformats.org/drawingml/2006/main" noGrp="1"/>
          </p:cNvSpPr>
          <p:nvPr/>
        </p:nvSpPr>
        <p:spPr>
          <a:xfrm xmlns:a="http://schemas.openxmlformats.org/drawingml/2006/main">
            <a:off x="8668512" y="4572000"/>
            <a:ext cx="2212848" cy="310896"/>
          </a:xfrm>
          <a:prstGeom xmlns:a="http://schemas.openxmlformats.org/drawingml/2006/main" prst="roundRect">
            <a:avLst/>
          </a:prstGeom>
          <a:solidFill xmlns:a="http://schemas.openxmlformats.org/drawingml/2006/main">
            <a:srgbClr val="EBF9F3"/>
          </a:solidFill>
          <a:ln xmlns:a="http://schemas.openxmlformats.org/drawingml/2006/main" w="10160">
            <a:solidFill>
              <a:srgbClr val="C1E0D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27432" tIns="9144" rIns="27432" bIns="9144" anchor="ctr"/>
          <a:lstStyle xmlns:a="http://schemas.openxmlformats.org/drawingml/2006/main"/>
          <a:p xmlns:a="http://schemas.openxmlformats.org/drawingml/2006/main">
            <a:pPr algn="ctr">
              <a:buNone/>
            </a:pPr>
            <a:r>
              <a:rPr sz="820" b="1">
                <a:solidFill>
                  <a:srgbClr val="257E5E"/>
                </a:solidFill>
                <a:latin typeface="Arial"/>
                <a:ea typeface="Arial"/>
                <a:cs typeface="Arial"/>
              </a:rPr>
              <a:t>4  Consumer call</a:t>
            </a:r>
            <a:endParaRPr sz="820" b="1">
              <a:solidFill>
                <a:srgbClr val="257E5E"/>
              </a:solidFill>
              <a:latin typeface="Arial"/>
              <a:ea typeface="Arial"/>
              <a:cs typeface="Arial"/>
            </a:endParaRPr>
          </a:p>
        </p:txBody>
      </p:sp>
      <p:sp>
        <p:nvSpPr>
          <p:cNvPr id="56" name="TextBox 55">
            <a:extLst xmlns:a="http://schemas.openxmlformats.org/drawingml/2006/main">
              <a:ext uri="{FF2B5EF4-FFF2-40B4-BE49-F238E27FC236}">
                <a16:creationId xmlns:a16="http://schemas.microsoft.com/office/drawing/2014/main" id="{B4226230-2116-4A6E-8092-8DA7000942DE}"/>
              </a:ext>
            </a:extLst>
          </p:cNvPr>
          <p:cNvSpPr>
            <a:spLocks xmlns:a="http://schemas.openxmlformats.org/drawingml/2006/main" noGrp="1"/>
          </p:cNvSpPr>
          <p:nvPr/>
        </p:nvSpPr>
        <p:spPr>
          <a:xfrm xmlns:a="http://schemas.openxmlformats.org/drawingml/2006/main">
            <a:off x="566928" y="5285232"/>
            <a:ext cx="1828800" cy="228600"/>
          </a:xfrm>
          <a:prstGeom xmlns:a="http://schemas.openxmlformats.org/drawingml/2006/main" prst="rect">
            <a:avLst/>
          </a:prstGeom>
          <a:noFill xmlns:a="http://schemas.openxmlformats.org/drawingml/2006/main"/>
        </p:spPr>
        <p:txBody>
          <a:bodyPr xmlns:a="http://schemas.openxmlformats.org/drawingml/2006/main" wrap="square" lIns="54864" tIns="27432" rIns="54864" bIns="27432" anchor="t">
            <a:normAutofit fontScale="100000"/>
          </a:bodyPr>
          <a:lstStyle xmlns:a="http://schemas.openxmlformats.org/drawingml/2006/main"/>
          <a:p xmlns:a="http://schemas.openxmlformats.org/drawingml/2006/main">
            <a:pPr algn="l">
              <a:buNone/>
            </a:pPr>
            <a:r>
              <a:rPr sz="850" b="1" i="0">
                <a:solidFill>
                  <a:srgbClr val="6E758A"/>
                </a:solidFill>
                <a:latin typeface="Arial"/>
                <a:ea typeface="Arial"/>
                <a:cs typeface="Arial"/>
              </a:rPr>
              <a:t>CONTROL POINTS</a:t>
            </a:r>
            <a:endParaRPr sz="850" b="1" i="0">
              <a:solidFill>
                <a:srgbClr val="6E758A"/>
              </a:solidFill>
              <a:latin typeface="Arial"/>
              <a:ea typeface="Arial"/>
              <a:cs typeface="Arial"/>
            </a:endParaRPr>
          </a:p>
        </p:txBody>
      </p:sp>
      <p:sp>
        <p:nvSpPr>
          <p:cNvPr id="57" name="Rounded Rectangle 56">
            <a:extLst xmlns:a="http://schemas.openxmlformats.org/drawingml/2006/main">
              <a:ext uri="{FF2B5EF4-FFF2-40B4-BE49-F238E27FC236}">
                <a16:creationId xmlns:a16="http://schemas.microsoft.com/office/drawing/2014/main" id="{A5129D9C-2327-487C-9279-5FC51C9CD451}"/>
              </a:ext>
            </a:extLst>
          </p:cNvPr>
          <p:cNvSpPr>
            <a:spLocks xmlns:a="http://schemas.openxmlformats.org/drawingml/2006/main" noGrp="1"/>
          </p:cNvSpPr>
          <p:nvPr/>
        </p:nvSpPr>
        <p:spPr>
          <a:xfrm xmlns:a="http://schemas.openxmlformats.org/drawingml/2006/main">
            <a:off x="566928" y="5541264"/>
            <a:ext cx="2651760" cy="71323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1E4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8" name="TextBox 57">
            <a:extLst xmlns:a="http://schemas.openxmlformats.org/drawingml/2006/main">
              <a:ext uri="{FF2B5EF4-FFF2-40B4-BE49-F238E27FC236}">
                <a16:creationId xmlns:a16="http://schemas.microsoft.com/office/drawing/2014/main" id="{6E82CC35-AB32-4DF0-8662-B4E751AB7E1D}"/>
              </a:ext>
            </a:extLst>
          </p:cNvPr>
          <p:cNvSpPr>
            <a:spLocks xmlns:a="http://schemas.openxmlformats.org/drawingml/2006/main" noGrp="1"/>
          </p:cNvSpPr>
          <p:nvPr/>
        </p:nvSpPr>
        <p:spPr>
          <a:xfrm xmlns:a="http://schemas.openxmlformats.org/drawingml/2006/main">
            <a:off x="694944" y="5632703"/>
            <a:ext cx="2395728" cy="201168"/>
          </a:xfrm>
          <a:prstGeom xmlns:a="http://schemas.openxmlformats.org/drawingml/2006/main" prst="rect">
            <a:avLst/>
          </a:prstGeom>
          <a:noFill xmlns:a="http://schemas.openxmlformats.org/drawingml/2006/main"/>
        </p:spPr>
        <p:txBody>
          <a:bodyPr xmlns:a="http://schemas.openxmlformats.org/drawingml/2006/main" wrap="square" lIns="54864" tIns="27432" rIns="54864" bIns="27432" anchor="t">
            <a:normAutofit fontScale="100000"/>
          </a:bodyPr>
          <a:lstStyle xmlns:a="http://schemas.openxmlformats.org/drawingml/2006/main"/>
          <a:p xmlns:a="http://schemas.openxmlformats.org/drawingml/2006/main">
            <a:pPr algn="l">
              <a:buNone/>
            </a:pPr>
            <a:r>
              <a:rPr sz="920" b="1" i="0">
                <a:solidFill>
                  <a:srgbClr val="1C235B"/>
                </a:solidFill>
                <a:latin typeface="Arial"/>
                <a:ea typeface="Arial"/>
                <a:cs typeface="Arial"/>
              </a:rPr>
              <a:t>Permanent code</a:t>
            </a:r>
            <a:endParaRPr sz="920" b="1" i="0">
              <a:solidFill>
                <a:srgbClr val="1C235B"/>
              </a:solidFill>
              <a:latin typeface="Arial"/>
              <a:ea typeface="Arial"/>
              <a:cs typeface="Arial"/>
            </a:endParaRPr>
          </a:p>
        </p:txBody>
      </p:sp>
      <p:sp>
        <p:nvSpPr>
          <p:cNvPr id="59" name="TextBox 58">
            <a:extLst xmlns:a="http://schemas.openxmlformats.org/drawingml/2006/main">
              <a:ext uri="{FF2B5EF4-FFF2-40B4-BE49-F238E27FC236}">
                <a16:creationId xmlns:a16="http://schemas.microsoft.com/office/drawing/2014/main" id="{5F10D41D-DA31-4E05-AC2A-7F444A56E844}"/>
              </a:ext>
            </a:extLst>
          </p:cNvPr>
          <p:cNvSpPr>
            <a:spLocks xmlns:a="http://schemas.openxmlformats.org/drawingml/2006/main" noGrp="1"/>
          </p:cNvSpPr>
          <p:nvPr/>
        </p:nvSpPr>
        <p:spPr>
          <a:xfrm xmlns:a="http://schemas.openxmlformats.org/drawingml/2006/main">
            <a:off x="694944" y="5861303"/>
            <a:ext cx="2395728" cy="292608"/>
          </a:xfrm>
          <a:prstGeom xmlns:a="http://schemas.openxmlformats.org/drawingml/2006/main" prst="rect">
            <a:avLst/>
          </a:prstGeom>
          <a:noFill xmlns:a="http://schemas.openxmlformats.org/drawingml/2006/main"/>
        </p:spPr>
        <p:txBody>
          <a:bodyPr xmlns:a="http://schemas.openxmlformats.org/drawingml/2006/main" wrap="square" lIns="54864" tIns="27432" rIns="54864" bIns="27432" anchor="t">
            <a:normAutofit fontScale="100000"/>
          </a:bodyPr>
          <a:lstStyle xmlns:a="http://schemas.openxmlformats.org/drawingml/2006/main"/>
          <a:p xmlns:a="http://schemas.openxmlformats.org/drawingml/2006/main">
            <a:pPr algn="l">
              <a:buNone/>
            </a:pPr>
            <a:r>
              <a:rPr sz="820" b="0" i="0">
                <a:solidFill>
                  <a:srgbClr val="444B60"/>
                </a:solidFill>
                <a:latin typeface="Arial"/>
                <a:ea typeface="Arial"/>
                <a:cs typeface="Arial"/>
              </a:rPr>
              <a:t>Integrations use the code, not a display name.</a:t>
            </a:r>
            <a:endParaRPr sz="820" b="0" i="0">
              <a:solidFill>
                <a:srgbClr val="444B60"/>
              </a:solidFill>
              <a:latin typeface="Arial"/>
              <a:ea typeface="Arial"/>
              <a:cs typeface="Arial"/>
            </a:endParaRPr>
          </a:p>
        </p:txBody>
      </p:sp>
      <p:sp>
        <p:nvSpPr>
          <p:cNvPr id="60" name="Rounded Rectangle 59">
            <a:extLst xmlns:a="http://schemas.openxmlformats.org/drawingml/2006/main">
              <a:ext uri="{FF2B5EF4-FFF2-40B4-BE49-F238E27FC236}">
                <a16:creationId xmlns:a16="http://schemas.microsoft.com/office/drawing/2014/main" id="{0295A9B6-9332-4642-B679-72BE89BA9DBE}"/>
              </a:ext>
            </a:extLst>
          </p:cNvPr>
          <p:cNvSpPr>
            <a:spLocks xmlns:a="http://schemas.openxmlformats.org/drawingml/2006/main" noGrp="1"/>
          </p:cNvSpPr>
          <p:nvPr/>
        </p:nvSpPr>
        <p:spPr>
          <a:xfrm xmlns:a="http://schemas.openxmlformats.org/drawingml/2006/main">
            <a:off x="3364992" y="5541264"/>
            <a:ext cx="2651760" cy="71323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1E4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1" name="TextBox 60">
            <a:extLst xmlns:a="http://schemas.openxmlformats.org/drawingml/2006/main">
              <a:ext uri="{FF2B5EF4-FFF2-40B4-BE49-F238E27FC236}">
                <a16:creationId xmlns:a16="http://schemas.microsoft.com/office/drawing/2014/main" id="{DE63E8A5-8877-4903-AEE8-D1FE61EEDDD7}"/>
              </a:ext>
            </a:extLst>
          </p:cNvPr>
          <p:cNvSpPr>
            <a:spLocks xmlns:a="http://schemas.openxmlformats.org/drawingml/2006/main" noGrp="1"/>
          </p:cNvSpPr>
          <p:nvPr/>
        </p:nvSpPr>
        <p:spPr>
          <a:xfrm xmlns:a="http://schemas.openxmlformats.org/drawingml/2006/main">
            <a:off x="3493008" y="5632703"/>
            <a:ext cx="2395728" cy="201168"/>
          </a:xfrm>
          <a:prstGeom xmlns:a="http://schemas.openxmlformats.org/drawingml/2006/main" prst="rect">
            <a:avLst/>
          </a:prstGeom>
          <a:noFill xmlns:a="http://schemas.openxmlformats.org/drawingml/2006/main"/>
        </p:spPr>
        <p:txBody>
          <a:bodyPr xmlns:a="http://schemas.openxmlformats.org/drawingml/2006/main" wrap="square" lIns="54864" tIns="27432" rIns="54864" bIns="27432" anchor="t">
            <a:normAutofit fontScale="100000"/>
          </a:bodyPr>
          <a:lstStyle xmlns:a="http://schemas.openxmlformats.org/drawingml/2006/main"/>
          <a:p xmlns:a="http://schemas.openxmlformats.org/drawingml/2006/main">
            <a:pPr algn="l">
              <a:buNone/>
            </a:pPr>
            <a:r>
              <a:rPr sz="920" b="1" i="0">
                <a:solidFill>
                  <a:srgbClr val="1C235B"/>
                </a:solidFill>
                <a:latin typeface="Arial"/>
                <a:ea typeface="Arial"/>
                <a:cs typeface="Arial"/>
              </a:rPr>
              <a:t>Owned inputs</a:t>
            </a:r>
            <a:endParaRPr sz="920" b="1" i="0">
              <a:solidFill>
                <a:srgbClr val="1C235B"/>
              </a:solidFill>
              <a:latin typeface="Arial"/>
              <a:ea typeface="Arial"/>
              <a:cs typeface="Arial"/>
            </a:endParaRPr>
          </a:p>
        </p:txBody>
      </p:sp>
      <p:sp>
        <p:nvSpPr>
          <p:cNvPr id="62" name="TextBox 61">
            <a:extLst xmlns:a="http://schemas.openxmlformats.org/drawingml/2006/main">
              <a:ext uri="{FF2B5EF4-FFF2-40B4-BE49-F238E27FC236}">
                <a16:creationId xmlns:a16="http://schemas.microsoft.com/office/drawing/2014/main" id="{AA3D7651-7BFC-4564-9FFA-9E069A36B4E3}"/>
              </a:ext>
            </a:extLst>
          </p:cNvPr>
          <p:cNvSpPr>
            <a:spLocks xmlns:a="http://schemas.openxmlformats.org/drawingml/2006/main" noGrp="1"/>
          </p:cNvSpPr>
          <p:nvPr/>
        </p:nvSpPr>
        <p:spPr>
          <a:xfrm xmlns:a="http://schemas.openxmlformats.org/drawingml/2006/main">
            <a:off x="3493008" y="5861303"/>
            <a:ext cx="2395728" cy="292608"/>
          </a:xfrm>
          <a:prstGeom xmlns:a="http://schemas.openxmlformats.org/drawingml/2006/main" prst="rect">
            <a:avLst/>
          </a:prstGeom>
          <a:noFill xmlns:a="http://schemas.openxmlformats.org/drawingml/2006/main"/>
        </p:spPr>
        <p:txBody>
          <a:bodyPr xmlns:a="http://schemas.openxmlformats.org/drawingml/2006/main" wrap="square" lIns="54864" tIns="27432" rIns="54864" bIns="27432" anchor="t">
            <a:normAutofit fontScale="100000"/>
          </a:bodyPr>
          <a:lstStyle xmlns:a="http://schemas.openxmlformats.org/drawingml/2006/main"/>
          <a:p xmlns:a="http://schemas.openxmlformats.org/drawingml/2006/main">
            <a:pPr algn="l">
              <a:buNone/>
            </a:pPr>
            <a:r>
              <a:rPr sz="820" b="0" i="0">
                <a:solidFill>
                  <a:srgbClr val="444B60"/>
                </a:solidFill>
                <a:latin typeface="Arial"/>
                <a:ea typeface="Arial"/>
                <a:cs typeface="Arial"/>
              </a:rPr>
              <a:t>Every variable has one trusted ATLAS source.</a:t>
            </a:r>
            <a:endParaRPr sz="820" b="0" i="0">
              <a:solidFill>
                <a:srgbClr val="444B60"/>
              </a:solidFill>
              <a:latin typeface="Arial"/>
              <a:ea typeface="Arial"/>
              <a:cs typeface="Arial"/>
            </a:endParaRPr>
          </a:p>
        </p:txBody>
      </p:sp>
      <p:sp>
        <p:nvSpPr>
          <p:cNvPr id="63" name="Rounded Rectangle 62">
            <a:extLst xmlns:a="http://schemas.openxmlformats.org/drawingml/2006/main">
              <a:ext uri="{FF2B5EF4-FFF2-40B4-BE49-F238E27FC236}">
                <a16:creationId xmlns:a16="http://schemas.microsoft.com/office/drawing/2014/main" id="{375DF5EC-14B2-4042-91A0-FF4873BA749D}"/>
              </a:ext>
            </a:extLst>
          </p:cNvPr>
          <p:cNvSpPr>
            <a:spLocks xmlns:a="http://schemas.openxmlformats.org/drawingml/2006/main" noGrp="1"/>
          </p:cNvSpPr>
          <p:nvPr/>
        </p:nvSpPr>
        <p:spPr>
          <a:xfrm xmlns:a="http://schemas.openxmlformats.org/drawingml/2006/main">
            <a:off x="6163056" y="5541264"/>
            <a:ext cx="2651760" cy="71323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1E4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4" name="TextBox 63">
            <a:extLst xmlns:a="http://schemas.openxmlformats.org/drawingml/2006/main">
              <a:ext uri="{FF2B5EF4-FFF2-40B4-BE49-F238E27FC236}">
                <a16:creationId xmlns:a16="http://schemas.microsoft.com/office/drawing/2014/main" id="{F50C4845-AE56-4183-A738-10BA3164AB71}"/>
              </a:ext>
            </a:extLst>
          </p:cNvPr>
          <p:cNvSpPr>
            <a:spLocks xmlns:a="http://schemas.openxmlformats.org/drawingml/2006/main" noGrp="1"/>
          </p:cNvSpPr>
          <p:nvPr/>
        </p:nvSpPr>
        <p:spPr>
          <a:xfrm xmlns:a="http://schemas.openxmlformats.org/drawingml/2006/main">
            <a:off x="6291072" y="5632703"/>
            <a:ext cx="2395728" cy="201168"/>
          </a:xfrm>
          <a:prstGeom xmlns:a="http://schemas.openxmlformats.org/drawingml/2006/main" prst="rect">
            <a:avLst/>
          </a:prstGeom>
          <a:noFill xmlns:a="http://schemas.openxmlformats.org/drawingml/2006/main"/>
        </p:spPr>
        <p:txBody>
          <a:bodyPr xmlns:a="http://schemas.openxmlformats.org/drawingml/2006/main" wrap="square" lIns="54864" tIns="27432" rIns="54864" bIns="27432" anchor="t">
            <a:normAutofit fontScale="100000"/>
          </a:bodyPr>
          <a:lstStyle xmlns:a="http://schemas.openxmlformats.org/drawingml/2006/main"/>
          <a:p xmlns:a="http://schemas.openxmlformats.org/drawingml/2006/main">
            <a:pPr algn="l">
              <a:buNone/>
            </a:pPr>
            <a:r>
              <a:rPr sz="920" b="1" i="0">
                <a:solidFill>
                  <a:srgbClr val="1C235B"/>
                </a:solidFill>
                <a:latin typeface="Arial"/>
                <a:ea typeface="Arial"/>
                <a:cs typeface="Arial"/>
              </a:rPr>
              <a:t>No overlap</a:t>
            </a:r>
            <a:endParaRPr sz="920" b="1" i="0">
              <a:solidFill>
                <a:srgbClr val="1C235B"/>
              </a:solidFill>
              <a:latin typeface="Arial"/>
              <a:ea typeface="Arial"/>
              <a:cs typeface="Arial"/>
            </a:endParaRPr>
          </a:p>
        </p:txBody>
      </p:sp>
      <p:sp>
        <p:nvSpPr>
          <p:cNvPr id="65" name="TextBox 64">
            <a:extLst xmlns:a="http://schemas.openxmlformats.org/drawingml/2006/main">
              <a:ext uri="{FF2B5EF4-FFF2-40B4-BE49-F238E27FC236}">
                <a16:creationId xmlns:a16="http://schemas.microsoft.com/office/drawing/2014/main" id="{9DBDA5AE-AA3B-46A7-9822-F040BC58D0B8}"/>
              </a:ext>
            </a:extLst>
          </p:cNvPr>
          <p:cNvSpPr>
            <a:spLocks xmlns:a="http://schemas.openxmlformats.org/drawingml/2006/main" noGrp="1"/>
          </p:cNvSpPr>
          <p:nvPr/>
        </p:nvSpPr>
        <p:spPr>
          <a:xfrm xmlns:a="http://schemas.openxmlformats.org/drawingml/2006/main">
            <a:off x="6291072" y="5861303"/>
            <a:ext cx="2395728" cy="292608"/>
          </a:xfrm>
          <a:prstGeom xmlns:a="http://schemas.openxmlformats.org/drawingml/2006/main" prst="rect">
            <a:avLst/>
          </a:prstGeom>
          <a:noFill xmlns:a="http://schemas.openxmlformats.org/drawingml/2006/main"/>
        </p:spPr>
        <p:txBody>
          <a:bodyPr xmlns:a="http://schemas.openxmlformats.org/drawingml/2006/main" wrap="square" lIns="54864" tIns="27432" rIns="54864" bIns="27432" anchor="t">
            <a:normAutofit fontScale="95122"/>
          </a:bodyPr>
          <a:lstStyle xmlns:a="http://schemas.openxmlformats.org/drawingml/2006/main"/>
          <a:p xmlns:a="http://schemas.openxmlformats.org/drawingml/2006/main">
            <a:pPr algn="l">
              <a:buNone/>
            </a:pPr>
            <a:r>
              <a:rPr sz="820" b="0" i="0">
                <a:solidFill>
                  <a:srgbClr val="444B60"/>
                </a:solidFill>
                <a:latin typeface="Arial"/>
                <a:ea typeface="Arial"/>
                <a:cs typeface="Arial"/>
              </a:rPr>
              <a:t>Only one assignment may claim the same employee and event.</a:t>
            </a:r>
            <a:endParaRPr sz="820" b="0" i="0">
              <a:solidFill>
                <a:srgbClr val="444B60"/>
              </a:solidFill>
              <a:latin typeface="Arial"/>
              <a:ea typeface="Arial"/>
              <a:cs typeface="Arial"/>
            </a:endParaRPr>
          </a:p>
        </p:txBody>
      </p:sp>
      <p:sp>
        <p:nvSpPr>
          <p:cNvPr id="66" name="Rounded Rectangle 65">
            <a:extLst xmlns:a="http://schemas.openxmlformats.org/drawingml/2006/main">
              <a:ext uri="{FF2B5EF4-FFF2-40B4-BE49-F238E27FC236}">
                <a16:creationId xmlns:a16="http://schemas.microsoft.com/office/drawing/2014/main" id="{F42415CA-3889-419A-8E00-081B836AD890}"/>
              </a:ext>
            </a:extLst>
          </p:cNvPr>
          <p:cNvSpPr>
            <a:spLocks xmlns:a="http://schemas.openxmlformats.org/drawingml/2006/main" noGrp="1"/>
          </p:cNvSpPr>
          <p:nvPr/>
        </p:nvSpPr>
        <p:spPr>
          <a:xfrm xmlns:a="http://schemas.openxmlformats.org/drawingml/2006/main">
            <a:off x="8961119" y="5541264"/>
            <a:ext cx="2651760" cy="71323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1E4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7" name="TextBox 66">
            <a:extLst xmlns:a="http://schemas.openxmlformats.org/drawingml/2006/main">
              <a:ext uri="{FF2B5EF4-FFF2-40B4-BE49-F238E27FC236}">
                <a16:creationId xmlns:a16="http://schemas.microsoft.com/office/drawing/2014/main" id="{BFAB366C-82EE-4D4E-B3B4-C86AA7F943EA}"/>
              </a:ext>
            </a:extLst>
          </p:cNvPr>
          <p:cNvSpPr>
            <a:spLocks xmlns:a="http://schemas.openxmlformats.org/drawingml/2006/main" noGrp="1"/>
          </p:cNvSpPr>
          <p:nvPr/>
        </p:nvSpPr>
        <p:spPr>
          <a:xfrm xmlns:a="http://schemas.openxmlformats.org/drawingml/2006/main">
            <a:off x="9089136" y="5632703"/>
            <a:ext cx="2395728" cy="201168"/>
          </a:xfrm>
          <a:prstGeom xmlns:a="http://schemas.openxmlformats.org/drawingml/2006/main" prst="rect">
            <a:avLst/>
          </a:prstGeom>
          <a:noFill xmlns:a="http://schemas.openxmlformats.org/drawingml/2006/main"/>
        </p:spPr>
        <p:txBody>
          <a:bodyPr xmlns:a="http://schemas.openxmlformats.org/drawingml/2006/main" wrap="square" lIns="54864" tIns="27432" rIns="54864" bIns="27432" anchor="t">
            <a:normAutofit fontScale="100000"/>
          </a:bodyPr>
          <a:lstStyle xmlns:a="http://schemas.openxmlformats.org/drawingml/2006/main"/>
          <a:p xmlns:a="http://schemas.openxmlformats.org/drawingml/2006/main">
            <a:pPr algn="l">
              <a:buNone/>
            </a:pPr>
            <a:r>
              <a:rPr sz="920" b="1" i="0">
                <a:solidFill>
                  <a:srgbClr val="1C235B"/>
                </a:solidFill>
                <a:latin typeface="Arial"/>
                <a:ea typeface="Arial"/>
                <a:cs typeface="Arial"/>
              </a:rPr>
              <a:t>History retained</a:t>
            </a:r>
            <a:endParaRPr sz="920" b="1" i="0">
              <a:solidFill>
                <a:srgbClr val="1C235B"/>
              </a:solidFill>
              <a:latin typeface="Arial"/>
              <a:ea typeface="Arial"/>
              <a:cs typeface="Arial"/>
            </a:endParaRPr>
          </a:p>
        </p:txBody>
      </p:sp>
      <p:sp>
        <p:nvSpPr>
          <p:cNvPr id="68" name="TextBox 67">
            <a:extLst xmlns:a="http://schemas.openxmlformats.org/drawingml/2006/main">
              <a:ext uri="{FF2B5EF4-FFF2-40B4-BE49-F238E27FC236}">
                <a16:creationId xmlns:a16="http://schemas.microsoft.com/office/drawing/2014/main" id="{F7C26792-2E10-4E76-BC83-BBDC7C607B43}"/>
              </a:ext>
            </a:extLst>
          </p:cNvPr>
          <p:cNvSpPr>
            <a:spLocks xmlns:a="http://schemas.openxmlformats.org/drawingml/2006/main" noGrp="1"/>
          </p:cNvSpPr>
          <p:nvPr/>
        </p:nvSpPr>
        <p:spPr>
          <a:xfrm xmlns:a="http://schemas.openxmlformats.org/drawingml/2006/main">
            <a:off x="9089136" y="5861303"/>
            <a:ext cx="2395728" cy="292608"/>
          </a:xfrm>
          <a:prstGeom xmlns:a="http://schemas.openxmlformats.org/drawingml/2006/main" prst="rect">
            <a:avLst/>
          </a:prstGeom>
          <a:noFill xmlns:a="http://schemas.openxmlformats.org/drawingml/2006/main"/>
        </p:spPr>
        <p:txBody>
          <a:bodyPr xmlns:a="http://schemas.openxmlformats.org/drawingml/2006/main" wrap="square" lIns="54864" tIns="27432" rIns="54864" bIns="27432" anchor="t">
            <a:normAutofit fontScale="95122"/>
          </a:bodyPr>
          <a:lstStyle xmlns:a="http://schemas.openxmlformats.org/drawingml/2006/main"/>
          <a:p xmlns:a="http://schemas.openxmlformats.org/drawingml/2006/main">
            <a:pPr algn="l">
              <a:buNone/>
            </a:pPr>
            <a:r>
              <a:rPr sz="820" b="0" i="0">
                <a:solidFill>
                  <a:srgbClr val="444B60"/>
                </a:solidFill>
                <a:latin typeface="Arial"/>
                <a:ea typeface="Arial"/>
                <a:cs typeface="Arial"/>
              </a:rPr>
              <a:t>Used versions are replaced by a new effective version, never rewritten.</a:t>
            </a:r>
            <a:endParaRPr sz="820" b="0" i="0">
              <a:solidFill>
                <a:srgbClr val="444B60"/>
              </a:solidFill>
              <a:latin typeface="Arial"/>
              <a:ea typeface="Arial"/>
              <a:cs typeface="Arial"/>
            </a:endParaRPr>
          </a:p>
        </p:txBody>
      </p:sp>
      <p:sp>
        <p:nvSpPr>
          <p:cNvPr id="69" name="Rounded Rectangle 68">
            <a:extLst xmlns:a="http://schemas.openxmlformats.org/drawingml/2006/main">
              <a:ext uri="{FF2B5EF4-FFF2-40B4-BE49-F238E27FC236}">
                <a16:creationId xmlns:a16="http://schemas.microsoft.com/office/drawing/2014/main" id="{C6F6AE8F-F575-4F85-BF76-82912A217DBB}"/>
              </a:ext>
            </a:extLst>
          </p:cNvPr>
          <p:cNvSpPr>
            <a:spLocks xmlns:a="http://schemas.openxmlformats.org/drawingml/2006/main" noGrp="1"/>
          </p:cNvSpPr>
          <p:nvPr/>
        </p:nvSpPr>
        <p:spPr>
          <a:xfrm xmlns:a="http://schemas.openxmlformats.org/drawingml/2006/main">
            <a:off x="7406640" y="6419088"/>
            <a:ext cx="4178808" cy="292608"/>
          </a:xfrm>
          <a:prstGeom xmlns:a="http://schemas.openxmlformats.org/drawingml/2006/main" prst="roundRect">
            <a:avLst/>
          </a:prstGeom>
          <a:solidFill xmlns:a="http://schemas.openxmlformats.org/drawingml/2006/main">
            <a:srgbClr val="F6F7FC"/>
          </a:solidFill>
          <a:ln xmlns:a="http://schemas.openxmlformats.org/drawingml/2006/main" w="10160">
            <a:solidFill>
              <a:srgbClr val="E1E4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720">
                <a:solidFill>
                  <a:srgbClr val="444B60"/>
                </a:solidFill>
                <a:latin typeface="Arial"/>
                <a:ea typeface="Arial"/>
                <a:cs typeface="Arial"/>
              </a:rPr>
              <a:t>Source · live ATLAS workflow, computation catalog and payroll transaction trail</a:t>
            </a:r>
            <a:endParaRPr sz="720">
              <a:solidFill>
                <a:srgbClr val="444B60"/>
              </a:solidFill>
              <a:latin typeface="Arial"/>
              <a:ea typeface="Arial"/>
              <a:cs typeface="Arial"/>
            </a:endParaRPr>
          </a:p>
        </p:txBody>
      </p:sp>
    </p:spTree>
    <p:extLst>
      <p:ext uri="{BB962C8B-B14F-4D97-AF65-F5344CB8AC3E}">
        <p14:creationId xmlns:p14="http://schemas.microsoft.com/office/powerpoint/2010/main" val="369367568"/>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5ADCAF2-78AC-4655-BB67-D10CFAA9DAA1}"/>
              </a:ext>
            </a:extLst>
          </p:cNvPr>
          <p:cNvSpPr>
            <a:spLocks xmlns:a="http://schemas.openxmlformats.org/drawingml/2006/main" noGrp="1"/>
          </p:cNvSpPr>
          <p:nvPr/>
        </p:nvSpPr>
        <p:spPr>
          <a:xfrm xmlns:a="http://schemas.openxmlformats.org/drawingml/2006/main">
            <a:off x="566928" y="329184"/>
            <a:ext cx="11027664"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BEFORE GO-LIVE</a:t>
            </a:r>
            <a:endParaRPr sz="1000"/>
          </a:p>
        </p:txBody>
      </p:sp>
      <p:sp>
        <p:nvSpPr>
          <p:cNvPr id="3" name="Text 1">
            <a:extLst xmlns:a="http://schemas.openxmlformats.org/drawingml/2006/main">
              <a:ext uri="{FF2B5EF4-FFF2-40B4-BE49-F238E27FC236}">
                <a16:creationId xmlns:a16="http://schemas.microsoft.com/office/drawing/2014/main" id="{14BD904B-C6D1-4A7E-AD20-67687405059A}"/>
              </a:ext>
            </a:extLst>
          </p:cNvPr>
          <p:cNvSpPr>
            <a:spLocks xmlns:a="http://schemas.openxmlformats.org/drawingml/2006/main" noGrp="1"/>
          </p:cNvSpPr>
          <p:nvPr/>
        </p:nvSpPr>
        <p:spPr>
          <a:xfrm xmlns:a="http://schemas.openxmlformats.org/drawingml/2006/main">
            <a:off x="566928" y="548640"/>
            <a:ext cx="110276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Five decisions the setup screen cannot make for you</a:t>
            </a:r>
            <a:endParaRPr sz="3000"/>
          </a:p>
        </p:txBody>
      </p:sp>
      <p:sp>
        <p:nvSpPr>
          <p:cNvPr id="4" name="Text 2">
            <a:extLst xmlns:a="http://schemas.openxmlformats.org/drawingml/2006/main">
              <a:ext uri="{FF2B5EF4-FFF2-40B4-BE49-F238E27FC236}">
                <a16:creationId xmlns:a16="http://schemas.microsoft.com/office/drawing/2014/main" id="{45058444-0BF6-4F82-A02F-08F6E0ED6FF9}"/>
              </a:ext>
            </a:extLst>
          </p:cNvPr>
          <p:cNvSpPr>
            <a:spLocks xmlns:a="http://schemas.openxmlformats.org/drawingml/2006/main" noGrp="1"/>
          </p:cNvSpPr>
          <p:nvPr/>
        </p:nvSpPr>
        <p:spPr>
          <a:xfrm xmlns:a="http://schemas.openxmlformats.org/drawingml/2006/main">
            <a:off x="566928" y="1115568"/>
            <a:ext cx="11027664"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i="1">
                <a:solidFill>
                  <a:srgbClr val="5A6280"/>
                </a:solidFill>
                <a:latin typeface="Calibri"/>
                <a:ea typeface="Calibri"/>
                <a:cs typeface="Calibri"/>
              </a:rPr>
              <a:t>Finance and implementation should agree these before switching the assignment to Active.</a:t>
            </a:r>
            <a:endParaRPr sz="1200"/>
          </a:p>
        </p:txBody>
      </p:sp>
      <p:sp>
        <p:nvSpPr>
          <p:cNvPr id="5" name="Shape 3">
            <a:extLst xmlns:a="http://schemas.openxmlformats.org/drawingml/2006/main">
              <a:ext uri="{FF2B5EF4-FFF2-40B4-BE49-F238E27FC236}">
                <a16:creationId xmlns:a16="http://schemas.microsoft.com/office/drawing/2014/main" id="{5319E1DB-A2F3-4269-946E-4F584A6A955E}"/>
              </a:ext>
            </a:extLst>
          </p:cNvPr>
          <p:cNvSpPr>
            <a:spLocks xmlns:a="http://schemas.openxmlformats.org/drawingml/2006/main" noGrp="1"/>
          </p:cNvSpPr>
          <p:nvPr/>
        </p:nvSpPr>
        <p:spPr>
          <a:xfrm xmlns:a="http://schemas.openxmlformats.org/drawingml/2006/main">
            <a:off x="566928" y="1627632"/>
            <a:ext cx="384048" cy="384048"/>
          </a:xfrm>
          <a:prstGeom xmlns:a="http://schemas.openxmlformats.org/drawingml/2006/main" prst="ellipse">
            <a:avLst/>
          </a:prstGeom>
          <a:solidFill xmlns:a="http://schemas.openxmlformats.org/drawingml/2006/main">
            <a:srgbClr val="1E2761"/>
          </a:solidFill>
        </p:spPr>
      </p:sp>
      <p:sp>
        <p:nvSpPr>
          <p:cNvPr id="6" name="Text 4">
            <a:extLst xmlns:a="http://schemas.openxmlformats.org/drawingml/2006/main">
              <a:ext uri="{FF2B5EF4-FFF2-40B4-BE49-F238E27FC236}">
                <a16:creationId xmlns:a16="http://schemas.microsoft.com/office/drawing/2014/main" id="{B6406670-76F4-48A7-B94C-E8DC19CC200B}"/>
              </a:ext>
            </a:extLst>
          </p:cNvPr>
          <p:cNvSpPr>
            <a:spLocks xmlns:a="http://schemas.openxmlformats.org/drawingml/2006/main" noGrp="1"/>
          </p:cNvSpPr>
          <p:nvPr/>
        </p:nvSpPr>
        <p:spPr>
          <a:xfrm xmlns:a="http://schemas.openxmlformats.org/drawingml/2006/main">
            <a:off x="566928" y="1627632"/>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1</a:t>
            </a:r>
            <a:endParaRPr sz="1400"/>
          </a:p>
        </p:txBody>
      </p:sp>
      <p:sp>
        <p:nvSpPr>
          <p:cNvPr id="7" name="Text 5">
            <a:extLst xmlns:a="http://schemas.openxmlformats.org/drawingml/2006/main">
              <a:ext uri="{FF2B5EF4-FFF2-40B4-BE49-F238E27FC236}">
                <a16:creationId xmlns:a16="http://schemas.microsoft.com/office/drawing/2014/main" id="{31078875-8402-4C0E-9779-2FF6B8B1E69E}"/>
              </a:ext>
            </a:extLst>
          </p:cNvPr>
          <p:cNvSpPr>
            <a:spLocks xmlns:a="http://schemas.openxmlformats.org/drawingml/2006/main" noGrp="1"/>
          </p:cNvSpPr>
          <p:nvPr/>
        </p:nvSpPr>
        <p:spPr>
          <a:xfrm xmlns:a="http://schemas.openxmlformats.org/drawingml/2006/main">
            <a:off x="1170432" y="1591056"/>
            <a:ext cx="3200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200" b="1">
                <a:solidFill>
                  <a:srgbClr val="1E2761"/>
                </a:solidFill>
                <a:latin typeface="Calibri"/>
                <a:ea typeface="Calibri"/>
                <a:cs typeface="Calibri"/>
              </a:rPr>
              <a:t>Which ATLAS step calls the code</a:t>
            </a:r>
            <a:endParaRPr sz="1200"/>
          </a:p>
        </p:txBody>
      </p:sp>
      <p:sp>
        <p:nvSpPr>
          <p:cNvPr id="8" name="Text 6">
            <a:extLst xmlns:a="http://schemas.openxmlformats.org/drawingml/2006/main">
              <a:ext uri="{FF2B5EF4-FFF2-40B4-BE49-F238E27FC236}">
                <a16:creationId xmlns:a16="http://schemas.microsoft.com/office/drawing/2014/main" id="{63786B9E-F93A-4B26-8B2C-6DF62B462DDF}"/>
              </a:ext>
            </a:extLst>
          </p:cNvPr>
          <p:cNvSpPr>
            <a:spLocks xmlns:a="http://schemas.openxmlformats.org/drawingml/2006/main" noGrp="1"/>
          </p:cNvSpPr>
          <p:nvPr/>
        </p:nvSpPr>
        <p:spPr>
          <a:xfrm xmlns:a="http://schemas.openxmlformats.org/drawingml/2006/main">
            <a:off x="4498848" y="1591056"/>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050">
                <a:solidFill>
                  <a:srgbClr val="2B3350"/>
                </a:solidFill>
                <a:latin typeface="Calibri"/>
                <a:ea typeface="Calibri"/>
                <a:cs typeface="Calibri"/>
              </a:rPr>
              <a:t>Name the module and exact point in its workflow. A new custom code will not execute just because it exists.</a:t>
            </a:r>
            <a:endParaRPr sz="1050"/>
          </a:p>
        </p:txBody>
      </p:sp>
      <p:sp>
        <p:nvSpPr>
          <p:cNvPr id="9" name="Text 7">
            <a:extLst xmlns:a="http://schemas.openxmlformats.org/drawingml/2006/main">
              <a:ext uri="{FF2B5EF4-FFF2-40B4-BE49-F238E27FC236}">
                <a16:creationId xmlns:a16="http://schemas.microsoft.com/office/drawing/2014/main" id="{07FB5F34-96A9-4B9A-AE15-8D5A94D84C00}"/>
              </a:ext>
            </a:extLst>
          </p:cNvPr>
          <p:cNvSpPr>
            <a:spLocks xmlns:a="http://schemas.openxmlformats.org/drawingml/2006/main" noGrp="1"/>
          </p:cNvSpPr>
          <p:nvPr/>
        </p:nvSpPr>
        <p:spPr>
          <a:xfrm xmlns:a="http://schemas.openxmlformats.org/drawingml/2006/main">
            <a:off x="9710928" y="1591056"/>
            <a:ext cx="1920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200"/>
              </a:lnSpc>
              <a:buNone/>
            </a:pPr>
            <a:r>
              <a:rPr sz="950" i="1">
                <a:solidFill>
                  <a:srgbClr val="5A6280"/>
                </a:solidFill>
                <a:latin typeface="Calibri"/>
                <a:ea typeface="Calibri"/>
                <a:cs typeface="Calibri"/>
              </a:rPr>
              <a:t>Consumer owner</a:t>
            </a:r>
            <a:endParaRPr sz="950"/>
          </a:p>
        </p:txBody>
      </p:sp>
      <p:sp>
        <p:nvSpPr>
          <p:cNvPr id="10" name="Shape 8">
            <a:extLst xmlns:a="http://schemas.openxmlformats.org/drawingml/2006/main">
              <a:ext uri="{FF2B5EF4-FFF2-40B4-BE49-F238E27FC236}">
                <a16:creationId xmlns:a16="http://schemas.microsoft.com/office/drawing/2014/main" id="{F1ED9047-DBB6-45BD-9BB0-CC8B94BE224F}"/>
              </a:ext>
            </a:extLst>
          </p:cNvPr>
          <p:cNvSpPr>
            <a:spLocks xmlns:a="http://schemas.openxmlformats.org/drawingml/2006/main" noGrp="1"/>
          </p:cNvSpPr>
          <p:nvPr/>
        </p:nvSpPr>
        <p:spPr>
          <a:xfrm xmlns:a="http://schemas.openxmlformats.org/drawingml/2006/main">
            <a:off x="566928" y="2596896"/>
            <a:ext cx="384048" cy="384048"/>
          </a:xfrm>
          <a:prstGeom xmlns:a="http://schemas.openxmlformats.org/drawingml/2006/main" prst="ellipse">
            <a:avLst/>
          </a:prstGeom>
          <a:solidFill xmlns:a="http://schemas.openxmlformats.org/drawingml/2006/main">
            <a:srgbClr val="1E2761"/>
          </a:solidFill>
        </p:spPr>
      </p:sp>
      <p:sp>
        <p:nvSpPr>
          <p:cNvPr id="11" name="Text 9">
            <a:extLst xmlns:a="http://schemas.openxmlformats.org/drawingml/2006/main">
              <a:ext uri="{FF2B5EF4-FFF2-40B4-BE49-F238E27FC236}">
                <a16:creationId xmlns:a16="http://schemas.microsoft.com/office/drawing/2014/main" id="{10BF7770-7027-4BED-B455-E0ECD401CB47}"/>
              </a:ext>
            </a:extLst>
          </p:cNvPr>
          <p:cNvSpPr>
            <a:spLocks xmlns:a="http://schemas.openxmlformats.org/drawingml/2006/main" noGrp="1"/>
          </p:cNvSpPr>
          <p:nvPr/>
        </p:nvSpPr>
        <p:spPr>
          <a:xfrm xmlns:a="http://schemas.openxmlformats.org/drawingml/2006/main">
            <a:off x="566928" y="2596896"/>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2</a:t>
            </a:r>
            <a:endParaRPr sz="1400"/>
          </a:p>
        </p:txBody>
      </p:sp>
      <p:sp>
        <p:nvSpPr>
          <p:cNvPr id="12" name="Text 10">
            <a:extLst xmlns:a="http://schemas.openxmlformats.org/drawingml/2006/main">
              <a:ext uri="{FF2B5EF4-FFF2-40B4-BE49-F238E27FC236}">
                <a16:creationId xmlns:a16="http://schemas.microsoft.com/office/drawing/2014/main" id="{7868E9E8-7739-4EE5-B47B-C630F9CA2702}"/>
              </a:ext>
            </a:extLst>
          </p:cNvPr>
          <p:cNvSpPr>
            <a:spLocks xmlns:a="http://schemas.openxmlformats.org/drawingml/2006/main" noGrp="1"/>
          </p:cNvSpPr>
          <p:nvPr/>
        </p:nvSpPr>
        <p:spPr>
          <a:xfrm xmlns:a="http://schemas.openxmlformats.org/drawingml/2006/main">
            <a:off x="1170432" y="2560320"/>
            <a:ext cx="3200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200" b="1">
                <a:solidFill>
                  <a:srgbClr val="1E2761"/>
                </a:solidFill>
                <a:latin typeface="Calibri"/>
                <a:ea typeface="Calibri"/>
                <a:cs typeface="Calibri"/>
              </a:rPr>
              <a:t>Where every variable comes from</a:t>
            </a:r>
            <a:endParaRPr sz="1200"/>
          </a:p>
        </p:txBody>
      </p:sp>
      <p:sp>
        <p:nvSpPr>
          <p:cNvPr id="13" name="Text 11">
            <a:extLst xmlns:a="http://schemas.openxmlformats.org/drawingml/2006/main">
              <a:ext uri="{FF2B5EF4-FFF2-40B4-BE49-F238E27FC236}">
                <a16:creationId xmlns:a16="http://schemas.microsoft.com/office/drawing/2014/main" id="{8FCD6525-CDC6-427D-9129-2A1161E3F176}"/>
              </a:ext>
            </a:extLst>
          </p:cNvPr>
          <p:cNvSpPr>
            <a:spLocks xmlns:a="http://schemas.openxmlformats.org/drawingml/2006/main" noGrp="1"/>
          </p:cNvSpPr>
          <p:nvPr/>
        </p:nvSpPr>
        <p:spPr>
          <a:xfrm xmlns:a="http://schemas.openxmlformats.org/drawingml/2006/main">
            <a:off x="4498848" y="2560320"/>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050">
                <a:solidFill>
                  <a:srgbClr val="2B3350"/>
                </a:solidFill>
                <a:latin typeface="Calibri"/>
                <a:ea typeface="Calibri"/>
                <a:cs typeface="Calibri"/>
              </a:rPr>
              <a:t>Record field owner, data type, unit, effective timing and what happens when the value is missing.</a:t>
            </a:r>
            <a:endParaRPr sz="1050"/>
          </a:p>
        </p:txBody>
      </p:sp>
      <p:sp>
        <p:nvSpPr>
          <p:cNvPr id="14" name="Text 12">
            <a:extLst xmlns:a="http://schemas.openxmlformats.org/drawingml/2006/main">
              <a:ext uri="{FF2B5EF4-FFF2-40B4-BE49-F238E27FC236}">
                <a16:creationId xmlns:a16="http://schemas.microsoft.com/office/drawing/2014/main" id="{61577484-7724-4A55-AC7B-929CD8B4F109}"/>
              </a:ext>
            </a:extLst>
          </p:cNvPr>
          <p:cNvSpPr>
            <a:spLocks xmlns:a="http://schemas.openxmlformats.org/drawingml/2006/main" noGrp="1"/>
          </p:cNvSpPr>
          <p:nvPr/>
        </p:nvSpPr>
        <p:spPr>
          <a:xfrm xmlns:a="http://schemas.openxmlformats.org/drawingml/2006/main">
            <a:off x="9710928" y="2560320"/>
            <a:ext cx="1920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200"/>
              </a:lnSpc>
              <a:buNone/>
            </a:pPr>
            <a:r>
              <a:rPr sz="950" i="1">
                <a:solidFill>
                  <a:srgbClr val="5A6280"/>
                </a:solidFill>
                <a:latin typeface="Calibri"/>
                <a:ea typeface="Calibri"/>
                <a:cs typeface="Calibri"/>
              </a:rPr>
              <a:t>Input contract</a:t>
            </a:r>
            <a:endParaRPr sz="950"/>
          </a:p>
        </p:txBody>
      </p:sp>
      <p:sp>
        <p:nvSpPr>
          <p:cNvPr id="15" name="Shape 13">
            <a:extLst xmlns:a="http://schemas.openxmlformats.org/drawingml/2006/main">
              <a:ext uri="{FF2B5EF4-FFF2-40B4-BE49-F238E27FC236}">
                <a16:creationId xmlns:a16="http://schemas.microsoft.com/office/drawing/2014/main" id="{BFD45213-A51E-4445-8557-29FA011C6888}"/>
              </a:ext>
            </a:extLst>
          </p:cNvPr>
          <p:cNvSpPr>
            <a:spLocks xmlns:a="http://schemas.openxmlformats.org/drawingml/2006/main" noGrp="1"/>
          </p:cNvSpPr>
          <p:nvPr/>
        </p:nvSpPr>
        <p:spPr>
          <a:xfrm xmlns:a="http://schemas.openxmlformats.org/drawingml/2006/main">
            <a:off x="566928" y="3566160"/>
            <a:ext cx="384048" cy="384048"/>
          </a:xfrm>
          <a:prstGeom xmlns:a="http://schemas.openxmlformats.org/drawingml/2006/main" prst="ellipse">
            <a:avLst/>
          </a:prstGeom>
          <a:solidFill xmlns:a="http://schemas.openxmlformats.org/drawingml/2006/main">
            <a:srgbClr val="1E2761"/>
          </a:solidFill>
        </p:spPr>
      </p:sp>
      <p:sp>
        <p:nvSpPr>
          <p:cNvPr id="16" name="Text 14">
            <a:extLst xmlns:a="http://schemas.openxmlformats.org/drawingml/2006/main">
              <a:ext uri="{FF2B5EF4-FFF2-40B4-BE49-F238E27FC236}">
                <a16:creationId xmlns:a16="http://schemas.microsoft.com/office/drawing/2014/main" id="{0B070C2A-948E-4AA8-BCA1-C5116AEC3A93}"/>
              </a:ext>
            </a:extLst>
          </p:cNvPr>
          <p:cNvSpPr>
            <a:spLocks xmlns:a="http://schemas.openxmlformats.org/drawingml/2006/main" noGrp="1"/>
          </p:cNvSpPr>
          <p:nvPr/>
        </p:nvSpPr>
        <p:spPr>
          <a:xfrm xmlns:a="http://schemas.openxmlformats.org/drawingml/2006/main">
            <a:off x="566928" y="3566160"/>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3</a:t>
            </a:r>
            <a:endParaRPr sz="1400"/>
          </a:p>
        </p:txBody>
      </p:sp>
      <p:sp>
        <p:nvSpPr>
          <p:cNvPr id="17" name="Text 15">
            <a:extLst xmlns:a="http://schemas.openxmlformats.org/drawingml/2006/main">
              <a:ext uri="{FF2B5EF4-FFF2-40B4-BE49-F238E27FC236}">
                <a16:creationId xmlns:a16="http://schemas.microsoft.com/office/drawing/2014/main" id="{3E7A9C4D-60FE-456F-867D-BFEF3F21BBB7}"/>
              </a:ext>
            </a:extLst>
          </p:cNvPr>
          <p:cNvSpPr>
            <a:spLocks xmlns:a="http://schemas.openxmlformats.org/drawingml/2006/main" noGrp="1"/>
          </p:cNvSpPr>
          <p:nvPr/>
        </p:nvSpPr>
        <p:spPr>
          <a:xfrm xmlns:a="http://schemas.openxmlformats.org/drawingml/2006/main">
            <a:off x="1170432" y="3529584"/>
            <a:ext cx="3200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200" b="1">
                <a:solidFill>
                  <a:srgbClr val="1E2761"/>
                </a:solidFill>
                <a:latin typeface="Calibri"/>
                <a:ea typeface="Calibri"/>
                <a:cs typeface="Calibri"/>
              </a:rPr>
              <a:t>How scope conflicts are handled</a:t>
            </a:r>
            <a:endParaRPr sz="1200"/>
          </a:p>
        </p:txBody>
      </p:sp>
      <p:sp>
        <p:nvSpPr>
          <p:cNvPr id="18" name="Text 16">
            <a:extLst xmlns:a="http://schemas.openxmlformats.org/drawingml/2006/main">
              <a:ext uri="{FF2B5EF4-FFF2-40B4-BE49-F238E27FC236}">
                <a16:creationId xmlns:a16="http://schemas.microsoft.com/office/drawing/2014/main" id="{D2B7AEA1-0EB5-4F25-AB31-6147AB1D2833}"/>
              </a:ext>
            </a:extLst>
          </p:cNvPr>
          <p:cNvSpPr>
            <a:spLocks xmlns:a="http://schemas.openxmlformats.org/drawingml/2006/main" noGrp="1"/>
          </p:cNvSpPr>
          <p:nvPr/>
        </p:nvSpPr>
        <p:spPr>
          <a:xfrm xmlns:a="http://schemas.openxmlformats.org/drawingml/2006/main">
            <a:off x="4498848" y="3529584"/>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050">
                <a:solidFill>
                  <a:srgbClr val="2B3350"/>
                </a:solidFill>
                <a:latin typeface="Calibri"/>
                <a:ea typeface="Calibri"/>
                <a:cs typeface="Calibri"/>
              </a:rPr>
              <a:t>Reject overlapping purpose, reference, employee group, frequency and dates unless precedence is explicitly approved.</a:t>
            </a:r>
            <a:endParaRPr sz="1050"/>
          </a:p>
        </p:txBody>
      </p:sp>
      <p:sp>
        <p:nvSpPr>
          <p:cNvPr id="19" name="Text 17">
            <a:extLst xmlns:a="http://schemas.openxmlformats.org/drawingml/2006/main">
              <a:ext uri="{FF2B5EF4-FFF2-40B4-BE49-F238E27FC236}">
                <a16:creationId xmlns:a16="http://schemas.microsoft.com/office/drawing/2014/main" id="{47CEF39A-896C-4A42-B326-BE06455C7446}"/>
              </a:ext>
            </a:extLst>
          </p:cNvPr>
          <p:cNvSpPr>
            <a:spLocks xmlns:a="http://schemas.openxmlformats.org/drawingml/2006/main" noGrp="1"/>
          </p:cNvSpPr>
          <p:nvPr/>
        </p:nvSpPr>
        <p:spPr>
          <a:xfrm xmlns:a="http://schemas.openxmlformats.org/drawingml/2006/main">
            <a:off x="9710928" y="3529584"/>
            <a:ext cx="1920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200"/>
              </a:lnSpc>
              <a:buNone/>
            </a:pPr>
            <a:r>
              <a:rPr sz="950" i="1">
                <a:solidFill>
                  <a:srgbClr val="5A6280"/>
                </a:solidFill>
                <a:latin typeface="Calibri"/>
                <a:ea typeface="Calibri"/>
                <a:cs typeface="Calibri"/>
              </a:rPr>
              <a:t>Conflict rule</a:t>
            </a:r>
            <a:endParaRPr sz="950"/>
          </a:p>
        </p:txBody>
      </p:sp>
      <p:sp>
        <p:nvSpPr>
          <p:cNvPr id="20" name="Shape 18">
            <a:extLst xmlns:a="http://schemas.openxmlformats.org/drawingml/2006/main">
              <a:ext uri="{FF2B5EF4-FFF2-40B4-BE49-F238E27FC236}">
                <a16:creationId xmlns:a16="http://schemas.microsoft.com/office/drawing/2014/main" id="{320ED450-03F1-4663-8A72-B438BD887B02}"/>
              </a:ext>
            </a:extLst>
          </p:cNvPr>
          <p:cNvSpPr>
            <a:spLocks xmlns:a="http://schemas.openxmlformats.org/drawingml/2006/main" noGrp="1"/>
          </p:cNvSpPr>
          <p:nvPr/>
        </p:nvSpPr>
        <p:spPr>
          <a:xfrm xmlns:a="http://schemas.openxmlformats.org/drawingml/2006/main">
            <a:off x="566928" y="4535424"/>
            <a:ext cx="384048" cy="384048"/>
          </a:xfrm>
          <a:prstGeom xmlns:a="http://schemas.openxmlformats.org/drawingml/2006/main" prst="ellipse">
            <a:avLst/>
          </a:prstGeom>
          <a:solidFill xmlns:a="http://schemas.openxmlformats.org/drawingml/2006/main">
            <a:srgbClr val="1E2761"/>
          </a:solidFill>
        </p:spPr>
      </p:sp>
      <p:sp>
        <p:nvSpPr>
          <p:cNvPr id="21" name="Text 19">
            <a:extLst xmlns:a="http://schemas.openxmlformats.org/drawingml/2006/main">
              <a:ext uri="{FF2B5EF4-FFF2-40B4-BE49-F238E27FC236}">
                <a16:creationId xmlns:a16="http://schemas.microsoft.com/office/drawing/2014/main" id="{CE95823D-3DA2-455D-8D4D-A4CFCD777EDD}"/>
              </a:ext>
            </a:extLst>
          </p:cNvPr>
          <p:cNvSpPr>
            <a:spLocks xmlns:a="http://schemas.openxmlformats.org/drawingml/2006/main" noGrp="1"/>
          </p:cNvSpPr>
          <p:nvPr/>
        </p:nvSpPr>
        <p:spPr>
          <a:xfrm xmlns:a="http://schemas.openxmlformats.org/drawingml/2006/main">
            <a:off x="566928" y="4535424"/>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4</a:t>
            </a:r>
            <a:endParaRPr sz="1400"/>
          </a:p>
        </p:txBody>
      </p:sp>
      <p:sp>
        <p:nvSpPr>
          <p:cNvPr id="22" name="Text 20">
            <a:extLst xmlns:a="http://schemas.openxmlformats.org/drawingml/2006/main">
              <a:ext uri="{FF2B5EF4-FFF2-40B4-BE49-F238E27FC236}">
                <a16:creationId xmlns:a16="http://schemas.microsoft.com/office/drawing/2014/main" id="{42959CAC-1833-4DBD-A241-686C7940C60C}"/>
              </a:ext>
            </a:extLst>
          </p:cNvPr>
          <p:cNvSpPr>
            <a:spLocks xmlns:a="http://schemas.openxmlformats.org/drawingml/2006/main" noGrp="1"/>
          </p:cNvSpPr>
          <p:nvPr/>
        </p:nvSpPr>
        <p:spPr>
          <a:xfrm xmlns:a="http://schemas.openxmlformats.org/drawingml/2006/main">
            <a:off x="1170432" y="4498848"/>
            <a:ext cx="3200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200" b="1">
                <a:solidFill>
                  <a:srgbClr val="1E2761"/>
                </a:solidFill>
                <a:latin typeface="Calibri"/>
                <a:ea typeface="Calibri"/>
                <a:cs typeface="Calibri"/>
              </a:rPr>
              <a:t>When editing stops</a:t>
            </a:r>
            <a:endParaRPr sz="1200"/>
          </a:p>
        </p:txBody>
      </p:sp>
      <p:sp>
        <p:nvSpPr>
          <p:cNvPr id="23" name="Text 21">
            <a:extLst xmlns:a="http://schemas.openxmlformats.org/drawingml/2006/main">
              <a:ext uri="{FF2B5EF4-FFF2-40B4-BE49-F238E27FC236}">
                <a16:creationId xmlns:a16="http://schemas.microsoft.com/office/drawing/2014/main" id="{30349819-CFCD-4E9B-9C47-5387A3F20B33}"/>
              </a:ext>
            </a:extLst>
          </p:cNvPr>
          <p:cNvSpPr>
            <a:spLocks xmlns:a="http://schemas.openxmlformats.org/drawingml/2006/main" noGrp="1"/>
          </p:cNvSpPr>
          <p:nvPr/>
        </p:nvSpPr>
        <p:spPr>
          <a:xfrm xmlns:a="http://schemas.openxmlformats.org/drawingml/2006/main">
            <a:off x="4498848" y="4498848"/>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050">
                <a:solidFill>
                  <a:srgbClr val="2B3350"/>
                </a:solidFill>
                <a:latin typeface="Calibri"/>
                <a:ea typeface="Calibri"/>
                <a:cs typeface="Calibri"/>
              </a:rPr>
              <a:t>Once a payroll transaction uses a version, publish a new effective version and leave the old evidence unchanged.</a:t>
            </a:r>
            <a:endParaRPr sz="1050"/>
          </a:p>
        </p:txBody>
      </p:sp>
      <p:sp>
        <p:nvSpPr>
          <p:cNvPr id="24" name="Text 22">
            <a:extLst xmlns:a="http://schemas.openxmlformats.org/drawingml/2006/main">
              <a:ext uri="{FF2B5EF4-FFF2-40B4-BE49-F238E27FC236}">
                <a16:creationId xmlns:a16="http://schemas.microsoft.com/office/drawing/2014/main" id="{B32D8DD1-9C17-47D1-BBCB-751695C3EF66}"/>
              </a:ext>
            </a:extLst>
          </p:cNvPr>
          <p:cNvSpPr>
            <a:spLocks xmlns:a="http://schemas.openxmlformats.org/drawingml/2006/main" noGrp="1"/>
          </p:cNvSpPr>
          <p:nvPr/>
        </p:nvSpPr>
        <p:spPr>
          <a:xfrm xmlns:a="http://schemas.openxmlformats.org/drawingml/2006/main">
            <a:off x="9710928" y="4498848"/>
            <a:ext cx="1920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200"/>
              </a:lnSpc>
              <a:buNone/>
            </a:pPr>
            <a:r>
              <a:rPr sz="950" i="1">
                <a:solidFill>
                  <a:srgbClr val="5A6280"/>
                </a:solidFill>
                <a:latin typeface="Calibri"/>
                <a:ea typeface="Calibri"/>
                <a:cs typeface="Calibri"/>
              </a:rPr>
              <a:t>History rule</a:t>
            </a:r>
            <a:endParaRPr sz="950"/>
          </a:p>
        </p:txBody>
      </p:sp>
      <p:sp>
        <p:nvSpPr>
          <p:cNvPr id="25" name="Shape 23">
            <a:extLst xmlns:a="http://schemas.openxmlformats.org/drawingml/2006/main">
              <a:ext uri="{FF2B5EF4-FFF2-40B4-BE49-F238E27FC236}">
                <a16:creationId xmlns:a16="http://schemas.microsoft.com/office/drawing/2014/main" id="{077D175A-E352-4EA0-9F07-A29D70BEB86D}"/>
              </a:ext>
            </a:extLst>
          </p:cNvPr>
          <p:cNvSpPr>
            <a:spLocks xmlns:a="http://schemas.openxmlformats.org/drawingml/2006/main" noGrp="1"/>
          </p:cNvSpPr>
          <p:nvPr/>
        </p:nvSpPr>
        <p:spPr>
          <a:xfrm xmlns:a="http://schemas.openxmlformats.org/drawingml/2006/main">
            <a:off x="566928" y="5504688"/>
            <a:ext cx="384048" cy="384048"/>
          </a:xfrm>
          <a:prstGeom xmlns:a="http://schemas.openxmlformats.org/drawingml/2006/main" prst="ellipse">
            <a:avLst/>
          </a:prstGeom>
          <a:solidFill xmlns:a="http://schemas.openxmlformats.org/drawingml/2006/main">
            <a:srgbClr val="1E2761"/>
          </a:solidFill>
        </p:spPr>
      </p:sp>
      <p:sp>
        <p:nvSpPr>
          <p:cNvPr id="26" name="Text 24">
            <a:extLst xmlns:a="http://schemas.openxmlformats.org/drawingml/2006/main">
              <a:ext uri="{FF2B5EF4-FFF2-40B4-BE49-F238E27FC236}">
                <a16:creationId xmlns:a16="http://schemas.microsoft.com/office/drawing/2014/main" id="{AC14A2C3-667E-4E46-B00D-3D37A87BAE89}"/>
              </a:ext>
            </a:extLst>
          </p:cNvPr>
          <p:cNvSpPr>
            <a:spLocks xmlns:a="http://schemas.openxmlformats.org/drawingml/2006/main" noGrp="1"/>
          </p:cNvSpPr>
          <p:nvPr/>
        </p:nvSpPr>
        <p:spPr>
          <a:xfrm xmlns:a="http://schemas.openxmlformats.org/drawingml/2006/main">
            <a:off x="566928" y="550468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5</a:t>
            </a:r>
            <a:endParaRPr sz="1400"/>
          </a:p>
        </p:txBody>
      </p:sp>
      <p:sp>
        <p:nvSpPr>
          <p:cNvPr id="27" name="Text 25">
            <a:extLst xmlns:a="http://schemas.openxmlformats.org/drawingml/2006/main">
              <a:ext uri="{FF2B5EF4-FFF2-40B4-BE49-F238E27FC236}">
                <a16:creationId xmlns:a16="http://schemas.microsoft.com/office/drawing/2014/main" id="{CEEE4EAA-7BFB-46A9-8E41-3CDBB47C8234}"/>
              </a:ext>
            </a:extLst>
          </p:cNvPr>
          <p:cNvSpPr>
            <a:spLocks xmlns:a="http://schemas.openxmlformats.org/drawingml/2006/main" noGrp="1"/>
          </p:cNvSpPr>
          <p:nvPr/>
        </p:nvSpPr>
        <p:spPr>
          <a:xfrm xmlns:a="http://schemas.openxmlformats.org/drawingml/2006/main">
            <a:off x="1170432" y="5468112"/>
            <a:ext cx="3200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200" b="1">
                <a:solidFill>
                  <a:srgbClr val="1E2761"/>
                </a:solidFill>
                <a:latin typeface="Calibri"/>
                <a:ea typeface="Calibri"/>
                <a:cs typeface="Calibri"/>
              </a:rPr>
              <a:t>Who approves the release</a:t>
            </a:r>
            <a:endParaRPr sz="1200"/>
          </a:p>
        </p:txBody>
      </p:sp>
      <p:sp>
        <p:nvSpPr>
          <p:cNvPr id="28" name="Text 26">
            <a:extLst xmlns:a="http://schemas.openxmlformats.org/drawingml/2006/main">
              <a:ext uri="{FF2B5EF4-FFF2-40B4-BE49-F238E27FC236}">
                <a16:creationId xmlns:a16="http://schemas.microsoft.com/office/drawing/2014/main" id="{D963E5ED-3F65-4433-AB2E-0319431389C4}"/>
              </a:ext>
            </a:extLst>
          </p:cNvPr>
          <p:cNvSpPr>
            <a:spLocks xmlns:a="http://schemas.openxmlformats.org/drawingml/2006/main" noGrp="1"/>
          </p:cNvSpPr>
          <p:nvPr/>
        </p:nvSpPr>
        <p:spPr>
          <a:xfrm xmlns:a="http://schemas.openxmlformats.org/drawingml/2006/main">
            <a:off x="4498848" y="546811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050">
                <a:solidFill>
                  <a:srgbClr val="2B3350"/>
                </a:solidFill>
                <a:latin typeface="Calibri"/>
                <a:ea typeface="Calibri"/>
                <a:cs typeface="Calibri"/>
              </a:rPr>
              <a:t>Define finance owner, reviewer, test evidence and deployment date for formula, assignment and source changes.</a:t>
            </a:r>
            <a:endParaRPr sz="1050"/>
          </a:p>
        </p:txBody>
      </p:sp>
      <p:sp>
        <p:nvSpPr>
          <p:cNvPr id="29" name="Text 27">
            <a:extLst xmlns:a="http://schemas.openxmlformats.org/drawingml/2006/main">
              <a:ext uri="{FF2B5EF4-FFF2-40B4-BE49-F238E27FC236}">
                <a16:creationId xmlns:a16="http://schemas.microsoft.com/office/drawing/2014/main" id="{8A4FF997-9D24-47EB-99D8-BFB0C1C1ACF6}"/>
              </a:ext>
            </a:extLst>
          </p:cNvPr>
          <p:cNvSpPr>
            <a:spLocks xmlns:a="http://schemas.openxmlformats.org/drawingml/2006/main" noGrp="1"/>
          </p:cNvSpPr>
          <p:nvPr/>
        </p:nvSpPr>
        <p:spPr>
          <a:xfrm xmlns:a="http://schemas.openxmlformats.org/drawingml/2006/main">
            <a:off x="9710928" y="5468112"/>
            <a:ext cx="1920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200"/>
              </a:lnSpc>
              <a:buNone/>
            </a:pPr>
            <a:r>
              <a:rPr sz="950" i="1">
                <a:solidFill>
                  <a:srgbClr val="5A6280"/>
                </a:solidFill>
                <a:latin typeface="Calibri"/>
                <a:ea typeface="Calibri"/>
                <a:cs typeface="Calibri"/>
              </a:rPr>
              <a:t>Approval workflow</a:t>
            </a:r>
            <a:endParaRPr sz="950"/>
          </a:p>
        </p:txBody>
      </p:sp>
    </p:spTree>
    <p:extLst>
      <p:ext uri="{BB962C8B-B14F-4D97-AF65-F5344CB8AC3E}">
        <p14:creationId xmlns:p14="http://schemas.microsoft.com/office/powerpoint/2010/main" val="1906833170"/>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3871E94-2398-4879-81E8-462932AD1293}"/>
              </a:ext>
            </a:extLst>
          </p:cNvPr>
          <p:cNvSpPr>
            <a:spLocks xmlns:a="http://schemas.openxmlformats.org/drawingml/2006/main" noGrp="1"/>
          </p:cNvSpPr>
          <p:nvPr/>
        </p:nvSpPr>
        <p:spPr>
          <a:xfrm xmlns:a="http://schemas.openxmlformats.org/drawingml/2006/main">
            <a:off x="566928" y="329184"/>
            <a:ext cx="11027664" cy="21945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5A6280"/>
                </a:solidFill>
                <a:latin typeface="Calibri"/>
                <a:ea typeface="Calibri"/>
                <a:cs typeface="Calibri"/>
              </a:rPr>
              <a:t>APPENDIX · EVIDENCE</a:t>
            </a:r>
            <a:endParaRPr sz="1000"/>
          </a:p>
        </p:txBody>
      </p:sp>
      <p:sp>
        <p:nvSpPr>
          <p:cNvPr id="3" name="Text 1">
            <a:extLst xmlns:a="http://schemas.openxmlformats.org/drawingml/2006/main">
              <a:ext uri="{FF2B5EF4-FFF2-40B4-BE49-F238E27FC236}">
                <a16:creationId xmlns:a16="http://schemas.microsoft.com/office/drawing/2014/main" id="{0227D7A4-0E65-4A38-A593-1ECAF351866D}"/>
              </a:ext>
            </a:extLst>
          </p:cNvPr>
          <p:cNvSpPr>
            <a:spLocks xmlns:a="http://schemas.openxmlformats.org/drawingml/2006/main" noGrp="1"/>
          </p:cNvSpPr>
          <p:nvPr/>
        </p:nvSpPr>
        <p:spPr>
          <a:xfrm xmlns:a="http://schemas.openxmlformats.org/drawingml/2006/main">
            <a:off x="566928" y="548640"/>
            <a:ext cx="11027664"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E2761"/>
                </a:solidFill>
                <a:latin typeface="Cambria"/>
                <a:ea typeface="Cambria"/>
                <a:cs typeface="Cambria"/>
              </a:rPr>
              <a:t>What this walkthrough is based on</a:t>
            </a:r>
            <a:endParaRPr sz="3000"/>
          </a:p>
        </p:txBody>
      </p:sp>
      <p:sp>
        <p:nvSpPr>
          <p:cNvPr id="4" name="Shape 2">
            <a:extLst xmlns:a="http://schemas.openxmlformats.org/drawingml/2006/main">
              <a:ext uri="{FF2B5EF4-FFF2-40B4-BE49-F238E27FC236}">
                <a16:creationId xmlns:a16="http://schemas.microsoft.com/office/drawing/2014/main" id="{DE8A92B9-1777-4343-8339-0FE928D25D37}"/>
              </a:ext>
            </a:extLst>
          </p:cNvPr>
          <p:cNvSpPr>
            <a:spLocks xmlns:a="http://schemas.openxmlformats.org/drawingml/2006/main" noGrp="1"/>
          </p:cNvSpPr>
          <p:nvPr/>
        </p:nvSpPr>
        <p:spPr>
          <a:xfrm xmlns:a="http://schemas.openxmlformats.org/drawingml/2006/main">
            <a:off x="566928" y="1335024"/>
            <a:ext cx="2788920" cy="1097280"/>
          </a:xfrm>
          <a:prstGeom xmlns:a="http://schemas.openxmlformats.org/drawingml/2006/main" prst="roundRect">
            <a:avLst>
              <a:gd name="adj" fmla="val 6667"/>
            </a:avLst>
          </a:prstGeom>
          <a:solidFill xmlns:a="http://schemas.openxmlformats.org/drawingml/2006/main">
            <a:srgbClr val="F4F6FB"/>
          </a:solidFill>
          <a:ln xmlns:a="http://schemas.openxmlformats.org/drawingml/2006/main" w="12700">
            <a:solidFill>
              <a:srgbClr val="D8DEEC"/>
            </a:solidFill>
            <a:prstDash val="solid"/>
          </a:ln>
        </p:spPr>
      </p:sp>
      <p:sp>
        <p:nvSpPr>
          <p:cNvPr id="5" name="Text 3">
            <a:extLst xmlns:a="http://schemas.openxmlformats.org/drawingml/2006/main">
              <a:ext uri="{FF2B5EF4-FFF2-40B4-BE49-F238E27FC236}">
                <a16:creationId xmlns:a16="http://schemas.microsoft.com/office/drawing/2014/main" id="{E07D356C-629B-4E92-962D-5ABF96884482}"/>
              </a:ext>
            </a:extLst>
          </p:cNvPr>
          <p:cNvSpPr>
            <a:spLocks xmlns:a="http://schemas.openxmlformats.org/drawingml/2006/main" noGrp="1"/>
          </p:cNvSpPr>
          <p:nvPr/>
        </p:nvSpPr>
        <p:spPr>
          <a:xfrm xmlns:a="http://schemas.openxmlformats.org/drawingml/2006/main">
            <a:off x="731520" y="1444752"/>
            <a:ext cx="24688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250" b="1">
                <a:solidFill>
                  <a:srgbClr val="1E2761"/>
                </a:solidFill>
                <a:latin typeface="Calibri"/>
                <a:ea typeface="Calibri"/>
                <a:cs typeface="Calibri"/>
              </a:rPr>
              <a:t>Reference deck</a:t>
            </a:r>
            <a:endParaRPr sz="1250"/>
          </a:p>
        </p:txBody>
      </p:sp>
      <p:sp>
        <p:nvSpPr>
          <p:cNvPr id="6" name="Text 4">
            <a:extLst xmlns:a="http://schemas.openxmlformats.org/drawingml/2006/main">
              <a:ext uri="{FF2B5EF4-FFF2-40B4-BE49-F238E27FC236}">
                <a16:creationId xmlns:a16="http://schemas.microsoft.com/office/drawing/2014/main" id="{0DDDBE1B-2FF3-49C9-9EDD-447179D48641}"/>
              </a:ext>
            </a:extLst>
          </p:cNvPr>
          <p:cNvSpPr>
            <a:spLocks xmlns:a="http://schemas.openxmlformats.org/drawingml/2006/main" noGrp="1"/>
          </p:cNvSpPr>
          <p:nvPr/>
        </p:nvSpPr>
        <p:spPr>
          <a:xfrm xmlns:a="http://schemas.openxmlformats.org/drawingml/2006/main">
            <a:off x="731520" y="1883664"/>
            <a:ext cx="248716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050"/>
              </a:lnSpc>
              <a:buNone/>
            </a:pPr>
            <a:r>
              <a:rPr sz="850">
                <a:solidFill>
                  <a:srgbClr val="5A6280"/>
                </a:solidFill>
                <a:latin typeface="Calibri"/>
                <a:ea typeface="Calibri"/>
                <a:cs typeface="Calibri"/>
              </a:rPr>
              <a:t>ATLAS Phase 2 Computational Basis Demo v2</a:t>
            </a:r>
            <a:endParaRPr sz="850"/>
          </a:p>
        </p:txBody>
      </p:sp>
      <p:sp>
        <p:nvSpPr>
          <p:cNvPr id="7" name="Text 5">
            <a:extLst xmlns:a="http://schemas.openxmlformats.org/drawingml/2006/main">
              <a:ext uri="{FF2B5EF4-FFF2-40B4-BE49-F238E27FC236}">
                <a16:creationId xmlns:a16="http://schemas.microsoft.com/office/drawing/2014/main" id="{3EEC65FF-7781-46A2-9AC4-00B060F9CF8B}"/>
              </a:ext>
            </a:extLst>
          </p:cNvPr>
          <p:cNvSpPr>
            <a:spLocks xmlns:a="http://schemas.openxmlformats.org/drawingml/2006/main" noGrp="1"/>
          </p:cNvSpPr>
          <p:nvPr/>
        </p:nvSpPr>
        <p:spPr>
          <a:xfrm xmlns:a="http://schemas.openxmlformats.org/drawingml/2006/main">
            <a:off x="3584448" y="1371600"/>
            <a:ext cx="800100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2B3350"/>
                </a:solidFill>
                <a:latin typeface="Calibri"/>
                <a:ea typeface="Calibri"/>
                <a:cs typeface="Calibri"/>
              </a:rPr>
              <a:t>Structure, typography, field-guide pattern, live-screen treatment and worked-example pacing.</a:t>
            </a:r>
            <a:endParaRPr sz="1100"/>
          </a:p>
        </p:txBody>
      </p:sp>
      <p:sp>
        <p:nvSpPr>
          <p:cNvPr id="8" name="Shape 6">
            <a:extLst xmlns:a="http://schemas.openxmlformats.org/drawingml/2006/main">
              <a:ext uri="{FF2B5EF4-FFF2-40B4-BE49-F238E27FC236}">
                <a16:creationId xmlns:a16="http://schemas.microsoft.com/office/drawing/2014/main" id="{5C83B868-C6E1-4224-A3F5-6BDE56BA5A42}"/>
              </a:ext>
            </a:extLst>
          </p:cNvPr>
          <p:cNvSpPr>
            <a:spLocks xmlns:a="http://schemas.openxmlformats.org/drawingml/2006/main" noGrp="1"/>
          </p:cNvSpPr>
          <p:nvPr/>
        </p:nvSpPr>
        <p:spPr>
          <a:xfrm xmlns:a="http://schemas.openxmlformats.org/drawingml/2006/main">
            <a:off x="566928" y="2578608"/>
            <a:ext cx="2788920" cy="1097280"/>
          </a:xfrm>
          <a:prstGeom xmlns:a="http://schemas.openxmlformats.org/drawingml/2006/main" prst="roundRect">
            <a:avLst>
              <a:gd name="adj" fmla="val 6667"/>
            </a:avLst>
          </a:prstGeom>
          <a:solidFill xmlns:a="http://schemas.openxmlformats.org/drawingml/2006/main">
            <a:srgbClr val="F4F6FB"/>
          </a:solidFill>
          <a:ln xmlns:a="http://schemas.openxmlformats.org/drawingml/2006/main" w="12700">
            <a:solidFill>
              <a:srgbClr val="D8DEEC"/>
            </a:solidFill>
            <a:prstDash val="solid"/>
          </a:ln>
        </p:spPr>
      </p:sp>
      <p:sp>
        <p:nvSpPr>
          <p:cNvPr id="9" name="Text 7">
            <a:extLst xmlns:a="http://schemas.openxmlformats.org/drawingml/2006/main">
              <a:ext uri="{FF2B5EF4-FFF2-40B4-BE49-F238E27FC236}">
                <a16:creationId xmlns:a16="http://schemas.microsoft.com/office/drawing/2014/main" id="{76AE9AB4-27E2-4D4E-B7AD-6A0E1612BBED}"/>
              </a:ext>
            </a:extLst>
          </p:cNvPr>
          <p:cNvSpPr>
            <a:spLocks xmlns:a="http://schemas.openxmlformats.org/drawingml/2006/main" noGrp="1"/>
          </p:cNvSpPr>
          <p:nvPr/>
        </p:nvSpPr>
        <p:spPr>
          <a:xfrm xmlns:a="http://schemas.openxmlformats.org/drawingml/2006/main">
            <a:off x="731520" y="2688336"/>
            <a:ext cx="24688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250" b="1">
                <a:solidFill>
                  <a:srgbClr val="1E2761"/>
                </a:solidFill>
                <a:latin typeface="Calibri"/>
                <a:ea typeface="Calibri"/>
                <a:cs typeface="Calibri"/>
              </a:rPr>
              <a:t>Live prototype</a:t>
            </a:r>
            <a:endParaRPr sz="1250"/>
          </a:p>
        </p:txBody>
      </p:sp>
      <p:sp>
        <p:nvSpPr>
          <p:cNvPr id="10" name="Text 8">
            <a:extLst xmlns:a="http://schemas.openxmlformats.org/drawingml/2006/main">
              <a:ext uri="{FF2B5EF4-FFF2-40B4-BE49-F238E27FC236}">
                <a16:creationId xmlns:a16="http://schemas.microsoft.com/office/drawing/2014/main" id="{73BEB788-92F9-46F7-9F00-29FCE655859F}"/>
              </a:ext>
            </a:extLst>
          </p:cNvPr>
          <p:cNvSpPr>
            <a:spLocks xmlns:a="http://schemas.openxmlformats.org/drawingml/2006/main" noGrp="1"/>
          </p:cNvSpPr>
          <p:nvPr/>
        </p:nvSpPr>
        <p:spPr>
          <a:xfrm xmlns:a="http://schemas.openxmlformats.org/drawingml/2006/main">
            <a:off x="731520" y="3127248"/>
            <a:ext cx="248716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050"/>
              </a:lnSpc>
              <a:buNone/>
            </a:pPr>
            <a:r>
              <a:rPr sz="850">
                <a:solidFill>
                  <a:srgbClr val="5A6280"/>
                </a:solidFill>
                <a:latin typeface="Calibri"/>
                <a:ea typeface="Calibri"/>
                <a:cs typeface="Calibri"/>
              </a:rPr>
              <a:t>ATLAS local application · 24 August 2026</a:t>
            </a:r>
            <a:endParaRPr sz="850"/>
          </a:p>
        </p:txBody>
      </p:sp>
      <p:sp>
        <p:nvSpPr>
          <p:cNvPr id="11" name="Text 9">
            <a:extLst xmlns:a="http://schemas.openxmlformats.org/drawingml/2006/main">
              <a:ext uri="{FF2B5EF4-FFF2-40B4-BE49-F238E27FC236}">
                <a16:creationId xmlns:a16="http://schemas.microsoft.com/office/drawing/2014/main" id="{0EEA5C57-4644-49E1-A0F5-909D34C19EFE}"/>
              </a:ext>
            </a:extLst>
          </p:cNvPr>
          <p:cNvSpPr>
            <a:spLocks xmlns:a="http://schemas.openxmlformats.org/drawingml/2006/main" noGrp="1"/>
          </p:cNvSpPr>
          <p:nvPr/>
        </p:nvSpPr>
        <p:spPr>
          <a:xfrm xmlns:a="http://schemas.openxmlformats.org/drawingml/2006/main">
            <a:off x="3584448" y="2615184"/>
            <a:ext cx="800100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2B3350"/>
                </a:solidFill>
                <a:latin typeface="Calibri"/>
                <a:ea typeface="Calibri"/>
                <a:cs typeface="Calibri"/>
              </a:rPr>
              <a:t>Computations, client assignments, reference sources, change history and payroll computation trail.</a:t>
            </a:r>
            <a:endParaRPr sz="1100"/>
          </a:p>
        </p:txBody>
      </p:sp>
      <p:sp>
        <p:nvSpPr>
          <p:cNvPr id="12" name="Shape 10">
            <a:extLst xmlns:a="http://schemas.openxmlformats.org/drawingml/2006/main">
              <a:ext uri="{FF2B5EF4-FFF2-40B4-BE49-F238E27FC236}">
                <a16:creationId xmlns:a16="http://schemas.microsoft.com/office/drawing/2014/main" id="{676E0B28-2FA9-4031-9EDE-8E8B2E867CC3}"/>
              </a:ext>
            </a:extLst>
          </p:cNvPr>
          <p:cNvSpPr>
            <a:spLocks xmlns:a="http://schemas.openxmlformats.org/drawingml/2006/main" noGrp="1"/>
          </p:cNvSpPr>
          <p:nvPr/>
        </p:nvSpPr>
        <p:spPr>
          <a:xfrm xmlns:a="http://schemas.openxmlformats.org/drawingml/2006/main">
            <a:off x="566928" y="3822192"/>
            <a:ext cx="2788920" cy="1097280"/>
          </a:xfrm>
          <a:prstGeom xmlns:a="http://schemas.openxmlformats.org/drawingml/2006/main" prst="roundRect">
            <a:avLst>
              <a:gd name="adj" fmla="val 6667"/>
            </a:avLst>
          </a:prstGeom>
          <a:solidFill xmlns:a="http://schemas.openxmlformats.org/drawingml/2006/main">
            <a:srgbClr val="F4F6FB"/>
          </a:solidFill>
          <a:ln xmlns:a="http://schemas.openxmlformats.org/drawingml/2006/main" w="12700">
            <a:solidFill>
              <a:srgbClr val="D8DEEC"/>
            </a:solidFill>
            <a:prstDash val="solid"/>
          </a:ln>
        </p:spPr>
      </p:sp>
      <p:sp>
        <p:nvSpPr>
          <p:cNvPr id="13" name="Text 11">
            <a:extLst xmlns:a="http://schemas.openxmlformats.org/drawingml/2006/main">
              <a:ext uri="{FF2B5EF4-FFF2-40B4-BE49-F238E27FC236}">
                <a16:creationId xmlns:a16="http://schemas.microsoft.com/office/drawing/2014/main" id="{0EC685AB-AE97-4EA6-9C66-5BF0923A9773}"/>
              </a:ext>
            </a:extLst>
          </p:cNvPr>
          <p:cNvSpPr>
            <a:spLocks xmlns:a="http://schemas.openxmlformats.org/drawingml/2006/main" noGrp="1"/>
          </p:cNvSpPr>
          <p:nvPr/>
        </p:nvSpPr>
        <p:spPr>
          <a:xfrm xmlns:a="http://schemas.openxmlformats.org/drawingml/2006/main">
            <a:off x="731520" y="3931920"/>
            <a:ext cx="24688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250" b="1">
                <a:solidFill>
                  <a:srgbClr val="1E2761"/>
                </a:solidFill>
                <a:latin typeface="Calibri"/>
                <a:ea typeface="Calibri"/>
                <a:cs typeface="Calibri"/>
              </a:rPr>
              <a:t>Application source</a:t>
            </a:r>
            <a:endParaRPr sz="1250"/>
          </a:p>
        </p:txBody>
      </p:sp>
      <p:sp>
        <p:nvSpPr>
          <p:cNvPr id="14" name="Text 12">
            <a:extLst xmlns:a="http://schemas.openxmlformats.org/drawingml/2006/main">
              <a:ext uri="{FF2B5EF4-FFF2-40B4-BE49-F238E27FC236}">
                <a16:creationId xmlns:a16="http://schemas.microsoft.com/office/drawing/2014/main" id="{E910DDAC-B8F6-484F-BAC3-C99BB294E13A}"/>
              </a:ext>
            </a:extLst>
          </p:cNvPr>
          <p:cNvSpPr>
            <a:spLocks xmlns:a="http://schemas.openxmlformats.org/drawingml/2006/main" noGrp="1"/>
          </p:cNvSpPr>
          <p:nvPr/>
        </p:nvSpPr>
        <p:spPr>
          <a:xfrm xmlns:a="http://schemas.openxmlformats.org/drawingml/2006/main">
            <a:off x="731520" y="4370832"/>
            <a:ext cx="248716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050"/>
              </a:lnSpc>
              <a:buNone/>
            </a:pPr>
            <a:r>
              <a:rPr sz="850">
                <a:solidFill>
                  <a:srgbClr val="5A6280"/>
                </a:solidFill>
                <a:latin typeface="Calibri"/>
                <a:ea typeface="Calibri"/>
                <a:cs typeface="Calibri"/>
              </a:rPr>
              <a:t>ComputationalBasis.jsx · computationCatalog.js · payrollEngine.js</a:t>
            </a:r>
            <a:endParaRPr sz="850"/>
          </a:p>
        </p:txBody>
      </p:sp>
      <p:sp>
        <p:nvSpPr>
          <p:cNvPr id="15" name="Text 13">
            <a:extLst xmlns:a="http://schemas.openxmlformats.org/drawingml/2006/main">
              <a:ext uri="{FF2B5EF4-FFF2-40B4-BE49-F238E27FC236}">
                <a16:creationId xmlns:a16="http://schemas.microsoft.com/office/drawing/2014/main" id="{361FE679-A234-413B-A213-8100C5B4EEB5}"/>
              </a:ext>
            </a:extLst>
          </p:cNvPr>
          <p:cNvSpPr>
            <a:spLocks xmlns:a="http://schemas.openxmlformats.org/drawingml/2006/main" noGrp="1"/>
          </p:cNvSpPr>
          <p:nvPr/>
        </p:nvSpPr>
        <p:spPr>
          <a:xfrm xmlns:a="http://schemas.openxmlformats.org/drawingml/2006/main">
            <a:off x="3584448" y="3858768"/>
            <a:ext cx="800100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2B3350"/>
                </a:solidFill>
                <a:latin typeface="Calibri"/>
                <a:ea typeface="Calibri"/>
                <a:cs typeface="Calibri"/>
              </a:rPr>
              <a:t>Used to distinguish what the setup currently stores from what the runtime still needs to invoke.</a:t>
            </a:r>
            <a:endParaRPr sz="1100"/>
          </a:p>
        </p:txBody>
      </p:sp>
      <p:sp>
        <p:nvSpPr>
          <p:cNvPr id="16" name="Shape 14">
            <a:extLst xmlns:a="http://schemas.openxmlformats.org/drawingml/2006/main">
              <a:ext uri="{FF2B5EF4-FFF2-40B4-BE49-F238E27FC236}">
                <a16:creationId xmlns:a16="http://schemas.microsoft.com/office/drawing/2014/main" id="{E5366D7C-DDFB-42E2-961B-9A6303D0C3E6}"/>
              </a:ext>
            </a:extLst>
          </p:cNvPr>
          <p:cNvSpPr>
            <a:spLocks xmlns:a="http://schemas.openxmlformats.org/drawingml/2006/main" noGrp="1"/>
          </p:cNvSpPr>
          <p:nvPr/>
        </p:nvSpPr>
        <p:spPr>
          <a:xfrm xmlns:a="http://schemas.openxmlformats.org/drawingml/2006/main">
            <a:off x="566928" y="5065776"/>
            <a:ext cx="2788920" cy="1097280"/>
          </a:xfrm>
          <a:prstGeom xmlns:a="http://schemas.openxmlformats.org/drawingml/2006/main" prst="roundRect">
            <a:avLst>
              <a:gd name="adj" fmla="val 6667"/>
            </a:avLst>
          </a:prstGeom>
          <a:solidFill xmlns:a="http://schemas.openxmlformats.org/drawingml/2006/main">
            <a:srgbClr val="F4F6FB"/>
          </a:solidFill>
          <a:ln xmlns:a="http://schemas.openxmlformats.org/drawingml/2006/main" w="12700">
            <a:solidFill>
              <a:srgbClr val="D8DEEC"/>
            </a:solidFill>
            <a:prstDash val="solid"/>
          </a:ln>
        </p:spPr>
      </p:sp>
      <p:sp>
        <p:nvSpPr>
          <p:cNvPr id="17" name="Text 15">
            <a:extLst xmlns:a="http://schemas.openxmlformats.org/drawingml/2006/main">
              <a:ext uri="{FF2B5EF4-FFF2-40B4-BE49-F238E27FC236}">
                <a16:creationId xmlns:a16="http://schemas.microsoft.com/office/drawing/2014/main" id="{08131F2B-6293-4FCD-91D7-1968A9E5710E}"/>
              </a:ext>
            </a:extLst>
          </p:cNvPr>
          <p:cNvSpPr>
            <a:spLocks xmlns:a="http://schemas.openxmlformats.org/drawingml/2006/main" noGrp="1"/>
          </p:cNvSpPr>
          <p:nvPr/>
        </p:nvSpPr>
        <p:spPr>
          <a:xfrm xmlns:a="http://schemas.openxmlformats.org/drawingml/2006/main">
            <a:off x="731520" y="5175504"/>
            <a:ext cx="24688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250" b="1">
                <a:solidFill>
                  <a:srgbClr val="1E2761"/>
                </a:solidFill>
                <a:latin typeface="Calibri"/>
                <a:ea typeface="Calibri"/>
                <a:cs typeface="Calibri"/>
              </a:rPr>
              <a:t>Demonstration</a:t>
            </a:r>
            <a:endParaRPr sz="1250"/>
          </a:p>
        </p:txBody>
      </p:sp>
      <p:sp>
        <p:nvSpPr>
          <p:cNvPr id="18" name="Text 16">
            <a:extLst xmlns:a="http://schemas.openxmlformats.org/drawingml/2006/main">
              <a:ext uri="{FF2B5EF4-FFF2-40B4-BE49-F238E27FC236}">
                <a16:creationId xmlns:a16="http://schemas.microsoft.com/office/drawing/2014/main" id="{35029BA4-8809-472D-AAE6-43F2F71AF107}"/>
              </a:ext>
            </a:extLst>
          </p:cNvPr>
          <p:cNvSpPr>
            <a:spLocks xmlns:a="http://schemas.openxmlformats.org/drawingml/2006/main" noGrp="1"/>
          </p:cNvSpPr>
          <p:nvPr/>
        </p:nvSpPr>
        <p:spPr>
          <a:xfrm xmlns:a="http://schemas.openxmlformats.org/drawingml/2006/main">
            <a:off x="731520" y="5614416"/>
            <a:ext cx="248716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050"/>
              </a:lnSpc>
              <a:buNone/>
            </a:pPr>
            <a:r>
              <a:rPr sz="850">
                <a:solidFill>
                  <a:srgbClr val="5A6280"/>
                </a:solidFill>
                <a:latin typeface="Calibri"/>
                <a:ea typeface="Calibri"/>
                <a:cs typeface="Calibri"/>
              </a:rPr>
              <a:t>CUS-900 · 8 units × ₱250 = ₱2,000</a:t>
            </a:r>
            <a:endParaRPr sz="850"/>
          </a:p>
        </p:txBody>
      </p:sp>
      <p:sp>
        <p:nvSpPr>
          <p:cNvPr id="19" name="Text 17">
            <a:extLst xmlns:a="http://schemas.openxmlformats.org/drawingml/2006/main">
              <a:ext uri="{FF2B5EF4-FFF2-40B4-BE49-F238E27FC236}">
                <a16:creationId xmlns:a16="http://schemas.microsoft.com/office/drawing/2014/main" id="{159C3DB9-31BD-4F3E-BE62-2D3B39BBD811}"/>
              </a:ext>
            </a:extLst>
          </p:cNvPr>
          <p:cNvSpPr>
            <a:spLocks xmlns:a="http://schemas.openxmlformats.org/drawingml/2006/main" noGrp="1"/>
          </p:cNvSpPr>
          <p:nvPr/>
        </p:nvSpPr>
        <p:spPr>
          <a:xfrm xmlns:a="http://schemas.openxmlformats.org/drawingml/2006/main">
            <a:off x="3584448" y="5102352"/>
            <a:ext cx="800100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2B3350"/>
                </a:solidFill>
                <a:latin typeface="Calibri"/>
                <a:ea typeface="Calibri"/>
                <a:cs typeface="Calibri"/>
              </a:rPr>
              <a:t>Sample data for this walkthrough only; not a production payroll value.</a:t>
            </a:r>
            <a:endParaRPr sz="1100"/>
          </a:p>
        </p:txBody>
      </p:sp>
    </p:spTree>
    <p:extLst>
      <p:ext uri="{BB962C8B-B14F-4D97-AF65-F5344CB8AC3E}">
        <p14:creationId xmlns:p14="http://schemas.microsoft.com/office/powerpoint/2010/main" val="869755288"/>
      </p:ext>
    </p:extLst>
  </p:cSld>
</p:sld>
</file>

<file path=ppt/slides/slide44.xml><?xml version="1.0" encoding="utf-8"?>
<p:sld xmlns:p="http://schemas.openxmlformats.org/presentationml/2006/main">
  <p:cSld>
    <p:bg>
      <p:bgPr>
        <a:solidFill xmlns:a="http://schemas.openxmlformats.org/drawingml/2006/main">
          <a:srgbClr val="11162E"/>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A2819F8-0815-47FF-AF20-D75C9A5CB84C}"/>
              </a:ext>
            </a:extLst>
          </p:cNvPr>
          <p:cNvSpPr>
            <a:spLocks xmlns:a="http://schemas.openxmlformats.org/drawingml/2006/main" noGrp="1"/>
          </p:cNvSpPr>
          <p:nvPr/>
        </p:nvSpPr>
        <p:spPr>
          <a:xfrm xmlns:a="http://schemas.openxmlformats.org/drawingml/2006/main">
            <a:off x="566928" y="2148840"/>
            <a:ext cx="8229600" cy="7315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800" b="1">
                <a:solidFill>
                  <a:srgbClr val="FFFFFF"/>
                </a:solidFill>
                <a:latin typeface="Cambria"/>
                <a:ea typeface="Cambria"/>
                <a:cs typeface="Cambria"/>
              </a:rPr>
              <a:t>What finance users should take away</a:t>
            </a:r>
            <a:endParaRPr sz="3800"/>
          </a:p>
        </p:txBody>
      </p:sp>
      <p:sp>
        <p:nvSpPr>
          <p:cNvPr id="3" name="Shape 1">
            <a:extLst xmlns:a="http://schemas.openxmlformats.org/drawingml/2006/main">
              <a:ext uri="{FF2B5EF4-FFF2-40B4-BE49-F238E27FC236}">
                <a16:creationId xmlns:a16="http://schemas.microsoft.com/office/drawing/2014/main" id="{904C0806-160D-4975-BA83-09F65EF0A1BC}"/>
              </a:ext>
            </a:extLst>
          </p:cNvPr>
          <p:cNvSpPr>
            <a:spLocks xmlns:a="http://schemas.openxmlformats.org/drawingml/2006/main" noGrp="1"/>
          </p:cNvSpPr>
          <p:nvPr/>
        </p:nvSpPr>
        <p:spPr>
          <a:xfrm xmlns:a="http://schemas.openxmlformats.org/drawingml/2006/main">
            <a:off x="566928" y="3108960"/>
            <a:ext cx="384048" cy="384048"/>
          </a:xfrm>
          <a:prstGeom xmlns:a="http://schemas.openxmlformats.org/drawingml/2006/main" prst="ellipse">
            <a:avLst/>
          </a:prstGeom>
          <a:solidFill xmlns:a="http://schemas.openxmlformats.org/drawingml/2006/main">
            <a:srgbClr val="CADCFC"/>
          </a:solidFill>
        </p:spPr>
      </p:sp>
      <p:sp>
        <p:nvSpPr>
          <p:cNvPr id="4" name="Text 2">
            <a:extLst xmlns:a="http://schemas.openxmlformats.org/drawingml/2006/main">
              <a:ext uri="{FF2B5EF4-FFF2-40B4-BE49-F238E27FC236}">
                <a16:creationId xmlns:a16="http://schemas.microsoft.com/office/drawing/2014/main" id="{E2E3AD1A-0D4C-4CEA-84CA-26FBF3705D09}"/>
              </a:ext>
            </a:extLst>
          </p:cNvPr>
          <p:cNvSpPr>
            <a:spLocks xmlns:a="http://schemas.openxmlformats.org/drawingml/2006/main" noGrp="1"/>
          </p:cNvSpPr>
          <p:nvPr/>
        </p:nvSpPr>
        <p:spPr>
          <a:xfrm xmlns:a="http://schemas.openxmlformats.org/drawingml/2006/main">
            <a:off x="566928" y="3108960"/>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1162E"/>
                </a:solidFill>
                <a:latin typeface="Calibri"/>
                <a:ea typeface="Calibri"/>
                <a:cs typeface="Calibri"/>
              </a:rPr>
              <a:t>1</a:t>
            </a:r>
            <a:endParaRPr sz="1400"/>
          </a:p>
        </p:txBody>
      </p:sp>
      <p:sp>
        <p:nvSpPr>
          <p:cNvPr id="5" name="Text 3">
            <a:extLst xmlns:a="http://schemas.openxmlformats.org/drawingml/2006/main">
              <a:ext uri="{FF2B5EF4-FFF2-40B4-BE49-F238E27FC236}">
                <a16:creationId xmlns:a16="http://schemas.microsoft.com/office/drawing/2014/main" id="{5CD56AB2-723C-4151-8556-06A427913A6C}"/>
              </a:ext>
            </a:extLst>
          </p:cNvPr>
          <p:cNvSpPr>
            <a:spLocks xmlns:a="http://schemas.openxmlformats.org/drawingml/2006/main" noGrp="1"/>
          </p:cNvSpPr>
          <p:nvPr/>
        </p:nvSpPr>
        <p:spPr>
          <a:xfrm xmlns:a="http://schemas.openxmlformats.org/drawingml/2006/main">
            <a:off x="1188720" y="3072384"/>
            <a:ext cx="9601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FFFFFF"/>
                </a:solidFill>
                <a:latin typeface="Calibri"/>
                <a:ea typeface="Calibri"/>
                <a:cs typeface="Calibri"/>
              </a:rPr>
              <a:t>A computation is a reusable payroll rule with owned inputs, a test and an effective version.</a:t>
            </a:r>
            <a:endParaRPr sz="1400"/>
          </a:p>
        </p:txBody>
      </p:sp>
      <p:sp>
        <p:nvSpPr>
          <p:cNvPr id="6" name="Shape 4">
            <a:extLst xmlns:a="http://schemas.openxmlformats.org/drawingml/2006/main">
              <a:ext uri="{FF2B5EF4-FFF2-40B4-BE49-F238E27FC236}">
                <a16:creationId xmlns:a16="http://schemas.microsoft.com/office/drawing/2014/main" id="{08A9B6DE-B5D9-4050-8CC9-6B1DB0BCF58A}"/>
              </a:ext>
            </a:extLst>
          </p:cNvPr>
          <p:cNvSpPr>
            <a:spLocks xmlns:a="http://schemas.openxmlformats.org/drawingml/2006/main" noGrp="1"/>
          </p:cNvSpPr>
          <p:nvPr/>
        </p:nvSpPr>
        <p:spPr>
          <a:xfrm xmlns:a="http://schemas.openxmlformats.org/drawingml/2006/main">
            <a:off x="566928" y="3767328"/>
            <a:ext cx="384048" cy="384048"/>
          </a:xfrm>
          <a:prstGeom xmlns:a="http://schemas.openxmlformats.org/drawingml/2006/main" prst="ellipse">
            <a:avLst/>
          </a:prstGeom>
          <a:solidFill xmlns:a="http://schemas.openxmlformats.org/drawingml/2006/main">
            <a:srgbClr val="CADCFC"/>
          </a:solidFill>
        </p:spPr>
      </p:sp>
      <p:sp>
        <p:nvSpPr>
          <p:cNvPr id="7" name="Text 5">
            <a:extLst xmlns:a="http://schemas.openxmlformats.org/drawingml/2006/main">
              <a:ext uri="{FF2B5EF4-FFF2-40B4-BE49-F238E27FC236}">
                <a16:creationId xmlns:a16="http://schemas.microsoft.com/office/drawing/2014/main" id="{B047F0AB-9CD8-46F1-B20F-5347152A415E}"/>
              </a:ext>
            </a:extLst>
          </p:cNvPr>
          <p:cNvSpPr>
            <a:spLocks xmlns:a="http://schemas.openxmlformats.org/drawingml/2006/main" noGrp="1"/>
          </p:cNvSpPr>
          <p:nvPr/>
        </p:nvSpPr>
        <p:spPr>
          <a:xfrm xmlns:a="http://schemas.openxmlformats.org/drawingml/2006/main">
            <a:off x="566928" y="376732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1162E"/>
                </a:solidFill>
                <a:latin typeface="Calibri"/>
                <a:ea typeface="Calibri"/>
                <a:cs typeface="Calibri"/>
              </a:rPr>
              <a:t>2</a:t>
            </a:r>
            <a:endParaRPr sz="1400"/>
          </a:p>
        </p:txBody>
      </p:sp>
      <p:sp>
        <p:nvSpPr>
          <p:cNvPr id="8" name="Text 6">
            <a:extLst xmlns:a="http://schemas.openxmlformats.org/drawingml/2006/main">
              <a:ext uri="{FF2B5EF4-FFF2-40B4-BE49-F238E27FC236}">
                <a16:creationId xmlns:a16="http://schemas.microsoft.com/office/drawing/2014/main" id="{2AF66F6C-685D-4C9D-A3B6-BE004DA7EC7D}"/>
              </a:ext>
            </a:extLst>
          </p:cNvPr>
          <p:cNvSpPr>
            <a:spLocks xmlns:a="http://schemas.openxmlformats.org/drawingml/2006/main" noGrp="1"/>
          </p:cNvSpPr>
          <p:nvPr/>
        </p:nvSpPr>
        <p:spPr>
          <a:xfrm xmlns:a="http://schemas.openxmlformats.org/drawingml/2006/main">
            <a:off x="1188720" y="3730752"/>
            <a:ext cx="9601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FFFFFF"/>
                </a:solidFill>
                <a:latin typeface="Calibri"/>
                <a:ea typeface="Calibri"/>
                <a:cs typeface="Calibri"/>
              </a:rPr>
              <a:t>The client assignment says where, for whom and how often that rule may be used.</a:t>
            </a:r>
            <a:endParaRPr sz="1400"/>
          </a:p>
        </p:txBody>
      </p:sp>
      <p:sp>
        <p:nvSpPr>
          <p:cNvPr id="9" name="Shape 7">
            <a:extLst xmlns:a="http://schemas.openxmlformats.org/drawingml/2006/main">
              <a:ext uri="{FF2B5EF4-FFF2-40B4-BE49-F238E27FC236}">
                <a16:creationId xmlns:a16="http://schemas.microsoft.com/office/drawing/2014/main" id="{54B96AAF-4314-48F1-99AC-46C2EC9794B8}"/>
              </a:ext>
            </a:extLst>
          </p:cNvPr>
          <p:cNvSpPr>
            <a:spLocks xmlns:a="http://schemas.openxmlformats.org/drawingml/2006/main" noGrp="1"/>
          </p:cNvSpPr>
          <p:nvPr/>
        </p:nvSpPr>
        <p:spPr>
          <a:xfrm xmlns:a="http://schemas.openxmlformats.org/drawingml/2006/main">
            <a:off x="566928" y="4425696"/>
            <a:ext cx="384048" cy="384048"/>
          </a:xfrm>
          <a:prstGeom xmlns:a="http://schemas.openxmlformats.org/drawingml/2006/main" prst="ellipse">
            <a:avLst/>
          </a:prstGeom>
          <a:solidFill xmlns:a="http://schemas.openxmlformats.org/drawingml/2006/main">
            <a:srgbClr val="CADCFC"/>
          </a:solidFill>
        </p:spPr>
      </p:sp>
      <p:sp>
        <p:nvSpPr>
          <p:cNvPr id="10" name="Text 8">
            <a:extLst xmlns:a="http://schemas.openxmlformats.org/drawingml/2006/main">
              <a:ext uri="{FF2B5EF4-FFF2-40B4-BE49-F238E27FC236}">
                <a16:creationId xmlns:a16="http://schemas.microsoft.com/office/drawing/2014/main" id="{B4ED3E95-97C9-45E4-8220-BEE3FDD7A48D}"/>
              </a:ext>
            </a:extLst>
          </p:cNvPr>
          <p:cNvSpPr>
            <a:spLocks xmlns:a="http://schemas.openxmlformats.org/drawingml/2006/main" noGrp="1"/>
          </p:cNvSpPr>
          <p:nvPr/>
        </p:nvSpPr>
        <p:spPr>
          <a:xfrm xmlns:a="http://schemas.openxmlformats.org/drawingml/2006/main">
            <a:off x="566928" y="4425696"/>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1162E"/>
                </a:solidFill>
                <a:latin typeface="Calibri"/>
                <a:ea typeface="Calibri"/>
                <a:cs typeface="Calibri"/>
              </a:rPr>
              <a:t>3</a:t>
            </a:r>
            <a:endParaRPr sz="1400"/>
          </a:p>
        </p:txBody>
      </p:sp>
      <p:sp>
        <p:nvSpPr>
          <p:cNvPr id="11" name="Text 9">
            <a:extLst xmlns:a="http://schemas.openxmlformats.org/drawingml/2006/main">
              <a:ext uri="{FF2B5EF4-FFF2-40B4-BE49-F238E27FC236}">
                <a16:creationId xmlns:a16="http://schemas.microsoft.com/office/drawing/2014/main" id="{F502AFC3-3807-4CCD-9A23-F48EAADF6A67}"/>
              </a:ext>
            </a:extLst>
          </p:cNvPr>
          <p:cNvSpPr>
            <a:spLocks xmlns:a="http://schemas.openxmlformats.org/drawingml/2006/main" noGrp="1"/>
          </p:cNvSpPr>
          <p:nvPr/>
        </p:nvSpPr>
        <p:spPr>
          <a:xfrm xmlns:a="http://schemas.openxmlformats.org/drawingml/2006/main">
            <a:off x="1188720" y="4389120"/>
            <a:ext cx="9601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FFFFFF"/>
                </a:solidFill>
                <a:latin typeface="Calibri"/>
                <a:ea typeface="Calibri"/>
                <a:cs typeface="Calibri"/>
              </a:rPr>
              <a:t>HRM, Timekeeping and payroll registers supply the real values; the payroll consumer must call the code.</a:t>
            </a:r>
            <a:endParaRPr sz="1400"/>
          </a:p>
        </p:txBody>
      </p:sp>
      <p:sp>
        <p:nvSpPr>
          <p:cNvPr id="12" name="Shape 10">
            <a:extLst xmlns:a="http://schemas.openxmlformats.org/drawingml/2006/main">
              <a:ext uri="{FF2B5EF4-FFF2-40B4-BE49-F238E27FC236}">
                <a16:creationId xmlns:a16="http://schemas.microsoft.com/office/drawing/2014/main" id="{41CAE20A-07D8-4F73-B40B-9535F432D154}"/>
              </a:ext>
            </a:extLst>
          </p:cNvPr>
          <p:cNvSpPr>
            <a:spLocks xmlns:a="http://schemas.openxmlformats.org/drawingml/2006/main" noGrp="1"/>
          </p:cNvSpPr>
          <p:nvPr/>
        </p:nvSpPr>
        <p:spPr>
          <a:xfrm xmlns:a="http://schemas.openxmlformats.org/drawingml/2006/main">
            <a:off x="566928" y="5084064"/>
            <a:ext cx="384048" cy="384048"/>
          </a:xfrm>
          <a:prstGeom xmlns:a="http://schemas.openxmlformats.org/drawingml/2006/main" prst="ellipse">
            <a:avLst/>
          </a:prstGeom>
          <a:solidFill xmlns:a="http://schemas.openxmlformats.org/drawingml/2006/main">
            <a:srgbClr val="CADCFC"/>
          </a:solidFill>
        </p:spPr>
      </p:sp>
      <p:sp>
        <p:nvSpPr>
          <p:cNvPr id="13" name="Text 11">
            <a:extLst xmlns:a="http://schemas.openxmlformats.org/drawingml/2006/main">
              <a:ext uri="{FF2B5EF4-FFF2-40B4-BE49-F238E27FC236}">
                <a16:creationId xmlns:a16="http://schemas.microsoft.com/office/drawing/2014/main" id="{F486E08A-B282-4F13-B944-A671CCA1EF0B}"/>
              </a:ext>
            </a:extLst>
          </p:cNvPr>
          <p:cNvSpPr>
            <a:spLocks xmlns:a="http://schemas.openxmlformats.org/drawingml/2006/main" noGrp="1"/>
          </p:cNvSpPr>
          <p:nvPr/>
        </p:nvSpPr>
        <p:spPr>
          <a:xfrm xmlns:a="http://schemas.openxmlformats.org/drawingml/2006/main">
            <a:off x="566928" y="5084064"/>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1162E"/>
                </a:solidFill>
                <a:latin typeface="Calibri"/>
                <a:ea typeface="Calibri"/>
                <a:cs typeface="Calibri"/>
              </a:rPr>
              <a:t>4</a:t>
            </a:r>
            <a:endParaRPr sz="1400"/>
          </a:p>
        </p:txBody>
      </p:sp>
      <p:sp>
        <p:nvSpPr>
          <p:cNvPr id="14" name="Text 12">
            <a:extLst xmlns:a="http://schemas.openxmlformats.org/drawingml/2006/main">
              <a:ext uri="{FF2B5EF4-FFF2-40B4-BE49-F238E27FC236}">
                <a16:creationId xmlns:a16="http://schemas.microsoft.com/office/drawing/2014/main" id="{A25CCC99-BC38-4C2F-B09E-EEE7E9561867}"/>
              </a:ext>
            </a:extLst>
          </p:cNvPr>
          <p:cNvSpPr>
            <a:spLocks xmlns:a="http://schemas.openxmlformats.org/drawingml/2006/main" noGrp="1"/>
          </p:cNvSpPr>
          <p:nvPr/>
        </p:nvSpPr>
        <p:spPr>
          <a:xfrm xmlns:a="http://schemas.openxmlformats.org/drawingml/2006/main">
            <a:off x="1188720" y="5047488"/>
            <a:ext cx="9601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FFFFFF"/>
                </a:solidFill>
                <a:latin typeface="Calibri"/>
                <a:ea typeface="Calibri"/>
                <a:cs typeface="Calibri"/>
              </a:rPr>
              <a:t>The transaction trail keeps the amount explainable from source data to payslip and reports.</a:t>
            </a:r>
            <a:endParaRPr sz="1400"/>
          </a:p>
        </p:txBody>
      </p:sp>
    </p:spTree>
    <p:extLst>
      <p:ext uri="{BB962C8B-B14F-4D97-AF65-F5344CB8AC3E}">
        <p14:creationId xmlns:p14="http://schemas.microsoft.com/office/powerpoint/2010/main" val="555750861"/>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2026-08-23T18:39:16.8860000Z</dcterms:created>
  <dcterms:modified xsi:type="dcterms:W3CDTF">2026-08-23T18:39:16.8860000Z</dcterms:modified>
</coreProperties>
</file>