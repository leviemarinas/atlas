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4e04d36ce4963" /><Relationship Type="http://schemas.openxmlformats.org/officeDocument/2006/relationships/extended-properties" Target="/docProps/app.xml" Id="Rfe5a7590bfd74dd3" /><Relationship Type="http://schemas.openxmlformats.org/officeDocument/2006/relationships/officeDocument" Target="/ppt/presentation.xml" Id="R8ea86b8b6991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e852faa2ac4a9e"/>
    <p:sldMasterId xmlns:r="http://schemas.openxmlformats.org/officeDocument/2006/relationships" id="2147483650" r:id="Rf89f023594794b89"/>
  </p:sldMasterIdLst>
  <p:notesMasterIdLst>
    <p:notesMasterId xmlns:r="http://schemas.openxmlformats.org/officeDocument/2006/relationships" r:id="R9535bbc468d04b2d"/>
  </p:notesMasterIdLst>
  <p:sldIdLst>
    <p:sldId xmlns:r="http://schemas.openxmlformats.org/officeDocument/2006/relationships" id="256" r:id="R871fc1f4a88343df"/>
    <p:sldId xmlns:r="http://schemas.openxmlformats.org/officeDocument/2006/relationships" id="257" r:id="Rbe6074eaa3914e6e"/>
    <p:sldId xmlns:r="http://schemas.openxmlformats.org/officeDocument/2006/relationships" id="258" r:id="Rae363b0094cf4003"/>
    <p:sldId xmlns:r="http://schemas.openxmlformats.org/officeDocument/2006/relationships" id="259" r:id="R1553d0b2660b4bdb"/>
    <p:sldId xmlns:r="http://schemas.openxmlformats.org/officeDocument/2006/relationships" id="260" r:id="R924588816eca4554"/>
    <p:sldId xmlns:r="http://schemas.openxmlformats.org/officeDocument/2006/relationships" id="261" r:id="R990d2cb8cf2e440b"/>
    <p:sldId xmlns:r="http://schemas.openxmlformats.org/officeDocument/2006/relationships" id="262" r:id="R3187b59dd1384088"/>
    <p:sldId xmlns:r="http://schemas.openxmlformats.org/officeDocument/2006/relationships" id="263" r:id="R19d91dd193664f99"/>
    <p:sldId xmlns:r="http://schemas.openxmlformats.org/officeDocument/2006/relationships" id="264" r:id="R4811d31eea8c4b9b"/>
    <p:sldId xmlns:r="http://schemas.openxmlformats.org/officeDocument/2006/relationships" id="265" r:id="Rc373442aa5394838"/>
    <p:sldId xmlns:r="http://schemas.openxmlformats.org/officeDocument/2006/relationships" id="266" r:id="Rf9fd6ccf57cf4574"/>
    <p:sldId xmlns:r="http://schemas.openxmlformats.org/officeDocument/2006/relationships" id="267" r:id="Re291759184a2483d"/>
    <p:sldId xmlns:r="http://schemas.openxmlformats.org/officeDocument/2006/relationships" id="268" r:id="R8904c4591bc24727"/>
    <p:sldId xmlns:r="http://schemas.openxmlformats.org/officeDocument/2006/relationships" id="269" r:id="R4a7bb2cd6dd24546"/>
    <p:sldId xmlns:r="http://schemas.openxmlformats.org/officeDocument/2006/relationships" id="270" r:id="R5d6bd5f9766d4e9b"/>
    <p:sldId xmlns:r="http://schemas.openxmlformats.org/officeDocument/2006/relationships" id="271" r:id="Reae42fcf5a6e46e9"/>
    <p:sldId xmlns:r="http://schemas.openxmlformats.org/officeDocument/2006/relationships" id="272" r:id="R2cf1783e4fbc4a69"/>
    <p:sldId xmlns:r="http://schemas.openxmlformats.org/officeDocument/2006/relationships" id="273" r:id="R6944c19e75134918"/>
    <p:sldId xmlns:r="http://schemas.openxmlformats.org/officeDocument/2006/relationships" id="274" r:id="Ra800b23c47754f69"/>
    <p:sldId xmlns:r="http://schemas.openxmlformats.org/officeDocument/2006/relationships" id="275" r:id="R17661fecf84a4782"/>
    <p:sldId xmlns:r="http://schemas.openxmlformats.org/officeDocument/2006/relationships" id="276" r:id="R255b85582ee74d65"/>
    <p:sldId xmlns:r="http://schemas.openxmlformats.org/officeDocument/2006/relationships" id="277" r:id="R8e21b55e014d4a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7a4149eabc4e09" /><Relationship Type="http://schemas.openxmlformats.org/officeDocument/2006/relationships/slideMaster" Target="/ppt/slideMasters/slideMaster1.xml" Id="R33e852faa2ac4a9e" /><Relationship Type="http://schemas.openxmlformats.org/officeDocument/2006/relationships/slideMaster" Target="/ppt/slideMasters/slideMaster2.xml" Id="Rf89f023594794b89" /><Relationship Type="http://schemas.openxmlformats.org/officeDocument/2006/relationships/notesMaster" Target="/ppt/notesMasters/notesMaster1.xml" Id="R9535bbc468d04b2d" /><Relationship Type="http://schemas.openxmlformats.org/officeDocument/2006/relationships/presProps" Target="/ppt/presProps.xml" Id="R8be66b3d56824409" /><Relationship Type="http://schemas.openxmlformats.org/officeDocument/2006/relationships/viewProps" Target="/ppt/viewProps.xml" Id="Re23b8c32fadb4b8b" /><Relationship Type="http://schemas.openxmlformats.org/officeDocument/2006/relationships/tableStyles" Target="/ppt/tableStyles.xml" Id="R9679834f0eb84219" /><Relationship Type="http://schemas.openxmlformats.org/officeDocument/2006/relationships/slide" Target="/ppt/slides/slide1.xml" Id="R871fc1f4a88343df" /><Relationship Type="http://schemas.openxmlformats.org/officeDocument/2006/relationships/slide" Target="/ppt/slides/slide2.xml" Id="Rbe6074eaa3914e6e" /><Relationship Type="http://schemas.openxmlformats.org/officeDocument/2006/relationships/slide" Target="/ppt/slides/slide3.xml" Id="Rae363b0094cf4003" /><Relationship Type="http://schemas.openxmlformats.org/officeDocument/2006/relationships/slide" Target="/ppt/slides/slide4.xml" Id="R1553d0b2660b4bdb" /><Relationship Type="http://schemas.openxmlformats.org/officeDocument/2006/relationships/slide" Target="/ppt/slides/slide5.xml" Id="R924588816eca4554" /><Relationship Type="http://schemas.openxmlformats.org/officeDocument/2006/relationships/slide" Target="/ppt/slides/slide6.xml" Id="R990d2cb8cf2e440b" /><Relationship Type="http://schemas.openxmlformats.org/officeDocument/2006/relationships/slide" Target="/ppt/slides/slide7.xml" Id="R3187b59dd1384088" /><Relationship Type="http://schemas.openxmlformats.org/officeDocument/2006/relationships/slide" Target="/ppt/slides/slide8.xml" Id="R19d91dd193664f99" /><Relationship Type="http://schemas.openxmlformats.org/officeDocument/2006/relationships/slide" Target="/ppt/slides/slide9.xml" Id="R4811d31eea8c4b9b" /><Relationship Type="http://schemas.openxmlformats.org/officeDocument/2006/relationships/slide" Target="/ppt/slides/slide10.xml" Id="Rc373442aa5394838" /><Relationship Type="http://schemas.openxmlformats.org/officeDocument/2006/relationships/slide" Target="/ppt/slides/slide11.xml" Id="Rf9fd6ccf57cf4574" /><Relationship Type="http://schemas.openxmlformats.org/officeDocument/2006/relationships/slide" Target="/ppt/slides/slide12.xml" Id="Re291759184a2483d" /><Relationship Type="http://schemas.openxmlformats.org/officeDocument/2006/relationships/slide" Target="/ppt/slides/slide13.xml" Id="R8904c4591bc24727" /><Relationship Type="http://schemas.openxmlformats.org/officeDocument/2006/relationships/slide" Target="/ppt/slides/slide14.xml" Id="R4a7bb2cd6dd24546" /><Relationship Type="http://schemas.openxmlformats.org/officeDocument/2006/relationships/slide" Target="/ppt/slides/slide15.xml" Id="R5d6bd5f9766d4e9b" /><Relationship Type="http://schemas.openxmlformats.org/officeDocument/2006/relationships/slide" Target="/ppt/slides/slide16.xml" Id="Reae42fcf5a6e46e9" /><Relationship Type="http://schemas.openxmlformats.org/officeDocument/2006/relationships/slide" Target="/ppt/slides/slide17.xml" Id="R2cf1783e4fbc4a69" /><Relationship Type="http://schemas.openxmlformats.org/officeDocument/2006/relationships/slide" Target="/ppt/slides/slide18.xml" Id="R6944c19e75134918" /><Relationship Type="http://schemas.openxmlformats.org/officeDocument/2006/relationships/slide" Target="/ppt/slides/slide19.xml" Id="Ra800b23c47754f69" /><Relationship Type="http://schemas.openxmlformats.org/officeDocument/2006/relationships/slide" Target="/ppt/slides/slide20.xml" Id="R17661fecf84a4782" /><Relationship Type="http://schemas.openxmlformats.org/officeDocument/2006/relationships/slide" Target="/ppt/slides/slide21.xml" Id="R255b85582ee74d65" /><Relationship Type="http://schemas.openxmlformats.org/officeDocument/2006/relationships/slide" Target="/ppt/slides/slide22.xml" Id="R8e21b55e014d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d8a2e1169f341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77cbd760143f3" /><Relationship Type="http://schemas.openxmlformats.org/officeDocument/2006/relationships/notesMaster" Target="/ppt/notesMasters/notesMaster1.xml" Id="Ref8178951495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b53c9d1614872" /><Relationship Type="http://schemas.openxmlformats.org/officeDocument/2006/relationships/notesMaster" Target="/ppt/notesMasters/notesMaster1.xml" Id="Rd9112a59c09240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ee0785e2554ee1" /><Relationship Type="http://schemas.openxmlformats.org/officeDocument/2006/relationships/notesMaster" Target="/ppt/notesMasters/notesMaster1.xml" Id="R5d3d9bd3d4294f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5accfbbbc9409a" /><Relationship Type="http://schemas.openxmlformats.org/officeDocument/2006/relationships/notesMaster" Target="/ppt/notesMasters/notesMaster1.xml" Id="R37655332e03540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4e8734cc534c38" /><Relationship Type="http://schemas.openxmlformats.org/officeDocument/2006/relationships/notesMaster" Target="/ppt/notesMasters/notesMaster1.xml" Id="R3795b7c4bd4148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9f42263e8045fc" /><Relationship Type="http://schemas.openxmlformats.org/officeDocument/2006/relationships/notesMaster" Target="/ppt/notesMasters/notesMaster1.xml" Id="R33175ab130a947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8d2d7842f54127" /><Relationship Type="http://schemas.openxmlformats.org/officeDocument/2006/relationships/notesMaster" Target="/ppt/notesMasters/notesMaster1.xml" Id="Rdd2fe2637eb448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cdef63ee2b4984" /><Relationship Type="http://schemas.openxmlformats.org/officeDocument/2006/relationships/notesMaster" Target="/ppt/notesMasters/notesMaster1.xml" Id="R3166e5bcfa6549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ecaa0e88c84009" /><Relationship Type="http://schemas.openxmlformats.org/officeDocument/2006/relationships/notesMaster" Target="/ppt/notesMasters/notesMaster1.xml" Id="Rc74a3f1d8d734f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7abc4a1d0e4e01" /><Relationship Type="http://schemas.openxmlformats.org/officeDocument/2006/relationships/notesMaster" Target="/ppt/notesMasters/notesMaster1.xml" Id="R01f209b8c9794c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564089a8664310" /><Relationship Type="http://schemas.openxmlformats.org/officeDocument/2006/relationships/notesMaster" Target="/ppt/notesMasters/notesMaster1.xml" Id="R1831b44f894244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989fc033174ec9" /><Relationship Type="http://schemas.openxmlformats.org/officeDocument/2006/relationships/notesMaster" Target="/ppt/notesMasters/notesMaster1.xml" Id="Rb4eefaa4c9ff48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7393cc377d4784" /><Relationship Type="http://schemas.openxmlformats.org/officeDocument/2006/relationships/notesMaster" Target="/ppt/notesMasters/notesMaster1.xml" Id="Refccd31d044e4a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0a6efd212c4aec" /><Relationship Type="http://schemas.openxmlformats.org/officeDocument/2006/relationships/notesMaster" Target="/ppt/notesMasters/notesMaster1.xml" Id="Rac7255c9c7134f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66ea5b35284181" /><Relationship Type="http://schemas.openxmlformats.org/officeDocument/2006/relationships/notesMaster" Target="/ppt/notesMasters/notesMaster1.xml" Id="R5e2a36fef3134f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7f1ebe7fe64ebc" /><Relationship Type="http://schemas.openxmlformats.org/officeDocument/2006/relationships/notesMaster" Target="/ppt/notesMasters/notesMaster1.xml" Id="R17eb86b4d5c84d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c1816373c64451" /><Relationship Type="http://schemas.openxmlformats.org/officeDocument/2006/relationships/notesMaster" Target="/ppt/notesMasters/notesMaster1.xml" Id="Rbd7020bdfbf847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42284f123a4d72" /><Relationship Type="http://schemas.openxmlformats.org/officeDocument/2006/relationships/notesMaster" Target="/ppt/notesMasters/notesMaster1.xml" Id="Raca23be978294e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91eb5086a94a50" /><Relationship Type="http://schemas.openxmlformats.org/officeDocument/2006/relationships/notesMaster" Target="/ppt/notesMasters/notesMaster1.xml" Id="R0dda12764bde4a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321d62989345f2" /><Relationship Type="http://schemas.openxmlformats.org/officeDocument/2006/relationships/notesMaster" Target="/ppt/notesMasters/notesMaster1.xml" Id="R939fc28c8f4d4c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d6e6058c944f63" /><Relationship Type="http://schemas.openxmlformats.org/officeDocument/2006/relationships/notesMaster" Target="/ppt/notesMasters/notesMaster1.xml" Id="Red6b3431dad549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1a277263ad45af" /><Relationship Type="http://schemas.openxmlformats.org/officeDocument/2006/relationships/notesMaster" Target="/ppt/notesMasters/notesMaster1.xml" Id="R379e3d2a850e45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demonstration CUS-900; computation-creation and client-assignment captures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 deck; live ATLAS prototype; ComputationalBasis.jsx; computationCatalog.js; payrollEngine.js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explain this slide from a finance-user perspective and distinguish setup-time governance from transaction-time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ATLAS prototype and ATLAS_Phase2_Computational_Basis_Demo_v2.pptx</a:t>
            </a:r>
          </a:p>
          <a:p xmlns:a="http://schemas.openxmlformats.org/drawingml/2006/main">
            <a:r>
              <a:t>- Evidence captured 24 August 2026 in the local ATLAS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3bcc7b91947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d89ae4afce4dc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59cf399b81432c" /><Relationship Type="http://schemas.openxmlformats.org/officeDocument/2006/relationships/slideLayout" Target="/ppt/slideLayouts/slideLayout1.xml" Id="Ra37972325aa84cb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381a5a84af94910" /><Relationship Type="http://schemas.openxmlformats.org/officeDocument/2006/relationships/slideLayout" Target="/ppt/slideLayouts/slideLayout2.xml" Id="Rcac478f26d10401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7972325aa84cb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ac478f26d10401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bb19ad0ca47a1" /><Relationship Type="http://schemas.openxmlformats.org/officeDocument/2006/relationships/notesSlide" Target="/ppt/notesSlides/notesSlide1.xml" Id="R0958948f18cb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6415ad1004fc0" /><Relationship Type="http://schemas.openxmlformats.org/officeDocument/2006/relationships/notesSlide" Target="/ppt/notesSlides/notesSlide2.xml" Id="Rf7ea93cc17de4a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fa3b09ac1468a" /><Relationship Type="http://schemas.openxmlformats.org/officeDocument/2006/relationships/notesSlide" Target="/ppt/notesSlides/notesSlide3.xml" Id="Rbfe27cb9cf4a42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3b82ef0d043cc" /><Relationship Type="http://schemas.openxmlformats.org/officeDocument/2006/relationships/image" Target="/ppt/media/image.jpeg" Id="R41196253a6ca4d46" /><Relationship Type="http://schemas.openxmlformats.org/officeDocument/2006/relationships/notesSlide" Target="/ppt/notesSlides/notesSlide4.xml" Id="Rba82a7fb17be4d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dbb6e99f44409" /><Relationship Type="http://schemas.openxmlformats.org/officeDocument/2006/relationships/notesSlide" Target="/ppt/notesSlides/notesSlide5.xml" Id="Rd434a432c8cb44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9bbfb2b584314" /><Relationship Type="http://schemas.openxmlformats.org/officeDocument/2006/relationships/image" Target="/ppt/media/image2.jpeg" Id="R2a1fa93d1a834aae" /><Relationship Type="http://schemas.openxmlformats.org/officeDocument/2006/relationships/notesSlide" Target="/ppt/notesSlides/notesSlide6.xml" Id="R3138e0b127c94e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9b8b50b0c4d55" /><Relationship Type="http://schemas.openxmlformats.org/officeDocument/2006/relationships/image" Target="/ppt/media/image.gif" Id="R9de3772ca89b49b7" /><Relationship Type="http://schemas.openxmlformats.org/officeDocument/2006/relationships/notesSlide" Target="/ppt/notesSlides/notesSlide7.xml" Id="R6317e66f9c9742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96c49160042f1" /><Relationship Type="http://schemas.openxmlformats.org/officeDocument/2006/relationships/image" Target="/ppt/media/image3.jpeg" Id="Rb3f60143b5734a93" /><Relationship Type="http://schemas.openxmlformats.org/officeDocument/2006/relationships/notesSlide" Target="/ppt/notesSlides/notesSlide8.xml" Id="Re8c596bf3ad244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ded5928474095" /><Relationship Type="http://schemas.openxmlformats.org/officeDocument/2006/relationships/image" Target="/ppt/media/image4.jpeg" Id="Rbc1d50e9befb47c3" /><Relationship Type="http://schemas.openxmlformats.org/officeDocument/2006/relationships/notesSlide" Target="/ppt/notesSlides/notesSlide9.xml" Id="R35d9d24c3b724e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c40f4a0124761" /><Relationship Type="http://schemas.openxmlformats.org/officeDocument/2006/relationships/image" Target="/ppt/media/image5.jpeg" Id="Rea32130d81ba46f6" /><Relationship Type="http://schemas.openxmlformats.org/officeDocument/2006/relationships/notesSlide" Target="/ppt/notesSlides/notesSlide10.xml" Id="Rf8ef630236e84b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c439a963f4001" /><Relationship Type="http://schemas.openxmlformats.org/officeDocument/2006/relationships/image" Target="/ppt/media/image6.jpeg" Id="R3d2092c3e9b44ae1" /><Relationship Type="http://schemas.openxmlformats.org/officeDocument/2006/relationships/notesSlide" Target="/ppt/notesSlides/notesSlide11.xml" Id="Ra8edf31bb5784e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d7cbdd4d946d3" /><Relationship Type="http://schemas.openxmlformats.org/officeDocument/2006/relationships/image" Target="/ppt/media/image2.gif" Id="Rcd345255c25d4b41" /><Relationship Type="http://schemas.openxmlformats.org/officeDocument/2006/relationships/notesSlide" Target="/ppt/notesSlides/notesSlide12.xml" Id="R925ce95e13204b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469587772408c" /><Relationship Type="http://schemas.openxmlformats.org/officeDocument/2006/relationships/image" Target="/ppt/media/image7.jpeg" Id="Rfb13936e22e94d91" /><Relationship Type="http://schemas.openxmlformats.org/officeDocument/2006/relationships/notesSlide" Target="/ppt/notesSlides/notesSlide13.xml" Id="R0b65ec1a1fb042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806355bd2456c" /><Relationship Type="http://schemas.openxmlformats.org/officeDocument/2006/relationships/image" Target="/ppt/media/image8.jpeg" Id="R2e1f982325c244c0" /><Relationship Type="http://schemas.openxmlformats.org/officeDocument/2006/relationships/notesSlide" Target="/ppt/notesSlides/notesSlide14.xml" Id="R94677272f62148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e03a192304e05" /><Relationship Type="http://schemas.openxmlformats.org/officeDocument/2006/relationships/notesSlide" Target="/ppt/notesSlides/notesSlide15.xml" Id="R05fcbf80e44949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b8f1495784ce3" /><Relationship Type="http://schemas.openxmlformats.org/officeDocument/2006/relationships/notesSlide" Target="/ppt/notesSlides/notesSlide16.xml" Id="Rdab251103ae241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3d3527af246ee" /><Relationship Type="http://schemas.openxmlformats.org/officeDocument/2006/relationships/image" Target="/ppt/media/image9.jpeg" Id="Rb13e9a423c81424a" /><Relationship Type="http://schemas.openxmlformats.org/officeDocument/2006/relationships/image" Target="/ppt/media/image10.jpeg" Id="R2f31ae068de843cd" /><Relationship Type="http://schemas.openxmlformats.org/officeDocument/2006/relationships/notesSlide" Target="/ppt/notesSlides/notesSlide17.xml" Id="R00b29f661b674f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fddc027fa4921" /><Relationship Type="http://schemas.openxmlformats.org/officeDocument/2006/relationships/image" Target="/ppt/media/image11.jpeg" Id="Rf52c2cf4b2044d38" /><Relationship Type="http://schemas.openxmlformats.org/officeDocument/2006/relationships/notesSlide" Target="/ppt/notesSlides/notesSlide18.xml" Id="Ref91cdd25f7f4b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06a0d0bf54832" /><Relationship Type="http://schemas.openxmlformats.org/officeDocument/2006/relationships/notesSlide" Target="/ppt/notesSlides/notesSlide19.xml" Id="Rc50122d3c8e243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9c62f8e574207" /><Relationship Type="http://schemas.openxmlformats.org/officeDocument/2006/relationships/notesSlide" Target="/ppt/notesSlides/notesSlide20.xml" Id="Rd6efed5f312443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a93d2c95e4f4b" /><Relationship Type="http://schemas.openxmlformats.org/officeDocument/2006/relationships/notesSlide" Target="/ppt/notesSlides/notesSlide21.xml" Id="R00f6ab767ce549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ce00d7f8d4aba" /><Relationship Type="http://schemas.openxmlformats.org/officeDocument/2006/relationships/notesSlide" Target="/ppt/notesSlides/notesSlide22.xml" Id="Re640156007554f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39685B-E2A8-4BC8-8A36-1086780E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ATLAS PHASE 2 · PAYROLL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3FF765-AF55-4F62-B931-FDA6003D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Computational Basis</a:t>
            </a:r>
            <a:endParaRPr sz="5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FDF60B-6B81-4BDC-95B7-4F5C441C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computations are created, assigned to clients, and consumed across payroll and connected modules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931539A-794E-4196-BD5D-AFC67CE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5F46C3-3CC9-44CD-B21A-39073D1C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Define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DD80232-BEAD-4EE9-A2E5-19E206B6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CB60F0-6521-4D3C-9ABA-27E23092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&amp; Version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67B33E7-E6AA-4598-8928-76FA5A3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7C04AC9-02E6-421A-AF33-A9CF8BEB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Assign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697FD5F-6721-4442-8733-00FBC215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5CA5460-619C-4BA2-BF07-0EF7FCB4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Consume &amp; Trace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1075708-A12B-4CDA-B6A5-6C0919CA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57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/>
                <a:ea typeface="Calibri"/>
                <a:cs typeface="Calibri"/>
              </a:rPr>
              <a:t>Working prototype · finance-user walkthrough · every application screen in this deck is live evidence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61313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E532E3-E1D7-44C6-85A7-56F61BFE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LEARNING PATH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F495C3-761D-405E-B143-86EE30FF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finance users will understand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A22E9C4-7CF5-4BB6-A05A-8378B37E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3F405B-1511-4BC8-84EE-FCA18027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7128D0-CA84-4C70-8D77-3DE1B85D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362456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Purpose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998688-2615-4BA3-AB0D-68B675A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362456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Why Computational Basis exists and which objects it governs.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64079A-1B21-47DB-9B0E-D90DB5C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AE990D7-B1EB-4B80-A772-E5B4A4FC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9F3A434-4913-4664-9798-458A3E12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331720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4F94D2-9730-49BB-8DF7-AE01539B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3317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How to build a computation from approved variables and operators, then test it.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4AB89AD-8759-47E2-A70E-D2C0FEB4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16CAFE-DBB5-4F90-9A79-BE0A4AA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876EE3-4C14-4145-AC0C-FB81EB0E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00984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Assign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3CC8A0D-7514-4842-8429-EDD4E662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30098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How client assignments define type, reference table, employee group, frequency and status.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D2C01D6-3A62-4870-8D29-D54A9A10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E7342A-0287-44D7-988C-DE080C76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1C58404-B2C8-455C-A0D2-AF6FFAB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70248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Consume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4DA0796-2928-4A74-BC12-B4BEAB2B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270248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What payroll and other modules must provide before they can execute a computation.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F74ABD0-9ECF-4427-940E-97EED7E3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3ECB301-0503-4CE5-88F5-1ACB9FF9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981DE87-8E46-40F8-B5F6-343E2E15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39512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E5D0D4-DC96-4BC7-93D2-5C60E296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239512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How versions, reference sources, transaction trails, payslips and reports preserve the result.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585544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5CA361-FAB7-4F4F-A8B6-CD71E471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IDEA IN ONE PICTURE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F0E6EE-837B-4757-95E6-1FB3868E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computation moves through five controlled stages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487E2DC-A5F0-457E-9B93-3FC58A1F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502F63-3985-4E2A-8903-2DD0B46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D250BC-52AE-4B64-A0F7-42DC560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250B83-A775-4A66-A704-0A53796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Define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3315BE-1805-4F6B-B9F9-1C0831F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Give the computation a code, name, category and business purpose.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1E4F7E4-B109-48EC-83BF-188A958D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476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94A0B4-BD4C-4717-A522-0426AAB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C35335-DF08-4E49-88A1-72A83402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9BCE42-D7EA-4C16-BD8B-7445D3A5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8794541-8944-4CD1-BE34-09503D94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Build &amp; test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68B70E9-9847-4C30-83DA-F05500B3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Combine approved variables and operators; prove the result with sample inputs.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54F1A01-8381-4075-BA57-3E6637C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A2B241B-3861-4D0F-AAFF-EED8354F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64C3745-23CC-4613-9BFC-F202CE88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3FA4F6C-A82B-4135-900C-6BEB43D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18CD653-2E5F-40F6-BBBA-AD9411DD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Publish version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8B4AADE-051B-4BCD-B287-6A6BAB9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Set the effective date and change note so history remains reproducible.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283D15F-01AD-4385-BF76-BB9EF2EF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54664C7-440E-4004-BABD-4B973071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33A8381-A8E4-4115-9CDC-C377FB1A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7053896-3291-470D-990D-C55FF3C8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94051D3-1E0A-4F6E-B3E4-21DCB80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Assign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569ED7-807A-4ADB-9D6E-8E3EF446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Match the code to a client use case, employee group and payroll frequency.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AB2344F-3D77-4D0E-BA36-337802E1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068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8CF853A-8B4E-4DC5-A6FF-90F05077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CB8322E-9E2B-46C2-B4F1-3FFE499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12BDAE2-9E35-4F26-92D8-CED9C3B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21BE632-8F64-4918-A6CC-36D8AAC2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Consume &amp; trace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602ABC6-67AB-4490-8357-4D5D5610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module supplies real inputs, invokes the code and records the result chain.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29281D2-9EEB-4837-A0B3-AA3BD0D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Creation makes the formula governed. Assignment makes it eligible. A consuming module call makes it execute.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EFA776F-96B1-4626-86E0-34EFD0D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859536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567C84C-3BE9-4A58-8F40-E61364F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8321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ATLAS prototype and application computation catalog / payroll engine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045925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8D030F-CDCA-4711-9EE8-E98921D0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ORIENTATION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E3D7C4-209A-4B16-B4B3-F02C056B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96253a6ca4d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0F9D52C-BDC8-46E3-B57B-3AF2B67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 Basis — live application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93EDFDB-C043-49B8-BF15-ABE18383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governed workspace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1024959-710C-42DD-BF30-17CBF118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Computations, client assignments, policy engines, reference sources and change history share one controlled area.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B35B95-65B2-4AF6-B0F5-E091D059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Payroll service context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C5B4FFA-A226-4B62-AC33-912357AC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workspace belongs under Payroll because its outputs become payroll inputs, calculations and audit evidence.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AFC465F-8AD5-4F9F-A526-CA6A534B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Reached from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AD964C0-9BD1-48FC-B0E7-2E63578E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Info → Services Information → Payroll → Computational Basis.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F5BBD8E-96ED-4A0D-9E20-3C06C4FB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054894-AC4C-4294-8C5A-B3652F6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requested information architecture and live ATLAS prototype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231504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BF4BB8-3411-4277-8D35-72A6AAAE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CORE CONCEPTS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E5A9D4-B369-4A74-869F-81BE0EAC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each object means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C51D834-7F08-41E7-B7E9-1B11403A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Computational variable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50CE59E-D58B-4100-B03C-72E9DCB5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approved input token, such as allowance_units, salary or overtime_hours.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CA941D-B2CA-4D86-A81F-63585601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Expression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2703E1-E64C-4E61-90FB-AE0D6478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readable formula assembled from approved variables and operators.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BE9F80-61B8-4111-AA1F-6B9449D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 code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194669-7A0E-4D77-8996-C263213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stable identifier a consuming module calls, for example CUS-900 or ERN-002.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2156BC-2F60-4A71-B435-E94A2E3D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Client assignment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2240CF-5D46-4812-8CEB-E37AF642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applicability rule linking a code to a type, reference table, employee group and frequency.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B9192F-1B10-4188-A06E-D8ECDBA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Reference source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C5B1A0-9962-451E-8808-4D36B696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2976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effective-dated rate, ceiling, table or business ordering used by formula inputs.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855C-1178-400F-A94A-68C87D7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Consumer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089189-4C13-4231-BC69-5091972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Payroll or another module that supplies actual inputs and invokes the computation code.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53F482E-7346-4D48-8A6B-A6F18C0A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Version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4B23B9-B72C-4445-80AA-0CD14DB3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effective-dated formula state retained so historical transactions can be reproduced.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663865-4B79-4BE5-B0D1-CD5E66D1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7C95AE5-2BE7-4CC3-AE4F-D08885E6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existing specialized consumer for policy families; it is context, not the focus of this walkthrough.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AE8143E-D03A-4BF0-AC98-064F1F6C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8635C6-9AC0-4076-B914-E89D486E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evidence chain from source fields and assignment through formula, result and output.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641605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F0AC9E-06D4-4C27-9D05-2C467AD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LIBRARY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026D79-5DF3-4F63-B111-8147196C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Every computation has an identity and lifecycle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fa93d1a834a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" y="1430820"/>
            <a:ext cx="7680960" cy="436212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E8FBA4A-2CF2-41D0-9B50-6A84700F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9592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Computations register — live application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6C52850-4F2D-4F68-AAA3-D0344628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716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Standard and custom codes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830BA18-096E-40C4-B345-E24CCF5E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093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same catalog exposes governed standard codes and finance-created custom computations.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92793DF-DE16-40EE-B18C-63EAD1B5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860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Searchable metadata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F21D178-6F88-4850-9DBE-620400E8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5237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Code, name, category, status and description help users find the right computation before assigning it.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7822D05-A212-401B-AA4E-7A64AE99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2004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 one record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1C808C0-9352-4F6B-A4C0-5EDC714F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381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Review its expression, mapped fields, test state, effective version and change history.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A3262AB-1321-46E6-BADD-994CA504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053328"/>
            <a:ext cx="29352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67890DC-88E3-470E-A540-A583FCF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53328"/>
            <a:ext cx="2660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ATLAS Computational Basis → Computations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795843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75CE1E-E6C3-4BC7-9500-2036666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4E9463-0406-4AA7-A7D8-D97AF59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Create a variable-based computation from start to finish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3772ca89b49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2265CFC-9815-4783-AA69-85411442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463040"/>
            <a:ext cx="360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Watch the governed creation flow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AFE0714-741C-489D-AFC7-F63FFAE4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810512"/>
            <a:ext cx="3600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 · Enter code, name, category, status and business description.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F676713-350F-4DE1-B950-DF8EB79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880360"/>
            <a:ext cx="3600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Build the expression from approved fields.</a:t>
            </a:r>
            <a:endParaRPr sz="120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Test sample inputs, add effectivity and publish the version.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3632151-FBCA-4718-AA72-C0AEB096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4114800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0F75DF9-4C11-4901-8CBC-69D2CCC1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4114800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Animated walkthrough — plays automatically in Slide Show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243150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E2DD00-9581-4267-9387-0A437297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CREATING A COMPUTATION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545A4D-6855-43C5-A78F-79AF55DB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define its business identity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60143b573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A2F494D-C951-4EBF-81EE-DE1EE7A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Metadata is the control surface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4CC8FE-6329-4653-A0B3-267C6149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CUS-900 · Variable Allowance by Approved Units · Earnings · Active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8DC0B2-566B-4E79-ACF7-2946F7AF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Use a stable code and a plain-language description so finance, implementers and auditors agree on what the formula is intended to calculate.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DA8226B-462A-4226-9D73-2FA16A0F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0DC2F5-C4C4-4391-AFF3-CCFB7237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create-computation workflow; demonstration code CUS-900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898804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053F57-F7CB-4466-8F7D-04290F5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CREATING A COMPUTATION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AF286D-CDC7-4E2D-8E65-63CF0B16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2 — assemble approved variables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d50e9befb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4128" y="1325880"/>
            <a:ext cx="4754880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C58C8AB-E37A-412F-84E7-84767F5A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Build, do not free-type dependencies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5A8824-E46B-4A51-8FFA-B3E47C97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10512"/>
            <a:ext cx="503834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{{allowance_units}} × {{allowance_unit_rate}}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4615E70-E86C-4F46-9A25-BE93079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91840"/>
            <a:ext cx="503834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palette exposes approved fields and operators. Mapped fields make every dependency visible before the formula reaches a transaction.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62F471E-F9E4-4F85-972F-F0C40189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50383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A78374F-1D1C-46E2-845F-2F8868B4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57200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computation catalog and live expression-builder workflow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410756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4E7714-8B32-4370-AF18-D7665A6C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CREATING A COMPUTATION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ADA6D3-52FF-4ADF-9E72-B41A2CE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3 — test, date and publish the version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2130d81ba46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0EE6C4E-B47C-4804-A208-4C330328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3716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Test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021DF38-71C3-4147-8A7A-DAFC7BA4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6093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Run controlled sample inputs; 8 approved units × ₱250 per unit = ₱2,000.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60281F2-7679-4FE2-95F8-0622C00C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2860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Date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05FF854-112D-47CF-8788-9B5518A8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5237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the effective date that consuming transactions use for version selection.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CC818E8-94E8-43DC-88B1-C1B84FF5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2004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Publish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1F58628-6C27-48CC-B0E8-5F3D1156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4381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Record the change note and retain history; later changes should create a new version.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4EED0FF-4CFD-4D42-8235-61006960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6053328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E9683B6-CD46-4F01-8C32-469D7D4A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6053328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test calculation and change-history workflow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767452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15192-27FA-4341-9E8C-50AFA728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GOVERNANCE BOUNDARY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FA5FAB-7DD9-4D69-835D-32AAE67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Created and assigned does not automatically mean executed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092c3e9b4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DBAC3FD-F352-449A-82E9-4FC1444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CUS-900 in the governed computations register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C48A6CD-B091-4FC6-80E9-A92C2F2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Creation result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2AAC827-9C12-40DF-A9C3-89782FD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code is active, searchable, testable, versioned and available for assignment.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D12A94-4F1A-427E-9A2B-424B8E74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Execution contract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FA14B7B-B401-473F-A78D-8AB981E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payroll or other module must still call CUS-900 and supply allowance_units and allowance_unit_rate at the right business event.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6EE6CBE-E55B-44ED-A049-8957C91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this matters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0F690AC-164A-4A6E-B56D-D511501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Assignments govern eligibility and traceability; they are not a hidden replacement for module integration logic.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9B772F1-0DA7-4573-B7D5-9730122E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204149F-49B1-4CE1-AA4E-5FD22AD7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prototype behavior and payrollEngine.js integration review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642717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81CC06-253E-4813-9C0E-C6319D8F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CLIENT ASSIGNMENT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F64E64-9978-452D-A2A0-3B68564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Connect a computation to its intended company use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45255c25d4b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851EE7F-218F-4303-98D6-73AC642C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3716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context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F46AC8A-F907-47D0-B4EC-BF130F6A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6093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Select assignment type and its reference table.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F9F1FCC-F001-41A3-9938-3A12A1D4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2860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Define scope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5416E02-C8BF-46FA-8998-BF84F691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5237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Choose the computation code, employee group and frequency.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C7D823F-FC2C-40A1-A18D-A0ED0BC7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2004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Confirm governance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B1D5984-1511-4EBF-ADDF-88D87873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4381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active status, review the applicability contract and save.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B2DD17A-CAC5-48A0-B146-02FBDF3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6053328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A25F1DB-476C-4708-94DA-806C322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6053328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Animated walkthrough — plays automatically in Slide Show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133570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5C8FEF-596D-45EB-A3DB-FF42DBD5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CLIENT ASSIGNMENTS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D36730-D691-4BDF-906C-3002CE9B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assignment is an applicability contract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3936e22e94d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0961BAE-C87C-4249-861F-9361C0AE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3716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Business context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ED75DFA-1829-4A93-A670-4F27B738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6093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Type · reference table · computation code · employee group · frequency · status.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8DC5054-2868-438D-AFC7-D30E7C42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2860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Transaction match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216A80-95DB-491B-95A7-04479F81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5237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Resolve the active assignment for company, employee group, event/frequency and effective date.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299B45C-BE59-4443-A64B-7260F670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2004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Conflict validation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BB47EDE-64AA-4BDB-B616-B9F68278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4381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Reject overlapping applicability or effective periods unless explicit precedence is configured.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FF43B9B-3F63-4B37-938D-EC8185AB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6053328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ECA810-2B0B-472B-A589-760CFAB3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6053328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ATLAS Computational Basis → Client assignments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9495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652F04-5766-4265-A5F7-E55F992E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5AFDA8-BB35-49F2-90F3-916C18E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sources keep changeable values outside formulas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f982325c244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062B1E-4D56-46DE-91A0-21B9E011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Formula reference sources — live application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0AADECD-1CD6-4D08-9710-2F454AD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Named dependencies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1396599-9923-420E-96E2-774D3218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brackets, ceilings, balances and orderings are maintained as sources instead of buried inside an expression.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F258D11-95A5-4E3C-8953-41F032C8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Effective selection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BCBEC5-26E3-4249-AB7A-CC6850E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transaction date selects the version in force, preserving historical reproducibility.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EFA29A6-9F75-40B5-AFE3-653BA0D0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Shared maintenance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01785A2-5036-446A-99A0-7BEDBC7A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governed source can serve many computations without duplicating the same value in every formula.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8FA5064-25BB-4B48-A165-6F6DA973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36AC622-02B7-4FB7-A863-D3643461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reference-source register and formula reference catalog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586428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00B0E0-A3E3-4E52-BAC0-A66DCDA8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CONSUMPTION CONTRACT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97B59A-7C04-414B-9139-46B1051D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a module needs before it can use a computation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410469-5B15-46D6-B16E-4658F27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Consumer provides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F40CDD6-35A9-40E3-A5FD-80833C4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System returns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09C29B6-A731-427D-BEF3-A5DAF0D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B58BBD-948E-4ABF-8F96-14D135C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 + input fields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523EF65-8553-49EF-B97B-186650C1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52FDAD-52CC-4285-978F-9F1C280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Invoke an approved code and supply every mapped variable with typed transaction values.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9EB98A9-420B-4773-B48B-9157239C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F0E7108-8159-4FE4-9D51-8532152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Calculated value plus evaluated expression and input evidence.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3BF1E7-1A58-4B22-AC09-65F3945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1BE8F5A-DC99-434F-BDE4-6301DC0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Applicable scope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DEB4156-5B36-410A-B9BD-27CED26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63F61DB-3875-49C9-89ED-B3204912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Resolve active client assignment by employee group, type, reference and frequency.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B7D1FD-B60A-4501-BA70-8EDE8157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66A3659-ACD3-492C-AF41-3CF3AC8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Eligible computation set, with conflicts blocked before calculation.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A3DEA8B-7B17-4D80-A4C7-70BBD6C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E348053-0C7B-429A-BF6F-8E08641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Effective date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DB77C5-BBC6-479E-9D05-8181EA50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EE7144-64C2-49E0-9624-09B2B2FA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transaction date to select the formula and reference-source versions in force.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A532F40-4FDD-40B9-9E06-71B849E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B617379-6989-4F4B-BCA8-259913D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A reproducible historical result even after later versions are published.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659D9D3-47CE-4631-A78D-42F6A3BD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62F3156-F24D-42CA-9FBF-ACD5C9F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event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C810F2C-C06C-4ADF-9AF8-F87AEE5F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EBB2F30-F9F8-4550-880C-4186202D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Call the code at the correct point in HRM, timekeeping, payroll preparation or processing.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B40A142-B5EB-4BC7-BCCA-8920471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E1CC4F1-4D4A-4D86-AE73-5B493D1B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A downstream line item, balance, payslip value, report field and audit trace.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18929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00B0E0-A3E3-4E52-BAC0-A66DCDA8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MODULE DEPENDENCIES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97B59A-7C04-414B-9139-46B1051D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How Computational Basis connects across ATLAS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410469-5B15-46D6-B16E-4658F27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Module supplies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F40CDD6-35A9-40E3-A5FD-80833C4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 affects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09C29B6-A731-427D-BEF3-A5DAF0D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B58BBD-948E-4ABF-8F96-14D135C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HRM / Employee Masterfile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523EF65-8553-49EF-B97B-186650C1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52FDAD-52CC-4285-978F-9F1C280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Salary, dates, employee group, status, plan and profile attributes.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9EB98A9-420B-4773-B48B-9157239C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F0E7108-8159-4FE4-9D51-8532152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Eligibility, bases, group-specific assignment and employee-level trace.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3BF1E7-1A58-4B22-AC09-65F3945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1BE8F5A-DC99-434F-BDE4-6301DC0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Timekeeping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DEB4156-5B36-410A-B9BD-27CED26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63F61DB-3875-49C9-89ED-B3204912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Hours, days, shifts, overtime, absences and approved quantity units.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B7D1FD-B60A-4501-BA70-8EDE8157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66A3659-ACD3-492C-AF41-3CF3AC8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Payable quantities used by earnings, premium and attendance computations.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A3DEA8B-7B17-4D80-A4C7-70BBD6C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E348053-0C7B-429A-BF6F-8E08641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setup / registers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DB77C5-BBC6-479E-9D05-8181EA50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EE7144-64C2-49E0-9624-09B2B2FA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Earning, deduction, loan and bonus codes; rates; balances; ceilings; reference tables.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A532F40-4FDD-40B9-9E06-71B849E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B617379-6989-4F4B-BCA8-259913D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Formula inputs, caps, priorities, taxable treatment and carried balances.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659D9D3-47CE-4631-A78D-42F6A3BD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62F3156-F24D-42CA-9FBF-ACD5C9F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processing / outputs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C810F2C-C06C-4ADF-9AF8-F87AEE5F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EBB2F30-F9F8-4550-880C-4186202D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Run date, employee scope, applicable assignment and transaction context.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B40A142-B5EB-4BC7-BCCA-8920471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E1CC4F1-4D4A-4D86-AE73-5B493D1B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Payroll lines, net pay, statutory/tax results, payslip, reports and computation trail.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18929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8B1DFE-A14E-4669-8957-7426BFC0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CUSTOM COMPUTATION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9C1572-10E3-425E-819A-24B8D9A7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CUS-900 proves the full create-and-assign pattern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e9a423c8142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03308" y="1325880"/>
            <a:ext cx="3659160" cy="4206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1ae068de8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800600" y="1360230"/>
            <a:ext cx="4206240" cy="294881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6B097610-0E53-47CB-AD16-2AEA4F15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Approved units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D745622-EB7E-4316-9AF5-9B37FFB2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9105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8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E9E173F-3D81-4176-8C60-22EB3B3B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30552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Unit rate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5930DB2-C3C2-4012-852F-1805924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0008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₱250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40B8FC8-6AD9-45DF-8C32-8D01F0FA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89504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Expression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1BD7AE7-B448-41FD-868D-A65E680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8 × ₱250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773B4AA-78CE-47F8-886D-60FE523D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648456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Computed result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635F2AA-6C0E-44DF-AE3A-CFC5C5D4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67912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₱2,000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B17241E-7C13-4870-BFC5-EEDFA69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407408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scope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4C84E86-34ED-4BE1-90D6-EC5D1385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26864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All Employees</a:t>
            </a:r>
            <a:endParaRPr sz="17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16A9FD1-6CAC-481B-A8DE-B4501D04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6636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Frequency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B1C1335-DB4C-4082-A109-0AB009B4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8581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Every payroll</a:t>
            </a:r>
            <a:endParaRPr sz="17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5A0BCC0-CC4D-4D30-84FE-7040052B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Demonstration only: a consuming earnings flow must still call CUS-900 with actual approved units and the effective unit rate.</a:t>
            </a:r>
            <a:endParaRPr sz="11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C441914-1914-424F-920E-06425555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0640"/>
            <a:ext cx="4206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5FDB64C-1CD9-4A89-82FC-9A6F7B08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512064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live CUS-900 test and client-assignment walkthrough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208841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8BBDA7-CC84-409F-9EEC-3CD1D0B6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TRANSACTION TRACE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B49BEB-8A5E-41C1-A627-94229B8C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posted payroll shows where governed computations are consumed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c2cf4b204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7135F0-E514-4137-BD35-338E1A25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Payroll computation trail — live application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4631BB7-DC2A-4D2E-AFE8-FFCB7988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Upstream evidence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5E889C2-224F-4EF1-8F46-598715E5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Transaction settings, company configuration, employee salary, timekeeping and earning/deduction/loan registers establish the inputs.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4B8F380-B0ED-4FA6-85ED-733C939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Governed execution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D82C69-0E0C-42DC-86CF-A49E676D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Applicable assignments and computation codes are resolved before formulas and statutory/tax/policy steps run.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AB6F784-750F-48D5-ACC2-AC2688F4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Downstream proof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E44D482-6AF8-4E86-B8F7-53469D65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Each payroll line can flow to the payslip and reports with the calculation trail preserved.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171E68F-C0BE-4C64-91D6-12F91AA6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573A844-9A92-4B35-906D-B52596CD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posted payroll PR-2025-11-E2E → John Collins Doe → How it was computed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210771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B426D5-FBCC-42F2-9C28-1E1DDFB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"/>
            <a:ext cx="3749039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8C2FD4-F3CE-4CE0-9645-FC048FAB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" y="567055"/>
            <a:ext cx="11311890" cy="4387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3302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/>
                <a:ea typeface="Georgia"/>
                <a:cs typeface="Georgia"/>
              </a:rPr>
              <a:t>How a finance-defined computation becomes a transaction result</a:t>
            </a:r>
            <a:endParaRPr sz="2700" b="1" i="0">
              <a:solidFill>
                <a:srgbClr val="1C235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5607B1-5F46-45A0-ABF1-44BD30B0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996696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Use this map to separate design-time governance from transaction-time execution.</a:t>
            </a:r>
            <a:endParaRPr sz="108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A7FCBD2-FEA7-4732-8921-EF7ADD23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743A7C3-F303-463E-8605-6F647E9C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SETUP PATH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4DA4486-3D32-428B-81E5-E01209A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35608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Info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6D6C02B9-0051-43E7-9CFA-25CE9DEA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12D29CF-3834-449B-B269-4F9A4FF8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Services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Information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4C9AC63-31B2-4529-A824-E86D24E2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7D64F8A-E250-4A66-A208-B6370EDA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Payroll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FAC877F7-4B53-4E02-B8EA-3BA8CF0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0D8A327-8FF6-46FC-A3DA-DF3253C8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35608"/>
            <a:ext cx="22402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Computational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Basis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FEA00760-DD13-4AB5-BA25-9B8B5BDC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187E278-1C53-4260-9B70-19C9B77A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1CF81EA0-274C-4315-9012-DDAD183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9048EA70-B1DD-4CD0-BCE2-D63F7EE1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C2B357-D57A-4FE7-BE76-C342FFE0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959BF0F-6CE4-401B-B42E-EA55C39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2924E1CF-2862-41F9-B115-578E0872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819DB0F-80CF-4F74-A4FA-8E63EAE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Define variable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CA3095B-DB08-4316-AC89-9D737C8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Choose an approved field or add a governed business variable with a clear owner and source.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6977ED1-E84E-4548-8E23-E7114CC6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404B653-C49F-4C50-B175-EB82C90E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E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E5D038C7-F478-44A1-B604-83CA3053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EC6BDCA-98C6-4153-B05B-2C91F0EC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Create computation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28D9CC3-40BD-4FE1-BA60-25B9011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Set metadata and assemble an expression from approved variables and operators.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3CFD07B-EA9F-494E-A33E-68B57B53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2A2820F-C7CD-489D-85B8-FB36F932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56CC5BD4-CFA8-4CE4-905F-C8A22F4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FE82151-4A5F-4A21-A843-901B83FD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Test + publish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C1393A5-6AE8-43A0-A953-13113AF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Prove sample outputs, set effectivity, record the change note and retain the version.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CEC38E5-1EA5-400C-8506-12B856FD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FAFCF26-78EA-4A73-9286-74220B67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FFDE751D-64ED-4606-94CE-E523D16F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1A9D489-8A56-43DF-B293-BA442DC9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Assign client scope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4EAA4C2-F41E-48B1-B70D-5A4567C6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Link code to type, reference table, employee group, frequency and active status.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3D41335D-C0E5-421E-B3A4-3BDF20EF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HRM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EA9043C9-F9FB-40C9-8FD9-20532583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TIME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15AA2E1F-7B5A-4317-8DAD-CD474CB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PAY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A38E68B6-314F-4283-80FF-490F9F8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OUT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9770DCDE-476E-4827-A5A8-8FC74991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A47A3F8B-1333-4C38-AFAD-D87280D4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E103C6B9-26A9-433B-A60D-37C7D10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306453A5-B330-46C7-9F68-98AB2CAE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Consume + trace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BB2A78C-0391-48B5-B7FC-CBF60631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The module resolves scope/date, supplies actual inputs, executes the code and writes the result to transaction outputs.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36E2EB1-5558-45D2-915E-BAB50A78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27199A6-D3F6-4BDE-95A4-D0FFB6D7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87539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CREATE COMPUTATION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76F43EDA-797C-4A70-B0F7-4EB2464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572000"/>
            <a:ext cx="17830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1  Metadata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57C0BAF3-5B73-4F26-AE19-864A486F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727448"/>
            <a:ext cx="256031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0A7C3245-94CD-4FD8-8049-4FF46F8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572000"/>
            <a:ext cx="18288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2  Expression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C01BC431-BECC-4085-9D50-FCDF3BC1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727448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5619A74E-B7AB-4B4D-839E-B5D59934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72000"/>
            <a:ext cx="20116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3  Test + version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6828299A-BF49-4BB8-861C-87FFB9DB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727448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4DD99983-1DE4-441B-B750-B3F40F3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572000"/>
            <a:ext cx="221284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4  Assign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E139890-B61F-4BD3-A817-D89F131A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52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INTEGRATION GUARDRAILS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254B5933-AA89-45DA-8974-A2B2CD9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3DE0B920-0D43-4492-9066-9457C746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Unique stable code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F848A9B0-1D59-45A8-A892-86FAB7BC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5122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Consumers integrate to the code, not a display name.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D3506126-05FA-4A59-BB57-09301CEC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6833DBEE-1DD0-49B4-B070-D7803A3F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Approved inputs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3DA44605-FE8B-4F23-AECC-09A4BB4D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5122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Every mapped field has a defined module owner and data type.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CB621754-AD0F-4284-8587-EE6CF08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E77EA1EA-9B2A-4C40-B913-CC023AF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No assignment conflict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6DC1776-A008-446D-AECD-E7D3485B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5122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Overlapping scope or effective periods are rejected before use.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618C1D11-7DCD-487E-A873-5D2BDCE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02378C5B-CBCB-48AC-A014-EFD2962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History preserved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44A19CF4-2DBE-457D-BCC0-26A3E84A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5122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Used versions are not rewritten; a new effective version carries the change.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67202010-4E11-43A6-B94A-08355111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19088"/>
            <a:ext cx="41788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>
                <a:solidFill>
                  <a:srgbClr val="444B60"/>
                </a:solidFill>
                <a:latin typeface="Arial"/>
                <a:ea typeface="Arial"/>
                <a:cs typeface="Arial"/>
              </a:rPr>
              <a:t>Source · live ATLAS workflow, computation catalog and payroll trace</a:t>
            </a:r>
            <a:endParaRPr sz="72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8775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AB1298-AD82-4899-902B-F04C877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INTEGRATION CHECKPOINTS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4C3FCD-B8AB-439F-9057-34C3A621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must be decided before a custom computation goes live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D0124B-0A00-4771-BC1F-40BEBC95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Saving the formula and assignment establishes governance. These five decisions establish operational execution.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40FE9D-10B1-4F5B-99AB-7C36BA64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E59D755-ECC2-49C5-AA81-62F50E61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6D1AE2-24B6-48BC-978B-48BA3C4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910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module invokes the code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B32B0F-5AD2-4DFF-BDDD-2A1FE817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9105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Name the consumer and exact pipeline step; arbitrary new custom codes are not executed automatically.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92AAF5-7C75-4EDA-9163-027D849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91056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Consumer contract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E741F5-A8FA-4DFE-8811-38AFB886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6A3E9D-AE63-4931-B8AF-5C0FD608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E5F3AF-D9AD-4246-B3D4-09AE3D34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0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business event applies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3354E8-B1D9-4330-8241-612F90FA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0320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Define payroll frequency or the HRM/timekeeping event that supplies the real inputs.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96BD58-AF28-4775-A19A-00F96FFA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603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Trigger and frequency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E91D1F8-D364-4052-8200-55C24151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EB7210F-41DF-4096-9617-08A6F01E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EDF226-9A39-42D4-8E14-BB37930B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29584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How conflicts are resolved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DF1E81C-8A6E-47E1-824B-D2F5A7A1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29584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Reject overlapping employee scope, assignment type, reference and effective periods unless precedence is explicit.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103941C-6957-4330-8774-51E7DC32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529584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Assignment validation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D651A3-7A38-40D7-984A-9D0C91F4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2CB7767-DEC0-4232-9F6C-F4B36FC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F151BE-ECC6-461E-8576-0EF561A9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988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When a version becomes immutable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1663BAA-58A2-43B6-BE56-B02AF6E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98848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Once a payroll transaction uses a version, changes should publish a new effective version.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0593DD-874D-4BC1-8C80-85F312B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498848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Historical integrity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AD4CCDA-61DB-4808-8EE0-A8B196F0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3E657B4-FEC9-4795-B6A2-BCD79324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FF7A68-0C66-4FD7-AF84-F6C56DDD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Who owns approval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3624F3B-ACCB-42CF-9401-E0E5FF0F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468112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Define finance owner, reviewer and deployment evidence for formula, assignment and reference-source changes.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B3DEE2-3887-47AD-A875-31457388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468112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Governance workflow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4891625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54C412-CBBD-4422-A46F-B2A8DD2F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508AC8-2E7F-46E4-ABE5-7B7FEFA0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Evidence and traceability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D4CB52-884F-4B97-ADD0-6C0D75B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34CDA3-9300-4469-9B1D-F0B2EC5B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Reference deck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96855B-17A7-4CEA-963D-63BE8122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8366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ATLAS Phase 2 Computational Basis Demo v2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939633-BCD1-4B2C-A271-D28620D3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371600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Visual system, explanatory pacing, live-screen pattern and end-to-end traceability structure reused for this new deck.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BA9C536-279E-43D9-A647-4DC9277D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78608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099AEF-4103-40B7-8BAC-48003657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Live prototype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88476D-630E-4AA9-84C7-8F320AC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ATLAS local application · 24 August 2026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3023BA7-07D3-49E0-9744-96B9C7E8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15184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Computations, client assignments, reference sources, change history and payroll computation-trail screens captured directly from the running app.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E7F32D-080C-4E1E-AFA4-2AD287A5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BB987B4-C9C8-41F0-A863-3ADE6C5E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Application source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A13B24-4C6B-421E-91C1-9EFE6223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2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ComputationalBasis.jsx · computationCatalog.js · payrollEngine.js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7344BB-F909-4C2A-9CF0-3CFAD72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858768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Used to distinguish governed creation/assignment behavior from actual transaction-time invocation.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9487530-7206-40D5-B42E-57CF5B32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5776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59F1B8-BE8B-4228-9907-79CB169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Demonstration record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AEF2AC-F4B4-4833-800C-8857A0D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4416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CUS-900 · 8 units × ₱250 = ₱2,000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279F227-B88B-45F0-89FA-E8921869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102352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Sample values created only for this walkthrough; they are not production payroll values.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35736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5AD93EE-4D70-4C8E-8634-2F5C65D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this demonstrates</a:t>
            </a:r>
            <a:endParaRPr sz="3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EA73E92-BA8E-45D3-98E5-B3364D16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36A0105-9CBD-4565-8E2F-867BA7E6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2F95750-480D-4C0E-ADCF-6BD43713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72384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Finance users can create readable, tested and effective-dated computations without changing application code.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F4A33-B69B-4871-9422-38FD6A86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96CD80-188B-4BC4-ABB0-028FF446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28A995A-AC97-4498-A0C1-02883E13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 assignments make applicability explicit by use case, reference, employee group, frequency and status.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FBD2EF2-8E27-4653-9753-81DE9CBC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06E69A-FC23-447F-99B3-92F5E0C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BB95822-35E1-42BA-B953-358FEFC6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and connected modules consume a computation only through a defined code, inputs, scope, date and business event.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FBB7F5-50C2-4877-BB22-671ACB7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941C57F-F953-4E4E-98E6-BBD00419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BE484E7-54F5-41EB-B2EF-E8B2D7E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Versions, reference sources and transaction trails preserve the overall picture from setup to payslip and reports.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6295449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2026-08-23T18:17:41.9460000Z</dcterms:created>
  <dcterms:modified xsi:type="dcterms:W3CDTF">2026-08-23T18:17:41.9460000Z</dcterms:modified>
</coreProperties>
</file>