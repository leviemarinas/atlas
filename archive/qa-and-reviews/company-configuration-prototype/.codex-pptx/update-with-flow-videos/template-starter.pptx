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ec3e89e5fa408d" /><Relationship Type="http://schemas.openxmlformats.org/officeDocument/2006/relationships/extended-properties" Target="/docProps/app.xml" Id="R353a17ec301f44e1" /><Relationship Type="http://schemas.openxmlformats.org/officeDocument/2006/relationships/officeDocument" Target="/ppt/presentation.xml" Id="R9aa37f434389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2b977655af499c"/>
    <p:sldMasterId xmlns:r="http://schemas.openxmlformats.org/officeDocument/2006/relationships" id="2147483650" r:id="Ra7bb83b029b84235"/>
  </p:sldMasterIdLst>
  <p:notesMasterIdLst>
    <p:notesMasterId xmlns:r="http://schemas.openxmlformats.org/officeDocument/2006/relationships" r:id="Rcd4e8c3771204b62"/>
  </p:notesMasterIdLst>
  <p:sldIdLst>
    <p:sldId xmlns:r="http://schemas.openxmlformats.org/officeDocument/2006/relationships" id="256" r:id="R9faa252fa56443c9"/>
    <p:sldId xmlns:r="http://schemas.openxmlformats.org/officeDocument/2006/relationships" id="257" r:id="Rb4ed658f223b4d5f"/>
    <p:sldId xmlns:r="http://schemas.openxmlformats.org/officeDocument/2006/relationships" id="258" r:id="R8ebe2c6c750a4a96"/>
    <p:sldId xmlns:r="http://schemas.openxmlformats.org/officeDocument/2006/relationships" id="259" r:id="R71ac128280e24179"/>
    <p:sldId xmlns:r="http://schemas.openxmlformats.org/officeDocument/2006/relationships" id="260" r:id="R1f0dd1a735ce4bf7"/>
    <p:sldId xmlns:r="http://schemas.openxmlformats.org/officeDocument/2006/relationships" id="261" r:id="Ref5f22364cac4697"/>
    <p:sldId xmlns:r="http://schemas.openxmlformats.org/officeDocument/2006/relationships" id="262" r:id="Rd5422da762254d42"/>
    <p:sldId xmlns:r="http://schemas.openxmlformats.org/officeDocument/2006/relationships" id="263" r:id="Rdee25c0ba8af4556"/>
    <p:sldId xmlns:r="http://schemas.openxmlformats.org/officeDocument/2006/relationships" id="264" r:id="R2979d1b7d9c54383"/>
    <p:sldId xmlns:r="http://schemas.openxmlformats.org/officeDocument/2006/relationships" id="265" r:id="Rc1408fb5f8324b36"/>
    <p:sldId xmlns:r="http://schemas.openxmlformats.org/officeDocument/2006/relationships" id="266" r:id="Rac9374e1b50848e3"/>
    <p:sldId xmlns:r="http://schemas.openxmlformats.org/officeDocument/2006/relationships" id="267" r:id="R1717012361c74772"/>
    <p:sldId xmlns:r="http://schemas.openxmlformats.org/officeDocument/2006/relationships" id="268" r:id="R95e89d74e7224c96"/>
    <p:sldId xmlns:r="http://schemas.openxmlformats.org/officeDocument/2006/relationships" id="269" r:id="R7554a9dc84d04cdc"/>
    <p:sldId xmlns:r="http://schemas.openxmlformats.org/officeDocument/2006/relationships" id="270" r:id="R1c668590c0cb459b"/>
    <p:sldId xmlns:r="http://schemas.openxmlformats.org/officeDocument/2006/relationships" id="271" r:id="R40d3b18ed5b74878"/>
    <p:sldId xmlns:r="http://schemas.openxmlformats.org/officeDocument/2006/relationships" id="272" r:id="R66c8c203522843c7"/>
    <p:sldId xmlns:r="http://schemas.openxmlformats.org/officeDocument/2006/relationships" id="273" r:id="R4770402611e2449c"/>
    <p:sldId xmlns:r="http://schemas.openxmlformats.org/officeDocument/2006/relationships" id="274" r:id="R826917701ad74580"/>
    <p:sldId xmlns:r="http://schemas.openxmlformats.org/officeDocument/2006/relationships" id="275" r:id="R8b9860c1e5a14e5c"/>
    <p:sldId xmlns:r="http://schemas.openxmlformats.org/officeDocument/2006/relationships" id="276" r:id="Rac0f722225da4fb1"/>
    <p:sldId xmlns:r="http://schemas.openxmlformats.org/officeDocument/2006/relationships" id="277" r:id="Raba1ec261b314ce9"/>
    <p:sldId xmlns:r="http://schemas.openxmlformats.org/officeDocument/2006/relationships" id="278" r:id="R694d97f53369489f"/>
    <p:sldId xmlns:r="http://schemas.openxmlformats.org/officeDocument/2006/relationships" id="279" r:id="R13e4afea728d4e28"/>
    <p:sldId xmlns:r="http://schemas.openxmlformats.org/officeDocument/2006/relationships" id="280" r:id="Ra5cf1d2ee16f4e52"/>
    <p:sldId xmlns:r="http://schemas.openxmlformats.org/officeDocument/2006/relationships" id="281" r:id="R253f8fa65f8d4796"/>
    <p:sldId xmlns:r="http://schemas.openxmlformats.org/officeDocument/2006/relationships" id="282" r:id="R0119e366897b40f1"/>
    <p:sldId xmlns:r="http://schemas.openxmlformats.org/officeDocument/2006/relationships" id="283" r:id="R461dd573f22b458a"/>
    <p:sldId xmlns:r="http://schemas.openxmlformats.org/officeDocument/2006/relationships" id="284" r:id="Rf3596dbc052d43ce"/>
    <p:sldId xmlns:r="http://schemas.openxmlformats.org/officeDocument/2006/relationships" id="285" r:id="R3ae8f7eb813a413a"/>
    <p:sldId xmlns:r="http://schemas.openxmlformats.org/officeDocument/2006/relationships" id="286" r:id="Rfe946c4e8c364fdf"/>
    <p:sldId xmlns:r="http://schemas.openxmlformats.org/officeDocument/2006/relationships" id="287" r:id="Ra49eef738c37484a"/>
    <p:sldId xmlns:r="http://schemas.openxmlformats.org/officeDocument/2006/relationships" id="288" r:id="R7af660f08fc1407f"/>
    <p:sldId xmlns:r="http://schemas.openxmlformats.org/officeDocument/2006/relationships" id="289" r:id="R30b386027ebd410c"/>
    <p:sldId xmlns:r="http://schemas.openxmlformats.org/officeDocument/2006/relationships" id="290" r:id="R851568c6969f4f92"/>
    <p:sldId xmlns:r="http://schemas.openxmlformats.org/officeDocument/2006/relationships" id="291" r:id="Rf8f6a60fdf484b29"/>
    <p:sldId xmlns:r="http://schemas.openxmlformats.org/officeDocument/2006/relationships" id="292" r:id="Re0785280645f46dd"/>
    <p:sldId xmlns:r="http://schemas.openxmlformats.org/officeDocument/2006/relationships" id="293" r:id="R2cc0bab8c3b442d8"/>
    <p:sldId xmlns:r="http://schemas.openxmlformats.org/officeDocument/2006/relationships" id="294" r:id="R5efe5ce2c9414b97"/>
    <p:sldId xmlns:r="http://schemas.openxmlformats.org/officeDocument/2006/relationships" id="295" r:id="R85aea88297c74cda"/>
    <p:sldId xmlns:r="http://schemas.openxmlformats.org/officeDocument/2006/relationships" id="296" r:id="R39b7cabedfc44cc3"/>
    <p:sldId xmlns:r="http://schemas.openxmlformats.org/officeDocument/2006/relationships" id="297" r:id="Rf69a7029c0db44a3"/>
    <p:sldId xmlns:r="http://schemas.openxmlformats.org/officeDocument/2006/relationships" id="298" r:id="R645f9652a98243e2"/>
    <p:sldId xmlns:r="http://schemas.openxmlformats.org/officeDocument/2006/relationships" id="299" r:id="Ra256f044f64a4cb3"/>
    <p:sldId xmlns:r="http://schemas.openxmlformats.org/officeDocument/2006/relationships" id="300" r:id="R8f1c72fcef61495e"/>
    <p:sldId xmlns:r="http://schemas.openxmlformats.org/officeDocument/2006/relationships" id="301" r:id="R421edafb2ee940e4"/>
    <p:sldId xmlns:r="http://schemas.openxmlformats.org/officeDocument/2006/relationships" id="302" r:id="R515b1e6ff6fe4fd9"/>
    <p:sldId xmlns:r="http://schemas.openxmlformats.org/officeDocument/2006/relationships" id="303" r:id="R131c82694dca42f0"/>
    <p:sldId xmlns:r="http://schemas.openxmlformats.org/officeDocument/2006/relationships" id="304" r:id="R4b053644f41e4a5a"/>
    <p:sldId xmlns:r="http://schemas.openxmlformats.org/officeDocument/2006/relationships" id="305" r:id="R655fc909038841a1"/>
    <p:sldId xmlns:r="http://schemas.openxmlformats.org/officeDocument/2006/relationships" id="306" r:id="R16181e7feea54382"/>
    <p:sldId xmlns:r="http://schemas.openxmlformats.org/officeDocument/2006/relationships" id="307" r:id="R1160f85c83b1430d"/>
    <p:sldId xmlns:r="http://schemas.openxmlformats.org/officeDocument/2006/relationships" id="308" r:id="Ra31c52f741484bd3"/>
    <p:sldId xmlns:r="http://schemas.openxmlformats.org/officeDocument/2006/relationships" id="309" r:id="Re6f578410e6d4aaf"/>
    <p:sldId xmlns:r="http://schemas.openxmlformats.org/officeDocument/2006/relationships" id="310" r:id="R57b253f8570c45b4"/>
    <p:sldId xmlns:r="http://schemas.openxmlformats.org/officeDocument/2006/relationships" id="311" r:id="Reef04684a01043cd"/>
    <p:sldId xmlns:r="http://schemas.openxmlformats.org/officeDocument/2006/relationships" id="312" r:id="R1ff9878ddd8348df"/>
    <p:sldId xmlns:r="http://schemas.openxmlformats.org/officeDocument/2006/relationships" id="313" r:id="R02646f3a7fae4e27"/>
    <p:sldId xmlns:r="http://schemas.openxmlformats.org/officeDocument/2006/relationships" id="314" r:id="R0028fd87516340f4"/>
    <p:sldId xmlns:r="http://schemas.openxmlformats.org/officeDocument/2006/relationships" id="315" r:id="R6484678f61834e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580e9e4ab4a35" /><Relationship Type="http://schemas.openxmlformats.org/officeDocument/2006/relationships/slideMaster" Target="/ppt/slideMasters/slideMaster1.xml" Id="R952b977655af499c" /><Relationship Type="http://schemas.openxmlformats.org/officeDocument/2006/relationships/slideMaster" Target="/ppt/slideMasters/slideMaster2.xml" Id="Ra7bb83b029b84235" /><Relationship Type="http://schemas.openxmlformats.org/officeDocument/2006/relationships/notesMaster" Target="/ppt/notesMasters/notesMaster1.xml" Id="Rcd4e8c3771204b62" /><Relationship Type="http://schemas.openxmlformats.org/officeDocument/2006/relationships/presProps" Target="/ppt/presProps.xml" Id="R541b20bf64234217" /><Relationship Type="http://schemas.openxmlformats.org/officeDocument/2006/relationships/viewProps" Target="/ppt/viewProps.xml" Id="R1a2adbd1e60348d2" /><Relationship Type="http://schemas.openxmlformats.org/officeDocument/2006/relationships/tableStyles" Target="/ppt/tableStyles.xml" Id="R5b2d12f29c994a54" /><Relationship Type="http://schemas.openxmlformats.org/officeDocument/2006/relationships/slide" Target="/ppt/slides/slide1.xml" Id="R9faa252fa56443c9" /><Relationship Type="http://schemas.openxmlformats.org/officeDocument/2006/relationships/slide" Target="/ppt/slides/slide2.xml" Id="Rb4ed658f223b4d5f" /><Relationship Type="http://schemas.openxmlformats.org/officeDocument/2006/relationships/slide" Target="/ppt/slides/slide3.xml" Id="R8ebe2c6c750a4a96" /><Relationship Type="http://schemas.openxmlformats.org/officeDocument/2006/relationships/slide" Target="/ppt/slides/slide4.xml" Id="R71ac128280e24179" /><Relationship Type="http://schemas.openxmlformats.org/officeDocument/2006/relationships/slide" Target="/ppt/slides/slide5.xml" Id="R1f0dd1a735ce4bf7" /><Relationship Type="http://schemas.openxmlformats.org/officeDocument/2006/relationships/slide" Target="/ppt/slides/slide6.xml" Id="Ref5f22364cac4697" /><Relationship Type="http://schemas.openxmlformats.org/officeDocument/2006/relationships/slide" Target="/ppt/slides/slide7.xml" Id="Rd5422da762254d42" /><Relationship Type="http://schemas.openxmlformats.org/officeDocument/2006/relationships/slide" Target="/ppt/slides/slide8.xml" Id="Rdee25c0ba8af4556" /><Relationship Type="http://schemas.openxmlformats.org/officeDocument/2006/relationships/slide" Target="/ppt/slides/slide9.xml" Id="R2979d1b7d9c54383" /><Relationship Type="http://schemas.openxmlformats.org/officeDocument/2006/relationships/slide" Target="/ppt/slides/slide10.xml" Id="Rc1408fb5f8324b36" /><Relationship Type="http://schemas.openxmlformats.org/officeDocument/2006/relationships/slide" Target="/ppt/slides/slide11.xml" Id="Rac9374e1b50848e3" /><Relationship Type="http://schemas.openxmlformats.org/officeDocument/2006/relationships/slide" Target="/ppt/slides/slide12.xml" Id="R1717012361c74772" /><Relationship Type="http://schemas.openxmlformats.org/officeDocument/2006/relationships/slide" Target="/ppt/slides/slide13.xml" Id="R95e89d74e7224c96" /><Relationship Type="http://schemas.openxmlformats.org/officeDocument/2006/relationships/slide" Target="/ppt/slides/slide14.xml" Id="R7554a9dc84d04cdc" /><Relationship Type="http://schemas.openxmlformats.org/officeDocument/2006/relationships/slide" Target="/ppt/slides/slide15.xml" Id="R1c668590c0cb459b" /><Relationship Type="http://schemas.openxmlformats.org/officeDocument/2006/relationships/slide" Target="/ppt/slides/slide16.xml" Id="R40d3b18ed5b74878" /><Relationship Type="http://schemas.openxmlformats.org/officeDocument/2006/relationships/slide" Target="/ppt/slides/slide17.xml" Id="R66c8c203522843c7" /><Relationship Type="http://schemas.openxmlformats.org/officeDocument/2006/relationships/slide" Target="/ppt/slides/slide18.xml" Id="R4770402611e2449c" /><Relationship Type="http://schemas.openxmlformats.org/officeDocument/2006/relationships/slide" Target="/ppt/slides/slide19.xml" Id="R826917701ad74580" /><Relationship Type="http://schemas.openxmlformats.org/officeDocument/2006/relationships/slide" Target="/ppt/slides/slide20.xml" Id="R8b9860c1e5a14e5c" /><Relationship Type="http://schemas.openxmlformats.org/officeDocument/2006/relationships/slide" Target="/ppt/slides/slide21.xml" Id="Rac0f722225da4fb1" /><Relationship Type="http://schemas.openxmlformats.org/officeDocument/2006/relationships/slide" Target="/ppt/slides/slide22.xml" Id="Raba1ec261b314ce9" /><Relationship Type="http://schemas.openxmlformats.org/officeDocument/2006/relationships/slide" Target="/ppt/slides/slide23.xml" Id="R694d97f53369489f" /><Relationship Type="http://schemas.openxmlformats.org/officeDocument/2006/relationships/slide" Target="/ppt/slides/slide24.xml" Id="R13e4afea728d4e28" /><Relationship Type="http://schemas.openxmlformats.org/officeDocument/2006/relationships/slide" Target="/ppt/slides/slide25.xml" Id="Ra5cf1d2ee16f4e52" /><Relationship Type="http://schemas.openxmlformats.org/officeDocument/2006/relationships/slide" Target="/ppt/slides/slide26.xml" Id="R253f8fa65f8d4796" /><Relationship Type="http://schemas.openxmlformats.org/officeDocument/2006/relationships/slide" Target="/ppt/slides/slide27.xml" Id="R0119e366897b40f1" /><Relationship Type="http://schemas.openxmlformats.org/officeDocument/2006/relationships/slide" Target="/ppt/slides/slide28.xml" Id="R461dd573f22b458a" /><Relationship Type="http://schemas.openxmlformats.org/officeDocument/2006/relationships/slide" Target="/ppt/slides/slide29.xml" Id="Rf3596dbc052d43ce" /><Relationship Type="http://schemas.openxmlformats.org/officeDocument/2006/relationships/slide" Target="/ppt/slides/slide30.xml" Id="R3ae8f7eb813a413a" /><Relationship Type="http://schemas.openxmlformats.org/officeDocument/2006/relationships/slide" Target="/ppt/slides/slide31.xml" Id="Rfe946c4e8c364fdf" /><Relationship Type="http://schemas.openxmlformats.org/officeDocument/2006/relationships/slide" Target="/ppt/slides/slide32.xml" Id="Ra49eef738c37484a" /><Relationship Type="http://schemas.openxmlformats.org/officeDocument/2006/relationships/slide" Target="/ppt/slides/slide33.xml" Id="R7af660f08fc1407f" /><Relationship Type="http://schemas.openxmlformats.org/officeDocument/2006/relationships/slide" Target="/ppt/slides/slide34.xml" Id="R30b386027ebd410c" /><Relationship Type="http://schemas.openxmlformats.org/officeDocument/2006/relationships/slide" Target="/ppt/slides/slide35.xml" Id="R851568c6969f4f92" /><Relationship Type="http://schemas.openxmlformats.org/officeDocument/2006/relationships/slide" Target="/ppt/slides/slide36.xml" Id="Rf8f6a60fdf484b29" /><Relationship Type="http://schemas.openxmlformats.org/officeDocument/2006/relationships/slide" Target="/ppt/slides/slide37.xml" Id="Re0785280645f46dd" /><Relationship Type="http://schemas.openxmlformats.org/officeDocument/2006/relationships/slide" Target="/ppt/slides/slide38.xml" Id="R2cc0bab8c3b442d8" /><Relationship Type="http://schemas.openxmlformats.org/officeDocument/2006/relationships/slide" Target="/ppt/slides/slide39.xml" Id="R5efe5ce2c9414b97" /><Relationship Type="http://schemas.openxmlformats.org/officeDocument/2006/relationships/slide" Target="/ppt/slides/slide40.xml" Id="R85aea88297c74cda" /><Relationship Type="http://schemas.openxmlformats.org/officeDocument/2006/relationships/slide" Target="/ppt/slides/slide41.xml" Id="R39b7cabedfc44cc3" /><Relationship Type="http://schemas.openxmlformats.org/officeDocument/2006/relationships/slide" Target="/ppt/slides/slide42.xml" Id="Rf69a7029c0db44a3" /><Relationship Type="http://schemas.openxmlformats.org/officeDocument/2006/relationships/slide" Target="/ppt/slides/slide43.xml" Id="R645f9652a98243e2" /><Relationship Type="http://schemas.openxmlformats.org/officeDocument/2006/relationships/slide" Target="/ppt/slides/slide44.xml" Id="Ra256f044f64a4cb3" /><Relationship Type="http://schemas.openxmlformats.org/officeDocument/2006/relationships/slide" Target="/ppt/slides/slide45.xml" Id="R8f1c72fcef61495e" /><Relationship Type="http://schemas.openxmlformats.org/officeDocument/2006/relationships/slide" Target="/ppt/slides/slide46.xml" Id="R421edafb2ee940e4" /><Relationship Type="http://schemas.openxmlformats.org/officeDocument/2006/relationships/slide" Target="/ppt/slides/slide47.xml" Id="R515b1e6ff6fe4fd9" /><Relationship Type="http://schemas.openxmlformats.org/officeDocument/2006/relationships/slide" Target="/ppt/slides/slide48.xml" Id="R131c82694dca42f0" /><Relationship Type="http://schemas.openxmlformats.org/officeDocument/2006/relationships/slide" Target="/ppt/slides/slide49.xml" Id="R4b053644f41e4a5a" /><Relationship Type="http://schemas.openxmlformats.org/officeDocument/2006/relationships/slide" Target="/ppt/slides/slide50.xml" Id="R655fc909038841a1" /><Relationship Type="http://schemas.openxmlformats.org/officeDocument/2006/relationships/slide" Target="/ppt/slides/slide51.xml" Id="R16181e7feea54382" /><Relationship Type="http://schemas.openxmlformats.org/officeDocument/2006/relationships/slide" Target="/ppt/slides/slide52.xml" Id="R1160f85c83b1430d" /><Relationship Type="http://schemas.openxmlformats.org/officeDocument/2006/relationships/slide" Target="/ppt/slides/slide53.xml" Id="Ra31c52f741484bd3" /><Relationship Type="http://schemas.openxmlformats.org/officeDocument/2006/relationships/slide" Target="/ppt/slides/slide54.xml" Id="Re6f578410e6d4aaf" /><Relationship Type="http://schemas.openxmlformats.org/officeDocument/2006/relationships/slide" Target="/ppt/slides/slide55.xml" Id="R57b253f8570c45b4" /><Relationship Type="http://schemas.openxmlformats.org/officeDocument/2006/relationships/slide" Target="/ppt/slides/slide56.xml" Id="Reef04684a01043cd" /><Relationship Type="http://schemas.openxmlformats.org/officeDocument/2006/relationships/slide" Target="/ppt/slides/slide57.xml" Id="R1ff9878ddd8348df" /><Relationship Type="http://schemas.openxmlformats.org/officeDocument/2006/relationships/slide" Target="/ppt/slides/slide58.xml" Id="R02646f3a7fae4e27" /><Relationship Type="http://schemas.openxmlformats.org/officeDocument/2006/relationships/slide" Target="/ppt/slides/slide59.xml" Id="R0028fd87516340f4" /><Relationship Type="http://schemas.openxmlformats.org/officeDocument/2006/relationships/slide" Target="/ppt/slides/slide60.xml" Id="R6484678f61834e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fa13c2bce84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e84218c1484362" /><Relationship Type="http://schemas.openxmlformats.org/officeDocument/2006/relationships/notesMaster" Target="/ppt/notesMasters/notesMaster1.xml" Id="R1228e264ec2843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9474583664251" /><Relationship Type="http://schemas.openxmlformats.org/officeDocument/2006/relationships/notesMaster" Target="/ppt/notesMasters/notesMaster1.xml" Id="R7d5d5d4d900f4a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c2dd1fe8c48aa" /><Relationship Type="http://schemas.openxmlformats.org/officeDocument/2006/relationships/notesMaster" Target="/ppt/notesMasters/notesMaster1.xml" Id="Rb384138617eb41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2aeff3c834222" /><Relationship Type="http://schemas.openxmlformats.org/officeDocument/2006/relationships/notesMaster" Target="/ppt/notesMasters/notesMaster1.xml" Id="Raa3db0eee949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ebfd4d7124ae1" /><Relationship Type="http://schemas.openxmlformats.org/officeDocument/2006/relationships/notesMaster" Target="/ppt/notesMasters/notesMaster1.xml" Id="R2c06b5d10dd04c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cc71a36de74409" /><Relationship Type="http://schemas.openxmlformats.org/officeDocument/2006/relationships/notesMaster" Target="/ppt/notesMasters/notesMaster1.xml" Id="R5f148906ebda4f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8655ce55a842f0" /><Relationship Type="http://schemas.openxmlformats.org/officeDocument/2006/relationships/notesMaster" Target="/ppt/notesMasters/notesMaster1.xml" Id="Raa5af5b2202844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c1c6488dec4f9f" /><Relationship Type="http://schemas.openxmlformats.org/officeDocument/2006/relationships/notesMaster" Target="/ppt/notesMasters/notesMaster1.xml" Id="R70b1a226394642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18231d3195495a" /><Relationship Type="http://schemas.openxmlformats.org/officeDocument/2006/relationships/notesMaster" Target="/ppt/notesMasters/notesMaster1.xml" Id="Rcdc662194790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bb81c67c5f4f82" /><Relationship Type="http://schemas.openxmlformats.org/officeDocument/2006/relationships/notesMaster" Target="/ppt/notesMasters/notesMaster1.xml" Id="R2225a4b6a1c04d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036f24a5194679" /><Relationship Type="http://schemas.openxmlformats.org/officeDocument/2006/relationships/notesMaster" Target="/ppt/notesMasters/notesMaster1.xml" Id="Reef7fdd329ef40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c28d20e19c4fd6" /><Relationship Type="http://schemas.openxmlformats.org/officeDocument/2006/relationships/notesMaster" Target="/ppt/notesMasters/notesMaster1.xml" Id="Rf48f2aa32f8041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8a7751d0384524" /><Relationship Type="http://schemas.openxmlformats.org/officeDocument/2006/relationships/notesMaster" Target="/ppt/notesMasters/notesMaster1.xml" Id="R5f1a04acc8d044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7a0891d06c4a8c" /><Relationship Type="http://schemas.openxmlformats.org/officeDocument/2006/relationships/notesMaster" Target="/ppt/notesMasters/notesMaster1.xml" Id="R03fd2ca0a95448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4e3549339c4990" /><Relationship Type="http://schemas.openxmlformats.org/officeDocument/2006/relationships/notesMaster" Target="/ppt/notesMasters/notesMaster1.xml" Id="Rf789f86f2fa04b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25870418814bee" /><Relationship Type="http://schemas.openxmlformats.org/officeDocument/2006/relationships/notesMaster" Target="/ppt/notesMasters/notesMaster1.xml" Id="Rf05affb1f2c64a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40949eb03e4770" /><Relationship Type="http://schemas.openxmlformats.org/officeDocument/2006/relationships/notesMaster" Target="/ppt/notesMasters/notesMaster1.xml" Id="R27f719daeb8249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ab2a485f674e57" /><Relationship Type="http://schemas.openxmlformats.org/officeDocument/2006/relationships/notesMaster" Target="/ppt/notesMasters/notesMaster1.xml" Id="Rd52ef19e6f6246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c5a92939124c4c" /><Relationship Type="http://schemas.openxmlformats.org/officeDocument/2006/relationships/notesMaster" Target="/ppt/notesMasters/notesMaster1.xml" Id="R9d57fccffc4e49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cbe130de644da1" /><Relationship Type="http://schemas.openxmlformats.org/officeDocument/2006/relationships/notesMaster" Target="/ppt/notesMasters/notesMaster1.xml" Id="R64098ec074d74c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62be1e4e7d4b7f" /><Relationship Type="http://schemas.openxmlformats.org/officeDocument/2006/relationships/notesMaster" Target="/ppt/notesMasters/notesMaster1.xml" Id="R0777ec36c42c43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52dba4f8124877" /><Relationship Type="http://schemas.openxmlformats.org/officeDocument/2006/relationships/notesMaster" Target="/ppt/notesMasters/notesMaster1.xml" Id="Ra6f90615f7c54d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15a595208344ef" /><Relationship Type="http://schemas.openxmlformats.org/officeDocument/2006/relationships/notesMaster" Target="/ppt/notesMasters/notesMaster1.xml" Id="R2a6467d524da43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1f98f11ef54485f" /><Relationship Type="http://schemas.openxmlformats.org/officeDocument/2006/relationships/notesMaster" Target="/ppt/notesMasters/notesMaster1.xml" Id="R61eaeac846ec4da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110f6c7c634657" /><Relationship Type="http://schemas.openxmlformats.org/officeDocument/2006/relationships/notesMaster" Target="/ppt/notesMasters/notesMaster1.xml" Id="R84280929b28341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cba436db2f405c" /><Relationship Type="http://schemas.openxmlformats.org/officeDocument/2006/relationships/notesMaster" Target="/ppt/notesMasters/notesMaster1.xml" Id="R004980dc65a348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4d0d07eb89447c" /><Relationship Type="http://schemas.openxmlformats.org/officeDocument/2006/relationships/notesMaster" Target="/ppt/notesMasters/notesMaster1.xml" Id="R615945008df142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1579b1b4318457e" /><Relationship Type="http://schemas.openxmlformats.org/officeDocument/2006/relationships/notesMaster" Target="/ppt/notesMasters/notesMaster1.xml" Id="R806e934c70d6410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be6f1c51fe4d68" /><Relationship Type="http://schemas.openxmlformats.org/officeDocument/2006/relationships/notesMaster" Target="/ppt/notesMasters/notesMaster1.xml" Id="Rae15c1dbabf74c9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40b4bc12eff4bb1" /><Relationship Type="http://schemas.openxmlformats.org/officeDocument/2006/relationships/notesMaster" Target="/ppt/notesMasters/notesMaster1.xml" Id="Rb89df68ae52b4fb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a189fe1d384555" /><Relationship Type="http://schemas.openxmlformats.org/officeDocument/2006/relationships/notesMaster" Target="/ppt/notesMasters/notesMaster1.xml" Id="R93bb25d12ed24ab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8fa268cc254649" /><Relationship Type="http://schemas.openxmlformats.org/officeDocument/2006/relationships/notesMaster" Target="/ppt/notesMasters/notesMaster1.xml" Id="Rfe03c77db75a4ab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315ca12b2343d5" /><Relationship Type="http://schemas.openxmlformats.org/officeDocument/2006/relationships/notesMaster" Target="/ppt/notesMasters/notesMaster1.xml" Id="R650d8f431c2849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deee001d15a4845" /><Relationship Type="http://schemas.openxmlformats.org/officeDocument/2006/relationships/notesMaster" Target="/ppt/notesMasters/notesMaster1.xml" Id="R469dbb1e58a34a8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41b3273d87443d7" /><Relationship Type="http://schemas.openxmlformats.org/officeDocument/2006/relationships/notesMaster" Target="/ppt/notesMasters/notesMaster1.xml" Id="R8df61acd5afb4f3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9cb62da4e0349fa" /><Relationship Type="http://schemas.openxmlformats.org/officeDocument/2006/relationships/notesMaster" Target="/ppt/notesMasters/notesMaster1.xml" Id="R0ba1eaddbb82459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efc2520e57341b6" /><Relationship Type="http://schemas.openxmlformats.org/officeDocument/2006/relationships/notesMaster" Target="/ppt/notesMasters/notesMaster1.xml" Id="Rcc57984c57fb42b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22b7919c624ccb" /><Relationship Type="http://schemas.openxmlformats.org/officeDocument/2006/relationships/notesMaster" Target="/ppt/notesMasters/notesMaster1.xml" Id="R6a7c5e949177466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d8cf48c62a046c5" /><Relationship Type="http://schemas.openxmlformats.org/officeDocument/2006/relationships/notesMaster" Target="/ppt/notesMasters/notesMaster1.xml" Id="Rc583be4f603247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5ac0d3334fb4a6d" /><Relationship Type="http://schemas.openxmlformats.org/officeDocument/2006/relationships/notesMaster" Target="/ppt/notesMasters/notesMaster1.xml" Id="Rd95fc85946f549c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70e17723c38441c" /><Relationship Type="http://schemas.openxmlformats.org/officeDocument/2006/relationships/notesMaster" Target="/ppt/notesMasters/notesMaster1.xml" Id="R0086a66d26984ed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6298ec8e274a21" /><Relationship Type="http://schemas.openxmlformats.org/officeDocument/2006/relationships/notesMaster" Target="/ppt/notesMasters/notesMaster1.xml" Id="R5bdbffd887f94da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c979a3c69c4c20" /><Relationship Type="http://schemas.openxmlformats.org/officeDocument/2006/relationships/notesMaster" Target="/ppt/notesMasters/notesMaster1.xml" Id="R1ec97a67b66f494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8f161a8ce943de" /><Relationship Type="http://schemas.openxmlformats.org/officeDocument/2006/relationships/notesMaster" Target="/ppt/notesMasters/notesMaster1.xml" Id="R1591ae09c75945a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ff63d4994ca4fd2" /><Relationship Type="http://schemas.openxmlformats.org/officeDocument/2006/relationships/notesMaster" Target="/ppt/notesMasters/notesMaster1.xml" Id="R112f8b57db364e1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6576679163e49c8" /><Relationship Type="http://schemas.openxmlformats.org/officeDocument/2006/relationships/notesMaster" Target="/ppt/notesMasters/notesMaster1.xml" Id="R8c907aed59cf40c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62d1c8dad434761" /><Relationship Type="http://schemas.openxmlformats.org/officeDocument/2006/relationships/notesMaster" Target="/ppt/notesMasters/notesMaster1.xml" Id="R5eebdc39714d425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313456e3a0845f3" /><Relationship Type="http://schemas.openxmlformats.org/officeDocument/2006/relationships/notesMaster" Target="/ppt/notesMasters/notesMaster1.xml" Id="Rc7b8ae1879f84e4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fdd80e3a7264932" /><Relationship Type="http://schemas.openxmlformats.org/officeDocument/2006/relationships/notesMaster" Target="/ppt/notesMasters/notesMaster1.xml" Id="Rab9d46938b0c46e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0e45cda90744bdc" /><Relationship Type="http://schemas.openxmlformats.org/officeDocument/2006/relationships/notesMaster" Target="/ppt/notesMasters/notesMaster1.xml" Id="Rcc9262c731b94ee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66b3cb756b94565" /><Relationship Type="http://schemas.openxmlformats.org/officeDocument/2006/relationships/notesMaster" Target="/ppt/notesMasters/notesMaster1.xml" Id="Ra05271e858664e8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6080a4edd004a95" /><Relationship Type="http://schemas.openxmlformats.org/officeDocument/2006/relationships/notesMaster" Target="/ppt/notesMasters/notesMaster1.xml" Id="Rc81d9033cab7488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a3864e0b10146b3" /><Relationship Type="http://schemas.openxmlformats.org/officeDocument/2006/relationships/notesMaster" Target="/ppt/notesMasters/notesMaster1.xml" Id="Rf6db8dc23c76417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1ba51b073024f84" /><Relationship Type="http://schemas.openxmlformats.org/officeDocument/2006/relationships/notesMaster" Target="/ppt/notesMasters/notesMaster1.xml" Id="R83c52da9b0b247b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fb95521861b4131" /><Relationship Type="http://schemas.openxmlformats.org/officeDocument/2006/relationships/notesMaster" Target="/ppt/notesMasters/notesMaster1.xml" Id="Ra85291e1628e44b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cb4c17283d0408a" /><Relationship Type="http://schemas.openxmlformats.org/officeDocument/2006/relationships/notesMaster" Target="/ppt/notesMasters/notesMaster1.xml" Id="R5039d4286a8041b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206b648a2de47f9" /><Relationship Type="http://schemas.openxmlformats.org/officeDocument/2006/relationships/notesMaster" Target="/ppt/notesMasters/notesMaster1.xml" Id="Ra9020c8d7f34405c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ae6f19038194a41" /><Relationship Type="http://schemas.openxmlformats.org/officeDocument/2006/relationships/notesMaster" Target="/ppt/notesMasters/notesMaster1.xml" Id="R085d777e443e452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a18bf6cf8c0408a" /><Relationship Type="http://schemas.openxmlformats.org/officeDocument/2006/relationships/notesMaster" Target="/ppt/notesMasters/notesMaster1.xml" Id="R547c3144b8d540c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799b075fb1543ea" /><Relationship Type="http://schemas.openxmlformats.org/officeDocument/2006/relationships/notesMaster" Target="/ppt/notesMasters/notesMaster1.xml" Id="R89840a396eeb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8d98072c346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fc0e97087541a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0e1ddfd9e464b" /><Relationship Type="http://schemas.openxmlformats.org/officeDocument/2006/relationships/slideLayout" Target="/ppt/slideLayouts/slideLayout1.xml" Id="R7f4715618c5f49f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ca40f7c009f4a55" /><Relationship Type="http://schemas.openxmlformats.org/officeDocument/2006/relationships/slideLayout" Target="/ppt/slideLayouts/slideLayout2.xml" Id="Re3f8df05035e40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4715618c5f49f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3f8df05035e409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728c04324dba" /><Relationship Type="http://schemas.openxmlformats.org/officeDocument/2006/relationships/notesSlide" Target="/ppt/notesSlides/notesSlide1.xml" Id="Rdb0cc0164ec6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58f3479fd4f02" /><Relationship Type="http://schemas.openxmlformats.org/officeDocument/2006/relationships/notesSlide" Target="/ppt/notesSlides/notesSlide2.xml" Id="Rcfe97eb5a46d49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c9021188d4b5f" /><Relationship Type="http://schemas.openxmlformats.org/officeDocument/2006/relationships/notesSlide" Target="/ppt/notesSlides/notesSlide3.xml" Id="Rc31035c3315345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54b2b42a949bd" /><Relationship Type="http://schemas.openxmlformats.org/officeDocument/2006/relationships/image" Target="/ppt/media/image.png" Id="Rf6a7d3f201bc4017" /><Relationship Type="http://schemas.openxmlformats.org/officeDocument/2006/relationships/notesSlide" Target="/ppt/notesSlides/notesSlide4.xml" Id="R443071553ff54d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69e6f3a824fc2" /><Relationship Type="http://schemas.openxmlformats.org/officeDocument/2006/relationships/image" Target="/ppt/media/image2.png" Id="R111dfde0f1ba48a2" /><Relationship Type="http://schemas.openxmlformats.org/officeDocument/2006/relationships/notesSlide" Target="/ppt/notesSlides/notesSlide5.xml" Id="R463f6bceced3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526680ac54cb5" /><Relationship Type="http://schemas.openxmlformats.org/officeDocument/2006/relationships/image" Target="/ppt/media/image3.png" Id="R2d03329e8db54b06" /><Relationship Type="http://schemas.openxmlformats.org/officeDocument/2006/relationships/notesSlide" Target="/ppt/notesSlides/notesSlide6.xml" Id="R4d056e5607f44c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2571e6e904626" /><Relationship Type="http://schemas.openxmlformats.org/officeDocument/2006/relationships/image" Target="/ppt/media/image4.png" Id="Rc770bd7c67d3484a" /><Relationship Type="http://schemas.openxmlformats.org/officeDocument/2006/relationships/notesSlide" Target="/ppt/notesSlides/notesSlide7.xml" Id="R2fd01d1c6ec74c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838744c04ddd" /><Relationship Type="http://schemas.openxmlformats.org/officeDocument/2006/relationships/image" Target="/ppt/media/image5.png" Id="Rcb8fc92096dc4beb" /><Relationship Type="http://schemas.openxmlformats.org/officeDocument/2006/relationships/notesSlide" Target="/ppt/notesSlides/notesSlide8.xml" Id="Rfffb5a59a5e341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4ff221171499d" /><Relationship Type="http://schemas.openxmlformats.org/officeDocument/2006/relationships/image" Target="/ppt/media/image6.png" Id="Rad485965b3564253" /><Relationship Type="http://schemas.openxmlformats.org/officeDocument/2006/relationships/notesSlide" Target="/ppt/notesSlides/notesSlide9.xml" Id="R1e25a079a22440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2aa4eca454404" /><Relationship Type="http://schemas.openxmlformats.org/officeDocument/2006/relationships/image" Target="/ppt/media/image7.png" Id="R6d6f4c616cac4932" /><Relationship Type="http://schemas.openxmlformats.org/officeDocument/2006/relationships/notesSlide" Target="/ppt/notesSlides/notesSlide10.xml" Id="R1f1dc07d078c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b0c6426c94821" /><Relationship Type="http://schemas.openxmlformats.org/officeDocument/2006/relationships/image" Target="/ppt/media/image4.png" Id="R67f31bd512bd4d8b" /><Relationship Type="http://schemas.openxmlformats.org/officeDocument/2006/relationships/notesSlide" Target="/ppt/notesSlides/notesSlide11.xml" Id="R9f4f5a83947b48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97dab7dc2405d" /><Relationship Type="http://schemas.openxmlformats.org/officeDocument/2006/relationships/notesSlide" Target="/ppt/notesSlides/notesSlide12.xml" Id="Rfe13b91aa53940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ffb59ee354f9b" /><Relationship Type="http://schemas.openxmlformats.org/officeDocument/2006/relationships/image" Target="/ppt/media/image8.png" Id="Rdf6982a8f95d4430" /><Relationship Type="http://schemas.openxmlformats.org/officeDocument/2006/relationships/notesSlide" Target="/ppt/notesSlides/notesSlide13.xml" Id="R141e84dfe3c144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9795c1ed44086" /><Relationship Type="http://schemas.openxmlformats.org/officeDocument/2006/relationships/image" Target="/ppt/media/image8.png" Id="R3e11bd3d94ad4c1c" /><Relationship Type="http://schemas.openxmlformats.org/officeDocument/2006/relationships/notesSlide" Target="/ppt/notesSlides/notesSlide14.xml" Id="R69b3685e9a9243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e176369f41b7" /><Relationship Type="http://schemas.openxmlformats.org/officeDocument/2006/relationships/image" Target="/ppt/media/image9.png" Id="R941f9bfc7b434d47" /><Relationship Type="http://schemas.openxmlformats.org/officeDocument/2006/relationships/notesSlide" Target="/ppt/notesSlides/notesSlide15.xml" Id="Rae59cf40dacb49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6978293584f4c" /><Relationship Type="http://schemas.openxmlformats.org/officeDocument/2006/relationships/image" Target="/ppt/media/image10.png" Id="Rd841a485dbd54083" /><Relationship Type="http://schemas.openxmlformats.org/officeDocument/2006/relationships/notesSlide" Target="/ppt/notesSlides/notesSlide16.xml" Id="Rb2998a9a500148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1841f7e334f78" /><Relationship Type="http://schemas.openxmlformats.org/officeDocument/2006/relationships/image" Target="/ppt/media/image11.png" Id="R18db86e1313340a3" /><Relationship Type="http://schemas.openxmlformats.org/officeDocument/2006/relationships/image" Target="/ppt/media/image12.png" Id="Rb631ba9ed42143cf" /><Relationship Type="http://schemas.openxmlformats.org/officeDocument/2006/relationships/notesSlide" Target="/ppt/notesSlides/notesSlide17.xml" Id="R0b2259e90ded42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0eb667a9a454f" /><Relationship Type="http://schemas.openxmlformats.org/officeDocument/2006/relationships/image" Target="/ppt/media/image13.png" Id="R4ae37e4d072e47f9" /><Relationship Type="http://schemas.openxmlformats.org/officeDocument/2006/relationships/notesSlide" Target="/ppt/notesSlides/notesSlide18.xml" Id="Rc98e65916d3c44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7b78bc71f4333" /><Relationship Type="http://schemas.openxmlformats.org/officeDocument/2006/relationships/image" Target="/ppt/media/image14.png" Id="Rfee19fbb8208419c" /><Relationship Type="http://schemas.openxmlformats.org/officeDocument/2006/relationships/notesSlide" Target="/ppt/notesSlides/notesSlide19.xml" Id="R1d571b1fc2a7498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cf0167f6746fa" /><Relationship Type="http://schemas.openxmlformats.org/officeDocument/2006/relationships/image" Target="/ppt/media/image15.png" Id="Rbf8709c09a974838" /><Relationship Type="http://schemas.openxmlformats.org/officeDocument/2006/relationships/notesSlide" Target="/ppt/notesSlides/notesSlide20.xml" Id="Rc8538f321a2347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1622dd9a3147bb" /><Relationship Type="http://schemas.openxmlformats.org/officeDocument/2006/relationships/image" Target="/ppt/media/image16.png" Id="R0412bfb24ab24a58" /><Relationship Type="http://schemas.openxmlformats.org/officeDocument/2006/relationships/notesSlide" Target="/ppt/notesSlides/notesSlide21.xml" Id="R3d05c1b0d04743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974468c79a4372" /><Relationship Type="http://schemas.openxmlformats.org/officeDocument/2006/relationships/image" Target="/ppt/media/image17.png" Id="R6a5f7ea119404cec" /><Relationship Type="http://schemas.openxmlformats.org/officeDocument/2006/relationships/notesSlide" Target="/ppt/notesSlides/notesSlide22.xml" Id="R03fb042bbd164f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f2c280cde14dab" /><Relationship Type="http://schemas.openxmlformats.org/officeDocument/2006/relationships/image" Target="/ppt/media/image18.png" Id="R9f0cd5ca2c404f35" /><Relationship Type="http://schemas.openxmlformats.org/officeDocument/2006/relationships/notesSlide" Target="/ppt/notesSlides/notesSlide23.xml" Id="Rfef1e96c5f1747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bce1112924790" /><Relationship Type="http://schemas.openxmlformats.org/officeDocument/2006/relationships/notesSlide" Target="/ppt/notesSlides/notesSlide24.xml" Id="R047d41f5449a4b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8aaa6c2424c44" /><Relationship Type="http://schemas.openxmlformats.org/officeDocument/2006/relationships/image" Target="/ppt/media/image19.png" Id="R96676bd40f3b42da" /><Relationship Type="http://schemas.openxmlformats.org/officeDocument/2006/relationships/notesSlide" Target="/ppt/notesSlides/notesSlide25.xml" Id="Rebceb54dce4d46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747781f4641c0" /><Relationship Type="http://schemas.openxmlformats.org/officeDocument/2006/relationships/image" Target="/ppt/media/image19.png" Id="R3945e086ee5b4363" /><Relationship Type="http://schemas.openxmlformats.org/officeDocument/2006/relationships/notesSlide" Target="/ppt/notesSlides/notesSlide26.xml" Id="R01351f3c52ec42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48840135144e6" /><Relationship Type="http://schemas.openxmlformats.org/officeDocument/2006/relationships/image" Target="/ppt/media/image20.png" Id="R2c3ddb821231422e" /><Relationship Type="http://schemas.openxmlformats.org/officeDocument/2006/relationships/notesSlide" Target="/ppt/notesSlides/notesSlide27.xml" Id="R667298bbbb23457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1851482eb4ef1" /><Relationship Type="http://schemas.openxmlformats.org/officeDocument/2006/relationships/image" Target="/ppt/media/image21.png" Id="R35956c4800394cd1" /><Relationship Type="http://schemas.openxmlformats.org/officeDocument/2006/relationships/notesSlide" Target="/ppt/notesSlides/notesSlide28.xml" Id="R043c189e3d2042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3ace2be9241e5" /><Relationship Type="http://schemas.openxmlformats.org/officeDocument/2006/relationships/image" Target="/ppt/media/image22.png" Id="R1045a09454f04fc9" /><Relationship Type="http://schemas.openxmlformats.org/officeDocument/2006/relationships/notesSlide" Target="/ppt/notesSlides/notesSlide29.xml" Id="R6c62ae56682b4f4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8c6a4d19ec4379" /><Relationship Type="http://schemas.openxmlformats.org/officeDocument/2006/relationships/image" Target="/ppt/media/image23.png" Id="R72a2699b73ad4663" /><Relationship Type="http://schemas.openxmlformats.org/officeDocument/2006/relationships/notesSlide" Target="/ppt/notesSlides/notesSlide30.xml" Id="R3d7efcb4e56b41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3eb4713f74601" /><Relationship Type="http://schemas.openxmlformats.org/officeDocument/2006/relationships/image" Target="/ppt/media/image24.png" Id="R33576e6e2eac4c28" /><Relationship Type="http://schemas.openxmlformats.org/officeDocument/2006/relationships/notesSlide" Target="/ppt/notesSlides/notesSlide31.xml" Id="Rf111746a002944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4cc7c835d41ce" /><Relationship Type="http://schemas.openxmlformats.org/officeDocument/2006/relationships/notesSlide" Target="/ppt/notesSlides/notesSlide32.xml" Id="Re601733c82f140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558c25b004fee" /><Relationship Type="http://schemas.openxmlformats.org/officeDocument/2006/relationships/image" Target="/ppt/media/image25.png" Id="R693f38eb5de047f5" /><Relationship Type="http://schemas.openxmlformats.org/officeDocument/2006/relationships/notesSlide" Target="/ppt/notesSlides/notesSlide33.xml" Id="R65ade6dd0a144f2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d97405bea4ac8" /><Relationship Type="http://schemas.openxmlformats.org/officeDocument/2006/relationships/image" Target="/ppt/media/image25.png" Id="R4d65e5838f3d4115" /><Relationship Type="http://schemas.openxmlformats.org/officeDocument/2006/relationships/notesSlide" Target="/ppt/notesSlides/notesSlide34.xml" Id="R8aac1437983740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29413af504096" /><Relationship Type="http://schemas.openxmlformats.org/officeDocument/2006/relationships/image" Target="/ppt/media/image26.png" Id="R31000fefcee24fb5" /><Relationship Type="http://schemas.openxmlformats.org/officeDocument/2006/relationships/notesSlide" Target="/ppt/notesSlides/notesSlide35.xml" Id="R9b4206278af140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089fcafe0f4132" /><Relationship Type="http://schemas.openxmlformats.org/officeDocument/2006/relationships/image" Target="/ppt/media/image27.png" Id="R1e7e8522e43048ab" /><Relationship Type="http://schemas.openxmlformats.org/officeDocument/2006/relationships/notesSlide" Target="/ppt/notesSlides/notesSlide36.xml" Id="Rf959d5fd9b2d451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dccadfabee4c62" /><Relationship Type="http://schemas.openxmlformats.org/officeDocument/2006/relationships/image" Target="/ppt/media/image28.png" Id="R41d2b9c744254d39" /><Relationship Type="http://schemas.openxmlformats.org/officeDocument/2006/relationships/notesSlide" Target="/ppt/notesSlides/notesSlide37.xml" Id="R62312d1d4144493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d6e3a2bac4260" /><Relationship Type="http://schemas.openxmlformats.org/officeDocument/2006/relationships/image" Target="/ppt/media/image29.png" Id="Ra29f248e678f4ac4" /><Relationship Type="http://schemas.openxmlformats.org/officeDocument/2006/relationships/notesSlide" Target="/ppt/notesSlides/notesSlide38.xml" Id="Rdfc3a1895567488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eec6ac0ed4f5e" /><Relationship Type="http://schemas.openxmlformats.org/officeDocument/2006/relationships/image" Target="/ppt/media/image30.png" Id="R224b1a98ec52496d" /><Relationship Type="http://schemas.openxmlformats.org/officeDocument/2006/relationships/notesSlide" Target="/ppt/notesSlides/notesSlide39.xml" Id="Rfb6897f830ba49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47f9af94b48f2" /><Relationship Type="http://schemas.openxmlformats.org/officeDocument/2006/relationships/notesSlide" Target="/ppt/notesSlides/notesSlide40.xml" Id="R88f3d95f5d13491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b26b29f9a4d3b" /><Relationship Type="http://schemas.openxmlformats.org/officeDocument/2006/relationships/image" Target="/ppt/media/image31.png" Id="R700b9611c454465d" /><Relationship Type="http://schemas.openxmlformats.org/officeDocument/2006/relationships/notesSlide" Target="/ppt/notesSlides/notesSlide41.xml" Id="R14e065e4d93d462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6fb3564724384" /><Relationship Type="http://schemas.openxmlformats.org/officeDocument/2006/relationships/image" Target="/ppt/media/image31.png" Id="Rc84352ee27d742a2" /><Relationship Type="http://schemas.openxmlformats.org/officeDocument/2006/relationships/notesSlide" Target="/ppt/notesSlides/notesSlide42.xml" Id="Rfa297b79f82148f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398e992b84e71" /><Relationship Type="http://schemas.openxmlformats.org/officeDocument/2006/relationships/image" Target="/ppt/media/image32.png" Id="Ra7b4cb9e40ae4182" /><Relationship Type="http://schemas.openxmlformats.org/officeDocument/2006/relationships/image" Target="/ppt/media/image33.png" Id="R55895d12149c4602" /><Relationship Type="http://schemas.openxmlformats.org/officeDocument/2006/relationships/notesSlide" Target="/ppt/notesSlides/notesSlide43.xml" Id="Rffd1a24d93364ee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44c98b0d4b46bd" /><Relationship Type="http://schemas.openxmlformats.org/officeDocument/2006/relationships/image" Target="/ppt/media/image34.png" Id="R15c55ba62190451e" /><Relationship Type="http://schemas.openxmlformats.org/officeDocument/2006/relationships/notesSlide" Target="/ppt/notesSlides/notesSlide44.xml" Id="Rdbc5aae865b64cc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b0e5058e349e0" /><Relationship Type="http://schemas.openxmlformats.org/officeDocument/2006/relationships/image" Target="/ppt/media/image35.png" Id="R1c1060ca2af34ac1" /><Relationship Type="http://schemas.openxmlformats.org/officeDocument/2006/relationships/notesSlide" Target="/ppt/notesSlides/notesSlide45.xml" Id="Rc6950530026148e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23099db885445a" /><Relationship Type="http://schemas.openxmlformats.org/officeDocument/2006/relationships/image" Target="/ppt/media/image36.png" Id="R72934dc045434baf" /><Relationship Type="http://schemas.openxmlformats.org/officeDocument/2006/relationships/notesSlide" Target="/ppt/notesSlides/notesSlide46.xml" Id="Rdbbdedba33f8423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f5c9aa008440d" /><Relationship Type="http://schemas.openxmlformats.org/officeDocument/2006/relationships/notesSlide" Target="/ppt/notesSlides/notesSlide47.xml" Id="R3085d8793cb4495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bc5cf99bf4249" /><Relationship Type="http://schemas.openxmlformats.org/officeDocument/2006/relationships/image" Target="/ppt/media/image37.png" Id="R7a21f58df9de42f5" /><Relationship Type="http://schemas.openxmlformats.org/officeDocument/2006/relationships/notesSlide" Target="/ppt/notesSlides/notesSlide48.xml" Id="Rfe200d984e5c4b0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7bb643e6b45e0" /><Relationship Type="http://schemas.openxmlformats.org/officeDocument/2006/relationships/image" Target="/ppt/media/image38.png" Id="R2ad946fef4874701" /><Relationship Type="http://schemas.openxmlformats.org/officeDocument/2006/relationships/notesSlide" Target="/ppt/notesSlides/notesSlide49.xml" Id="Rae0384babef9407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6edd03e334a17" /><Relationship Type="http://schemas.openxmlformats.org/officeDocument/2006/relationships/image" Target="/ppt/media/image39.png" Id="R4aa0f514e3494fdf" /><Relationship Type="http://schemas.openxmlformats.org/officeDocument/2006/relationships/notesSlide" Target="/ppt/notesSlides/notesSlide50.xml" Id="R5f44904fa54d40c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1189f8c504743" /><Relationship Type="http://schemas.openxmlformats.org/officeDocument/2006/relationships/notesSlide" Target="/ppt/notesSlides/notesSlide51.xml" Id="R3d02168983614e7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7e0baad45413a" /><Relationship Type="http://schemas.openxmlformats.org/officeDocument/2006/relationships/notesSlide" Target="/ppt/notesSlides/notesSlide52.xml" Id="R8d33843c53fc49e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77b667a9349f6" /><Relationship Type="http://schemas.openxmlformats.org/officeDocument/2006/relationships/notesSlide" Target="/ppt/notesSlides/notesSlide53.xml" Id="R5a1db97c45b64d9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dfa5aea9040f8" /><Relationship Type="http://schemas.openxmlformats.org/officeDocument/2006/relationships/notesSlide" Target="/ppt/notesSlides/notesSlide54.xml" Id="R903e4b26a4f94ce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0e187ede346b5" /><Relationship Type="http://schemas.openxmlformats.org/officeDocument/2006/relationships/notesSlide" Target="/ppt/notesSlides/notesSlide55.xml" Id="R5e3538e5f99a49f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0e528aaaf4fdb" /><Relationship Type="http://schemas.openxmlformats.org/officeDocument/2006/relationships/notesSlide" Target="/ppt/notesSlides/notesSlide56.xml" Id="R2ffb18c3db74481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16b9d5c574568" /><Relationship Type="http://schemas.openxmlformats.org/officeDocument/2006/relationships/notesSlide" Target="/ppt/notesSlides/notesSlide57.xml" Id="R769503ac299746c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43cfa8a1d4b17" /><Relationship Type="http://schemas.openxmlformats.org/officeDocument/2006/relationships/notesSlide" Target="/ppt/notesSlides/notesSlide58.xml" Id="Rfce7b757ff18412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91e8d7a94736" /><Relationship Type="http://schemas.openxmlformats.org/officeDocument/2006/relationships/notesSlide" Target="/ppt/notesSlides/notesSlide59.xml" Id="R092c92f1eaf04b9f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b749b89164aad" /><Relationship Type="http://schemas.openxmlformats.org/officeDocument/2006/relationships/notesSlide" Target="/ppt/notesSlides/notesSlide60.xml" Id="R151143275cdc44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752D3E-2B61-4079-8DB0-7DBB2C3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5085C9-63BE-4FE7-90F3-2CB61617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4BA2A9-0EC0-41C7-B94B-914EC44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your take-home pay, retirement, final pay and gross-up rules</a:t>
            </a:r>
            <a:endParaRPr sz="1700"/>
          </a:p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work inside the application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EF5A0A-4B72-4E70-BF4E-2CB5DC7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5F3DB58-36C2-4C87-9582-919CEB0D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2CFE69-ACAE-4F10-AFFF-63000B7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1459D4-8DE2-4850-9E5D-24DD4A1D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27B80C4-853C-457F-8FA3-686A18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67D139-3573-4E82-A959-2B87C12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DFB76E-F9BC-4742-9942-FFE13EC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01B3F5-A013-47A9-A991-FB904DD6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9808443-19BF-433C-8F61-DF14A0E9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Working prototype · wireframe view · every screen in this deck is a live screenshot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871073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8A35FE-17F8-4851-8293-18B4810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540E30-7012-40F9-AA3A-D0F721D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we will walk 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6877FA0-F1A7-45A4-A9EF-2F4E6CF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7E8E6D6-7EF9-4C56-9195-1895105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E51351-63B6-4FC9-8DF8-A55F5133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chain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612B2-D05F-46D4-905E-AFFDA24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B384615-F828-406A-9276-E935F109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8BC2B9-5E8D-4000-B899-F8B5E69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96F1E5-FD7A-4140-91D3-8FEA26E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Four engines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2E314A-7E3B-4B45-A4E7-F9C8785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C4D0F1D-6CAC-4DED-97FE-1D7734F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86C29CF-A959-4F04-85ED-8E3A950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14B9714-66DA-4FE6-A929-D7B57F2C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Worked examples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BFBF5B-114E-4CB2-9AD2-A040979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4B5386-E2A6-4FCB-B780-DD98883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8D2BE8-7BF7-4345-A084-67C249B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7FA370-F762-42F8-8C81-B6A7BB2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it connects to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A8C87F3-230C-4B2A-AFDA-24FE4CCB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0D4DCF5-5821-4AC9-8F43-170B2B8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7FFC61C-F2EB-4444-9848-1CB919B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16CEC1-6853-4DC8-8F07-A86EE60D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21E2F16-74B0-449A-A0E2-E304A34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Appendix maps every screen back to the exact workbook rows it came from.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23622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EDAF72-81A6-4949-9124-687C572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IDEA IN ONE PICTURE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EBDD2B-33D3-4A42-A45F-BB0A979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your written policy to a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25A9731-524B-4E58-9E96-D07BFA3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5EAE502-A10F-45B8-951D-0FA0E07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585E04-2F04-428C-9DD9-535EBF2A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DFC7BF4-5493-487E-8615-7F6424C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4A11B-A3EE-48DE-B288-B71AC9B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B, written in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plain business language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EC86D0E-8093-44F2-A89B-D8571E0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B05850-B9FD-4C9A-944B-C39A2E6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00E1EB-FF41-4AF0-B648-ED875C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9D5B34-1CDD-45AF-9050-D1BE386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39EC80-3FA3-4935-AF49-C0BAF45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11C3B-0047-4687-8D64-64C5654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policy-engine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code, e.g. THP-001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BC278-05EA-485A-AE01-A42F6AA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BD5838-1AB6-4D13-B82C-FFA027D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859F5F7-458C-4AE8-8E01-E75A0300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509CF0-2171-4B36-9A72-9F4DC1F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60CB2E-D5F4-4B0C-83E4-E5B6057D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EC4014-1047-41D6-AD39-A2B40384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Assigned to an employee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0DCFA22-5801-464B-AB2A-755A851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BCA251-A92F-44B9-B42F-8088D8A8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4D8EB5-64BE-47BD-A26F-FB6412C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169E35B-549D-448F-A923-036A51A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156EFB-B035-495D-85E7-692E44D4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072B61B-9356-4146-B5D9-DE9B97F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Computes and shows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its full working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CE1E766-95E1-4F6D-A824-D8AB8341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410BD81-5F82-425C-B29A-060F667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F0F63B8-95D7-4DAC-9E19-7D021103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9DE5223-C494-44B5-AEC9-EFF1CFE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5CEC5D-291D-4BA5-A507-7DE2DDA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86E85AC-0829-48C9-8A06-EFF862CD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Deductions, deferrals,</a:t>
            </a:r>
            <a:endParaRPr sz="1050"/>
          </a:p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 and payslip tags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2A926A0-D8F7-4627-8F5E-9D42C06F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A6E1DB7-36EA-40CF-81E0-81A7EB3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36CE15-CFBE-4356-AC89-1FC54E48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9116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76680B-B2AC-448C-90DF-BA5DFEB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7D633D-CF86-46FE-8767-9BFACE89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d3f201bc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3794764-93B4-4323-9D83-E391207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167AA20-2713-4370-9135-9F68CC3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controlled library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ED7E1B1-A3C0-4D9F-B982-34D1DE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7A186F1-930E-4788-AE39-464DC83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Nothing is hand-typed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FF8D220-ED3A-4B90-9C37-9C12B0D1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E6C9D78-49D8-4AC6-AD81-FA0F299C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Reached from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0D09560-DABD-4F24-B640-060B4C30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CBA489-7D17-4002-8A03-E1373C8B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0F1884D-20F0-4D2B-8DD6-481D5D4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12348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06F8A7-F471-41FE-95D6-D8BBEE1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SCOPE OF TODAY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2D6F8B-51D5-442E-99EE-3217F7A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dfde0f1ba48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FA03073-DE7A-4AC3-A32B-2F5B410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8BD5AD1-6093-4BDA-9633-CB4B24B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BEB95D3-5626-4989-B4A2-6B883B5E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349BC9-D0A6-468B-8C27-E9302D76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1CEE106-7749-4B3B-B17E-59CC11A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8DB679A-59A7-4C82-807A-533662D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AAADA41-AE0A-4E41-A7B4-BCE497A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10D8D2-F8EC-4833-9182-74037A3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FA5A5A4-14CD-4442-AC28-35A17C0E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477486-38B1-4536-BF1A-219AE46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7D68FE0-F70D-4876-93D6-91D5DCC2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74AA969-DDBC-4F8E-974D-993789B6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F0D93FA-EEC2-464A-9F64-E10F850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AE410E86-EB26-41AE-9839-A5711570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41CEA4E-935B-4E2D-BB0C-E37E792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14DFE4F-3353-4A4A-B5A8-2938673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66637B-F7A6-40DB-813A-5926F3C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EB0CC2-2907-4981-8B1D-CAC89620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1F0E57F-6132-4178-A8EB-8CF0C660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2E2C36B0-1EED-444B-B2D0-7453253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D45AB12-27DB-4F18-9E70-160DBCE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AB572DFF-AE63-472D-A26B-1A50943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93AB2DD3-4EEE-4B9A-B61B-59ED0D2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8770C28-3CDB-4DC1-BF9C-0F47ACB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EEE4FBA-1263-4F87-A183-61BFBEC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BEE8EA-2A8D-4487-AB75-5A8D9CC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91157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56648D-B0CA-4219-919A-1BC4064C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CA67D9C-4F9F-4DD5-BBB2-47CC35A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3329e8db5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9E5F71-2B29-4ECC-8FEE-7F20E66F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5EA75A-8B90-4600-AA27-D1CE3CD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F645A4E-1647-4458-9407-4C3DA02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FE68D31-E860-4DB1-9B21-4E648C3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3A8A16-E089-4144-8284-58B5634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9592BD2-C0D0-4CDB-AE7D-38404371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46F2A92-F424-4748-8A50-2329BE0D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355BF9-F783-40B5-8D0E-A4C8CE6F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24FE2D-80AE-456E-9C99-08994833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998937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0bd7c67d348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 in your own words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317489-1D71-4442-9441-B2A32E0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C0EDE6-F6E9-4828-A847-0DE5BCB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fc92096dc4b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EE0FC1-D54A-4D8C-B478-02043A3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appear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8E4471-9D9E-42A1-9E3B-E6344EB1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1D3E3F-BBFD-4CC5-BFBA-D11BBF4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426444-261F-4D28-B5E4-2548456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5A9156-E238-4406-915C-AE168EC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29370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E1F97C-E532-4249-8E22-1554C002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0D77718-D9F2-4087-8AB2-E5BE54D8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85965b356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3CB18E-63C0-4D15-9D74-CF1395AA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Values vary, the schema does not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B334274-1D26-4B16-89C6-B502C2D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6DE7A-74C9-4E59-9206-F76FBF3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61AC3D8-47A5-4542-94F0-3169F39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9C8970A-589D-480E-BE0D-0A84606E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34237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D32179-C317-46BD-ACA6-D8E7A020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A0BF4B-6A9E-4E20-B1E3-07A28ACD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f4c616cac4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BC251EE-6AC2-485F-9CF7-9D261F6D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E74B8C7-3A63-4FBD-A32A-06F13EB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measured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60443EC-8493-4947-B8FB-E4EED5F1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082D58-7FA9-47B6-A5FC-3A55A08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3F2FA03-6F0B-4B2E-9BB2-AD79486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48A6E73-0AF0-4923-BF3D-F1DBDA7C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999FC1E-A19A-498A-98AC-750803A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85A28C-F8A5-48E8-876C-236CAF4A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0172494-CCEB-4DB4-8800-BE7B5C95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8912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1EAD3C-FE0A-4AF4-ACE7-8E9CACC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C2791D-7EAB-4E26-8817-DDA4435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31bd512bd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CA43A5C-CA7A-4120-8AD8-472CAF65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rule in your own words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3D34B7E-0499-42A6-B587-544AB63D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ADCA76-D160-4759-B0CB-72E1BB0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51DA031-94BE-4BF9-87F7-FEC3AE0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89FCDDA-6C7F-47CA-9BC7-00AA2696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3170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194283F-2B51-44E4-BA01-82D3273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50F1025-7469-46A0-BC51-9B7A9437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C88F9E-A152-4667-973C-2A4A13E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F98D51-9C96-4258-945D-50123631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B7C8F8-1D20-4E76-842B-9C89D601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27A414-AA17-4DDA-AC6A-4BD941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6CD7D7C-943D-4850-8BE5-083B5F3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B8CC3A-4EC8-435F-BDBA-A949FA1E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BC9265-074E-4BEC-8088-E397030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9DD3B0-8BE5-4FDB-A25A-5560DD5C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92A6BF-BDE8-4DF5-BAB3-C1FA7D44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FABD1A4-E35E-4B12-8B84-D0BA1364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hierarchy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B43089E-CA49-42FA-8D5A-3FB3E9D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F24B0-B844-40A4-A085-E5DD89E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4E6095F-22A5-447E-8AD9-D03BB78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 and carry 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24338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982a8f95d4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DC092D-5A8B-45F6-B7C2-21D964A3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85A7ECD-F4FE-47C8-8974-D37B2F4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1bd3d94ad4c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99" y="1463040"/>
            <a:ext cx="6262019" cy="310896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AAEB6D-B7EA-47BE-B894-BB86FB7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72A37-12D5-4370-B072-45C26FD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EC9B6E-550A-4701-BC04-BE42F34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3CD57E-13E8-4855-BE1B-DD53DC7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4DE39-FC98-431F-A01A-CD518A02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60B7848-FAED-455F-9DCB-4E2EF80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B1CE536-2340-4696-BC37-A159C702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551E8D9-1ECE-45DF-8D26-6BCD5077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CB7CEDD-DC5F-4EFD-B1C1-1B254BD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331979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2DBCE54-5F62-4BF7-8DCB-86F6F2F5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FC0386F-75EE-474F-999E-8F587DD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f9bfc7b434d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9" y="1371600"/>
            <a:ext cx="4264197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6709A3C-D40C-4903-9A72-4147C33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E9D7538-006E-4FE6-BDC6-CA70E24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495116-4E53-4A2E-8B6A-121C772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C49DDB-395E-45AA-973E-B2687F2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A3303C-F422-4AE8-9B9A-BE424DC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40F525-15B7-45A5-82EC-D901254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59F5819-349E-46D4-B038-5D974CE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2853F39-BEAE-41D6-A3B5-0EB7A0B3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2DE2BB4-E7DB-4721-874D-46DE54FA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1989660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8E1328-BB66-4879-B032-F82956A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2F4B72-D109-4A87-8205-9C6708C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1a485dbd540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912710A-205F-4B72-A21C-8126DF0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6CA3EA-06B5-4FF5-8D76-D55B851B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Ranked, not guessed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BABF07D-0159-4270-B856-C970983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6F4069C-936B-4E10-B890-0D08406F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Partial adjustment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D7C3509-B616-4048-AD13-70922EB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B5CE96-EDE4-4EBA-A0DD-83828B0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reference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4E909A-A185-4EEF-BC32-8AE1BC5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410EAD9-452E-41F2-88D4-FC752FD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6EFC5A2-8D0D-4DDD-86B9-B2C8838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722248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4CF69-808F-484F-88B2-1F642D69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BF05D1-E8F1-4725-B98A-D576FA2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b86e13133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1ba9ed42143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FF67E7-0DC3-471A-99CB-315ED07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E5A9083-6ED5-490F-A0F3-7843595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B767FC-9B7C-4289-B75F-83454CEC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D0CC97C-7575-430A-AA6C-F08555D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8C930FA-8D20-4C2F-9640-060082E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5EFD675-6D38-448F-8214-481553B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08DCE7B-1232-4F53-B6EC-F1CE86C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729A9B9-E03C-4A87-A42B-E7C921F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52002D-D6F6-449F-BF17-0A7BCCE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F14611E-ADC6-4380-B360-1AC59244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53043ED-C188-4FD3-8D75-004BF9B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62B01D9-890B-4C64-A776-CB91F30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E400921-99E3-4EC5-89DD-BDC2837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CBD8E58-93E9-4BF7-BB19-F6E1DE2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00E1EB3D-5737-4FC0-BA28-03152A3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414985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06C783-BDF9-4578-B8B8-28E9AE4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B688ED-B2B1-4902-A125-EC1D0A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37e4d072e47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39336DA-5A49-44E7-9400-CF3C277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A4276D-D2E6-4A6C-AC71-486E93AE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E42136-B93E-4100-93E7-44F8F74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D7D897-ECB3-4412-A948-8F04582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1126A59-0A4D-45E3-9F37-BE32CA85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1126DC-44CC-456E-84E3-E289E11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DFA0FB-9737-4AD2-AC46-BBD6B5DB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99C7CA-9911-4D7C-9BA9-148F08AC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72B217F-0E36-4589-966B-4778AED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796134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1E9ABD-81F5-4DA4-B907-FE49B8F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46A7FD-E7AB-4212-B720-C4BD5BF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19fbb8208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08597C-6B5D-4E74-8368-BCF1EDE3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F9942D6-18BB-45B4-A006-051122B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4025F2A-BBAD-499D-9509-99DF088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1AE2EB-A386-4F42-93BA-9EC6BA1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CDB9B5-B582-4021-A736-D1AB4EC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721F423-A72B-48D2-A8D3-18425DA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underneath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4CC870B-FE2F-4A1C-838C-3DACC736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239FE09-00B4-4A91-A417-774E675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A8B8BE-F37A-44FB-8785-C0972AEB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3745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F8350-3824-4645-8FC9-FF78DEA6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F7F1F8-D3E7-4114-A245-A57192E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709c09a97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53237"/>
            <a:ext cx="5806440" cy="212876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9C6B6C4-5FDF-4D5E-B88B-9C0765D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A85F5D8-D271-4AF6-AB48-156AD921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4C7AC-004B-4AAF-A3EE-9DBC3817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0" cy="10332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125E9B2-03E6-451B-97DC-EE4E70F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802282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0CBA447-07B4-4DF9-9A31-33F037E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19630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E712F4E-7375-4FB2-8277-5967765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0" cy="386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C5B3AAF-FEBF-4209-877A-40E55B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809951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522CC7F-E6A7-4253-828D-A849EAA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A5162B-5AC8-4DA6-A624-5337C41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5533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F5AFEA6-9A0F-4783-B25A-8F309E2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835533"/>
            <a:ext cx="0" cy="9820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F27D88D-B95D-49B5-B49A-35CA428C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817620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9D699BF-3D26-46AE-9BE4-71914ABB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58362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F5FDFA6-EC17-41AE-B20D-24139EF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3858362"/>
            <a:ext cx="0" cy="9669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0ADDA86-8FBF-4434-BCE4-50A8EFE4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2528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52D90BA-5FB4-4B8E-935E-3C8DCCF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520418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C2A4984-A579-4A1C-BCED-C2FDB04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520418"/>
            <a:ext cx="0" cy="13125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B4411E5-4117-4E83-8BF5-DC4655D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832958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D08F344-59BB-43DA-81F6-FBEAA43A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A1C7AAB-0E1C-48B8-A594-17C10E0C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AF943568-E7D4-4F33-9359-8CFECFB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F5169FE-4915-4794-AA3C-7837060E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37B62F6-D935-4199-A281-FBB91953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F013F1E-651F-4319-A6B0-654490F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5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120234DD-3616-41DF-BDFF-190BFEA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F994D12-8BA4-4A2E-B082-5D6F1F49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415B5F3-303B-48D0-94F6-C016C249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6829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E595FDC-D17B-489C-9F3E-04767F1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379269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EFA9659-590C-4DCE-B00A-90999584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F841816-F727-4DA7-9881-687EB4DB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488997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DC8BD71-6FB6-43E4-A793-4EC7EBC1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452421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8AE143F-15E7-4DC4-B9CD-A7745278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763317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C06EA61A-EF7C-45E8-9A57-C0CE5C6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CC4F8C5-DA29-4079-AF06-CE6977B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24896B7-70F0-4F43-B4D5-471B9FF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386938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0342FE23-EFA3-4736-A16D-0580513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3D05A687-7A51-4894-BF10-0D10DBA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49666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CBFB83D9-5194-4D68-A71D-FBD0389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6009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 type</a:t>
            </a:r>
            <a:endParaRPr sz="1050"/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6FF94322-D94D-484C-B673-DD8374D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770986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2239A242-DE46-4A20-AED5-222163E9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1F83341-6D5B-4A6E-B95B-D598AA2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303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4F0E6F21-E471-4C31-9455-24A069E2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394606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7523F101-ABC0-4ED8-ACF6-44BEBDF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7DD0E173-34F4-4F41-9859-5F49A77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50433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C878F934-FB57-40AD-AE40-D608AEC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46775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Threshold</a:t>
            </a:r>
            <a:endParaRPr sz="1050"/>
          </a:p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D1C4D4E1-7800-4F16-8AA9-E40DB67A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778654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12D35CDA-71A5-464D-87EB-DDFD197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44F181F-FC94-4549-ADB2-0FD54F9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3924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2B5479A6-303D-447A-905A-42B4246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402275"/>
            <a:ext cx="4654296" cy="86136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47D29D3-A162-466F-8349-70B35696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DAA910AA-FDFF-4C3A-9117-6FF9416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512003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5" name="Text 52">
            <a:extLst xmlns:a="http://schemas.openxmlformats.org/drawingml/2006/main">
              <a:ext uri="{FF2B5EF4-FFF2-40B4-BE49-F238E27FC236}">
                <a16:creationId xmlns:a16="http://schemas.microsoft.com/office/drawing/2014/main" id="{6FC022CB-0608-491A-8CF5-976998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475427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50"/>
          </a:p>
        </p:txBody>
      </p:sp>
      <p:sp>
        <p:nvSpPr>
          <p:cNvPr id="56" name="Text 53">
            <a:extLst xmlns:a="http://schemas.openxmlformats.org/drawingml/2006/main">
              <a:ext uri="{FF2B5EF4-FFF2-40B4-BE49-F238E27FC236}">
                <a16:creationId xmlns:a16="http://schemas.microsoft.com/office/drawing/2014/main" id="{B5BC1572-B343-4B20-9BA9-E660C46D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786323"/>
            <a:ext cx="4398264" cy="404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041661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65A7E21-7F43-4A3D-8AB4-0F1E1D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F8DD20-FE31-420C-BB26-9629EB8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bfb24ab2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46981"/>
            <a:ext cx="5806440" cy="254127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52A715-47E0-46CF-89EF-9E626EA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203945"/>
            <a:ext cx="3194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B918128-46C2-4C17-BCEC-1234C403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757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74A304F-9024-48CF-954D-C70125F5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678A20C-8110-43F0-AE3E-77212D3C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0" cy="1435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38BEDA-B5F4-4A8B-BF75-41810C0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29277"/>
            <a:ext cx="31435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26E088-0C71-4530-A52C-AF2BC7C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629277"/>
            <a:ext cx="0" cy="55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CB9E140-F000-4A14-ACA4-FB4F199D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2574F5-3B75-4549-A88E-822020A6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64618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857965E-0227-4D0B-87DC-0E07510C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064618"/>
            <a:ext cx="0" cy="3827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9FF8F1C-1599-4880-ACFF-D704FB8C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A541A87-AE5F-448D-811C-B2C4D2C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4726674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96F2928-F868-46DD-82A9-55049163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726674"/>
            <a:ext cx="0" cy="980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7118D3A-D595-4141-9079-0A21609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92FC003-11AD-4A64-A7D6-F3E1B2E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8281DD4-8FB5-4DF2-86FC-8977621C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07592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A45AAF-7A0F-4C7C-BFFE-1870C9E0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D3D18D-FDC0-42AC-A630-0CBEA7CD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C8D5A84-6715-4F19-8664-2072D91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C3560BF-86F5-4B52-8216-951F9CB1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Apply a total deductions cap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BD6BB3-6145-4ED5-B9F2-90897049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AB92DD99-9717-4582-9446-D339304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F1260C2-0D32-417A-8DCB-607F18B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265C4688-700B-4D2E-80A1-B18A1AB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917DF8E-A59D-4477-90DC-71B18BCF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F6A270E-A63A-40BE-BFF3-3A904CAD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0C73434-7514-4FDB-8C1D-0C1F6EB6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base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B84D435-2834-4293-A34B-1BA9B3F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6A6F6C00-5586-419B-BBE9-33DD5CE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0019018-056B-4827-933B-8344E2D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3660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995D0CF0-88D1-464F-8234-145A1B3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7F72D26-181E-4EBB-A878-456EB7F6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B5B72231-F074-4275-9CAB-A29EC2B0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BC7D0E93-CA2A-4937-BFCE-CC84BD81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 type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83FCC37C-F42A-4778-8788-7442374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C0F66B86-B662-4AD1-8902-84A1F3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434AFDA9-A340-462B-8445-1CDE225F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9865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452E255E-E2D6-4A37-AB11-EA38634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5CB163DC-52C9-4B73-9EE9-F04D7EF2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68D2BCD-78D9-4552-8139-37418CB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E8AC9A9-C8D0-4DFF-9D7E-D088C69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Deductions cap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6413037-30F5-4B5A-B58F-9CB929AD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non-loan deduction allowed for the payroll period.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4889774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D5FA4F-ED96-4C0F-8AF2-E9FDEF9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5D8B34-D1F6-4B8F-AA8E-94C322E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f7ea119404c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963863"/>
            <a:ext cx="5806440" cy="3707515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E189370-92E4-486F-9951-38E65F9B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72235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7D1AD1-E830-4929-BBCE-3342729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862CCC7-FA61-4CDC-B775-106E6D5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0" cy="3278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5529D80-B67B-4DAF-B5CC-BD436A7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718310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83D0604-2210-4028-B268-F3CFA3E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768516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3B0A1F-A56A-4663-92FF-FE880587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0" cy="2104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B38B77-C91F-4863-8ABB-C6A888A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2558034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D447B8F-57E4-4DDE-AC36-7D49886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43057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A2547D9-3FDD-4777-8ADF-8CBA306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0" cy="328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82828AF-FDA3-4304-AE21-4D8479C9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397758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B20B80A-EAA8-4998-B124-1F0D3109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0" cy="26015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3AC0AC9-7F95-4560-A323-94927603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046159"/>
            <a:ext cx="32094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4B69023-6DBB-42CF-9905-8E1277FB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2046159"/>
            <a:ext cx="0" cy="21913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B92C47C-0F56-43C7-8EE8-778FFEE5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237482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9B97C1A-9DE3-4667-A577-B23B5E5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47737"/>
            <a:ext cx="4409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81B82B0-DBBE-40D6-889A-A61E46A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4647737"/>
            <a:ext cx="0" cy="4294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20C8B70C-7012-4C0F-98C6-F9B5CE6C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346" y="5077206"/>
            <a:ext cx="28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A64395AF-547E-463D-8C9B-004FFBE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5309793"/>
            <a:ext cx="32752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84AA184-FEA0-428A-8EEF-090689FB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309793"/>
            <a:ext cx="0" cy="6071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D00606A-24F3-470A-AB91-23DFC44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591693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58B4D88-3F98-4234-8FC2-02BEA6C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4EF000D-BC82-431C-B1B7-4DEAEF0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ED43FBD-3224-443A-B891-90E69EAB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084D178-AB2A-41D4-8049-40AF3C4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A889A470-69ED-4F9E-B9B5-AEC13E2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A5531F1-35E3-4D4F-824A-C499B7A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base</a:t>
            </a:r>
            <a:endParaRPr sz="10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EB2EA210-3AE8-4E49-A82F-7221CAE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40DDCA54-D372-4B6C-9986-B324D85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17E05F0B-67AE-4130-8184-656B508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26405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256973F7-FC93-414A-934C-FE0A4A0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211324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5CBDEB5-0B06-4FA6-8628-92CFAD0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8F20467A-CB98-4F39-B22E-87E7324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32105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070F6935-C8C3-4EE0-BF91-1BF176F6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28447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 type</a:t>
            </a:r>
            <a:endParaRPr sz="10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3460E995-C960-4BAD-A6C5-CE46D26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595372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A7117D5-596A-4322-97D7-42F49A83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7369FD7E-08FE-435A-A6B9-E40865D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0255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19E1D43-6298-41B2-8C28-BEC7BFD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051048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B0DE5D4-B697-4FAF-AF89-9460E72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4B429A69-9D58-4524-A042-954082F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16077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7AFF6065-106D-4F72-A162-AA60ED6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12420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Loan cap</a:t>
            </a:r>
            <a:endParaRPr sz="10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55D97C-602D-4D55-B97A-7BDE5D9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35096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AA680F80-DBCE-4666-AF77-CAB196E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5C3A7193-A069-42CF-A6BA-109FAECF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6DDE1E40-A509-4139-BF71-5D567DA5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C012B08A-9A08-4350-87A0-E642825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A647A1D0-8737-46C5-A221-FF7AE29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CFF00F8-81BE-4A4F-837F-7D2DFD99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base</a:t>
            </a:r>
            <a:endParaRPr sz="1050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6F197B95-008C-422D-9A81-3553EBE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59EA6776-8E18-4CD6-8FE5-6F726216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4B0B8CAC-847E-43FA-93FA-46BC7C6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1972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50"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729309A7-F8BE-4A89-A8B9-7FCE73FF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730496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6EF60B24-AA1F-40F0-BA22-C4787CE9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7" name="Text 54">
            <a:extLst xmlns:a="http://schemas.openxmlformats.org/drawingml/2006/main">
              <a:ext uri="{FF2B5EF4-FFF2-40B4-BE49-F238E27FC236}">
                <a16:creationId xmlns:a16="http://schemas.microsoft.com/office/drawing/2014/main" id="{5FFD9284-D9AF-4E39-BCD2-9F3E3FA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84022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800"/>
          </a:p>
        </p:txBody>
      </p:sp>
      <p:sp>
        <p:nvSpPr>
          <p:cNvPr id="58" name="Text 55">
            <a:extLst xmlns:a="http://schemas.openxmlformats.org/drawingml/2006/main">
              <a:ext uri="{FF2B5EF4-FFF2-40B4-BE49-F238E27FC236}">
                <a16:creationId xmlns:a16="http://schemas.microsoft.com/office/drawing/2014/main" id="{1BEB2727-A592-4A9F-AD53-FC37F9A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80364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 type</a:t>
            </a:r>
            <a:endParaRPr sz="1050"/>
          </a:p>
        </p:txBody>
      </p:sp>
      <p:sp>
        <p:nvSpPr>
          <p:cNvPr id="59" name="Text 56">
            <a:extLst xmlns:a="http://schemas.openxmlformats.org/drawingml/2006/main">
              <a:ext uri="{FF2B5EF4-FFF2-40B4-BE49-F238E27FC236}">
                <a16:creationId xmlns:a16="http://schemas.microsoft.com/office/drawing/2014/main" id="{5586CD24-90C4-488E-82FB-E65FB0F1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114544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F14DFA2A-223B-4391-B6CD-24FC6E3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Text 58">
            <a:extLst xmlns:a="http://schemas.openxmlformats.org/drawingml/2006/main">
              <a:ext uri="{FF2B5EF4-FFF2-40B4-BE49-F238E27FC236}">
                <a16:creationId xmlns:a16="http://schemas.microsoft.com/office/drawing/2014/main" id="{9B8DF520-D239-4DC2-91EF-DDD4746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518177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50"/>
          </a:p>
        </p:txBody>
      </p:sp>
      <p:sp>
        <p:nvSpPr>
          <p:cNvPr id="62" name="Shape 59">
            <a:extLst xmlns:a="http://schemas.openxmlformats.org/drawingml/2006/main">
              <a:ext uri="{FF2B5EF4-FFF2-40B4-BE49-F238E27FC236}">
                <a16:creationId xmlns:a16="http://schemas.microsoft.com/office/drawing/2014/main" id="{D041F697-7A85-4F96-9E45-E4252E66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570220"/>
            <a:ext cx="4654296" cy="69342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EF5CB6BB-A373-403B-B843-45CA3A9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4" name="Text 61">
            <a:extLst xmlns:a="http://schemas.openxmlformats.org/drawingml/2006/main">
              <a:ext uri="{FF2B5EF4-FFF2-40B4-BE49-F238E27FC236}">
                <a16:creationId xmlns:a16="http://schemas.microsoft.com/office/drawing/2014/main" id="{05B269EC-AB71-4A38-823C-1909791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67994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800"/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C92F7C41-9EAB-4AE7-94AE-3A630C1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64337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Attendance cap</a:t>
            </a:r>
            <a:endParaRPr sz="1050"/>
          </a:p>
        </p:txBody>
      </p:sp>
      <p:sp>
        <p:nvSpPr>
          <p:cNvPr id="66" name="Text 63">
            <a:extLst xmlns:a="http://schemas.openxmlformats.org/drawingml/2006/main">
              <a:ext uri="{FF2B5EF4-FFF2-40B4-BE49-F238E27FC236}">
                <a16:creationId xmlns:a16="http://schemas.microsoft.com/office/drawing/2014/main" id="{10B8FF53-23A4-4FAC-BB6E-8F6DA2F6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954268"/>
            <a:ext cx="4398264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Maximum lates / absence / undertime adjustment allowed per payroll.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893210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1C3F1B-BB43-471A-8725-8E3326E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CDF740-4816-4A55-A0BF-54A510B2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cd5ca2c404f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1059"/>
            <a:ext cx="5806440" cy="2453122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4D84083-0F05-4A1C-B191-94879494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030577"/>
            <a:ext cx="30984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06354B0-7739-414B-96B6-69CE6EE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1023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51BF854-F77B-424D-B4FF-B8132C1E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1AA34F-2440-43D1-B6DE-0DEF5F01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3582529"/>
            <a:ext cx="3427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C63EA85-D4D5-4017-86F5-85B465E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947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4DB2A89-2333-40F2-B27A-C2DA0D33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D90C76-162E-4643-A04E-01D32378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134482"/>
            <a:ext cx="37568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8D3BE4D-F615-4834-ADB9-D7BB363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34482"/>
            <a:ext cx="0" cy="3129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C5A568F-3399-48B1-82BB-2284C8D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F5699C6-B73F-4294-B72A-8762547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827" y="4686434"/>
            <a:ext cx="4086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F0A4EF1-46E6-42C0-8E44-8093F0F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6434"/>
            <a:ext cx="0" cy="10205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78785D0-A739-495C-93D9-E3D316B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A45906E-3162-4B07-85EF-EC762D5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E3F8B6B-CAB2-4013-BC1B-0778FDB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2902561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3FBB039-6F11-4417-BC32-FC8307A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2CA40AD0-B4CD-4B48-937F-4CCC887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6DD6F4E-5B9D-4AF9-973D-A51F436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63B541A-B82D-49E3-AF5F-2B14C69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Auto-defer or stagger deductions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D5DED8C-956D-4A22-B081-0981161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7741EDD-3772-4DBD-9EBD-079B2437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00C341B-B1BF-43E9-B4E8-7659848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345451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6156C4C-5493-4E25-873D-90D9EEC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51A993A-8026-4D9A-A2AD-0113902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F45419FF-5B6B-4F64-9E2E-B0D9789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38F4143-5B77-4761-85B6-8937BD91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Carry forward to next payroll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BE055D3-BD8D-4625-9805-36DA696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4B333BE-42C1-4938-8B45-FABCDE9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D3D0787-7DAF-4038-9069-80AF4ECC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00646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6292B13-936B-44C0-9960-F63A09E4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759916F4-3A72-4C21-9D5F-4CA68AF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48C14E5F-D560-44FF-80F5-2F5AAF1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32550DE-A4E1-4845-937B-CAEF469B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Payslip tagging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5388D7C-B0C7-4780-A7F5-E3D58E3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A2B1AEE7-552F-4EFC-92DA-3DD31C8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32E2558-C066-4BAA-A0A7-8DDB9DC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11" y="45584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EFC7EA60-09E9-4622-BB4B-8A8AD2C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767A95AC-BE56-407A-B8DA-E89077F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8EBD277-C447-461A-91EE-85FE5B8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031CA72-E4A1-4F4D-BC14-CDD3704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Admin and employee notification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C4EEBBA-C091-4855-836A-F09D275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Creates an alert when a deduction is deferred or an exception remains.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027140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03A795-4C68-4C67-A64A-DCA18C9D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1F8AEC-FE56-46EF-BDCF-B7E03E6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D323E16-20FB-4F3A-A1AF-BA8B0CD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AF06C6-D946-4F9E-9E40-892B27B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22FF2A1-3957-48F8-A3AF-E78CF56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67EED4-E04A-4B0E-B612-ED6F6C5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CDF488-77D9-47DF-9C8A-5AB9CA1D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4110E2-BB1F-41BB-878A-F5B5F9D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B8D6F8-2861-4A8E-A752-6298DD7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F9CC436-AC4C-4C3C-9114-7E60030F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5E78C60-C239-4B8A-A592-DAF7937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2AC956-BDBE-4FB4-8680-B24A6161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8619FE-9ED7-41BD-93F2-83CDFC7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C7CBB5-992E-448A-BB4C-5C984ED4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0D77E02-3339-492D-8C16-D7C5D01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9519081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76bd40f3b42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Every input is configurable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865062-35EB-4132-90C5-874B58E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D0D5A5-67B1-402A-8D61-49CA393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5e086ee5b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110B218-7B64-44CA-848C-7325B4CA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B0DF751-616B-4CA3-8868-68E8B173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5001DF-C163-4E6D-A79A-CABBA300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C56C40-60AE-4A95-83F1-3A0C79F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Every input is configurable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3AA7385-FD99-4BD3-84D6-F2BA7CF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6B9211F-BCBC-4E0E-853B-5F0B0083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7B145F-655F-47C1-B04C-7DC6A7E5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F9E2CD-5607-4796-BA9D-7511270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79ADB7E-4CCE-42FA-B1C5-C61942A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8045293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1398A-EF38-4B65-A0B7-A59FFBF4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BB5E8-09D0-4D73-B1C9-DF517B1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ddb821231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65B3C83-6AA4-43D3-B202-A836B5D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38F560-26EF-4687-971F-7E8CD38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B02C95-4731-4940-88EE-B2CE57AD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E5CDCA-5170-4AF0-B0DC-5A42125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CB06E5-E05A-4187-8E02-031A81D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56769CE-E152-4C8F-BF5E-B4988F01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0F0999D-CDAD-4ECB-8C02-649B951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3E43E1-FAB7-4559-B1A3-EB0390DB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A55EDC9-EC2F-4DFD-B8CE-9C5FB15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divisor, days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F003CFB-812F-40F8-874F-D5F03E84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164C36C-345D-449A-B313-B34B359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22BE75-D612-4B04-A347-D7086A7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91C1850-142D-4E7C-A028-033E3A9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more beneficial of the two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9A9DFB8-8D10-4A65-963D-2172D45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50CFD5A-F20A-4403-A984-6DB68C71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1CB7192-1354-43CA-B38C-C87FB96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FC684733-C11E-4FE2-8DEF-1BE7ECB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9574923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05B9B7-7F9C-40A7-9E02-4F3124F1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65A3D5-CB05-42B2-9178-D437F6EA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56c480039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4ED6F16-6052-43CD-BF20-0FFBBC2E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80E214C-222E-49EE-B682-B5367C61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050A9AA-9B2D-4799-8A85-2615197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FAC5870-8C67-48AD-9B1F-AAC6DAC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DB6E52A-E6D4-4815-9D66-2FF9F94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087051B-415B-4707-8C23-4C61B60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A61512F-5A3F-4378-A299-651B9CE1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2B61724-F279-44F4-A049-B54CF4E7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7FEA0AB-C85A-49E5-800E-0DAF422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C6E5E1-BAA2-47E4-BB68-7A86910A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4D5420-D4AF-4DCC-8700-E969C813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F77F81D9-AC8D-484C-B91F-B9B8013E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2B59CD9-5C7F-4F55-BE7A-64385AEF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25EAA2B-7557-4B61-8E2C-E9010C7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40F4B0C2-C7AF-43C3-835E-2F98524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EDCAE67-879A-4C01-9CBB-4533F30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485B095-F2F1-45DA-B20A-AE52C518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54F37548-B0A0-4B3F-A8C2-CEF37759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33F8935-96EB-497B-A31C-6670BEC1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94AB4AD-0F90-434C-95EE-C9BA89D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6A3F122-26A1-4FF4-AB47-DE8B46F1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032FCFF-04DD-41E6-B632-7F9E0875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051FE7-DD8E-4858-B66D-AB0BAA88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C6195BC-8EA1-4A14-B186-973E33C3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DA822252-9C03-4BF4-A77D-D108A84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3F9CD2A-F91F-4925-BFCD-E68EC95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678C118-2535-4019-987A-525D3CF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plan type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05234C64-4350-4389-8BA1-F63C4B19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6B30F20-4FC8-489E-A6D5-0F6259CF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E81ED85-EFA9-4C5A-972B-10F305E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9A46DC96-5427-44E7-B7B4-854E480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322E0298-9F37-4EA5-9A2E-CE5317BF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D44A3BEA-9E12-4CCF-9D1B-B756A49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5BA9312-EA73-4725-BCF6-E823E90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salary basis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3AB9F5C-E47B-4811-B885-FA6C43D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ABF0ABE-5189-4E4E-BE24-CCBE2272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BD598C1-C105-4BC7-9E6F-A826AE2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4DCC2745-EAC0-4E3D-9955-2121FD2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98B6178-1227-4C1B-9714-F53BD31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F32F6C6-8EF6-472F-ADC1-4A0919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0F0D7B27-3BC4-4E78-B31C-6D8A997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DD444E1-8BC1-4427-9475-E4C1A75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334447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951861-BE7D-4772-AB05-7AA2996C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AA053B-6A3A-42E6-AD26-B9054BC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5a09454f04f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233A0D-B426-4599-8F81-53DA49C7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D776472-2604-46E8-B2C9-8D18481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5218AE5-F3C6-4292-BB07-1ED443CF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7B09B65-918E-4BB6-BA4B-2625CD8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700D2C7-F8E5-4228-A7B5-285985E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D83D73-F897-4A51-9641-91FB4CD7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C0F706E-6597-47FD-A408-9AB6A25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44B284-778C-43BC-BBA1-A9B1DA9A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B3D67E-DD5F-432E-A277-E3443B66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3491282-382F-4478-845E-5F6C180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6B57021-A625-40D0-806C-578E29A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0B3CE44-93D2-4B97-9CD5-DA6926AF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8060335-DAE2-42CC-AE40-CC0A97F9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5E2F00F-086D-457E-8517-9193F7D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0515E91-03A9-4E58-9DDF-95A3C92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77DC7AE-2ECD-4BD7-991F-8FB4239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8CC0DF6-549E-45B6-8799-2BAF25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44C035F-04F5-421A-B1C2-8ADD15E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427EC24-D124-4CBB-87E8-1A5B5FBC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40A57CA-E715-4CE2-8308-DA98A6C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days per service year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F51EFA0-2BD7-44B7-9052-BD95B714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0C8B918-A64E-4F39-B28B-82CB93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C1E850D-A9CC-4959-9178-155155D8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7C7E250D-7D25-44DB-845C-6A896405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E9AC9FB-8AAA-4181-8FCA-3EDFB57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547B197-1506-4944-BD47-1273D8DC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C502D83-6937-4532-A3B2-1491D4B4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Company-plan days per service year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5EF557C2-192E-4031-82C8-C90FADDE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9B0C5ADD-2769-4496-ADD4-CDF70C8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064B15A-4571-43CF-B812-AF7702B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D401C367-C348-4E25-AE5C-65A86AE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414E57-56CB-4B24-8010-3FB48C01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E701B26-5F88-4D50-A205-49152D3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4D42C6B5-17D0-4D13-8705-757B8E86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Additional benefits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1A9BD7D-E7E3-4BB4-B0D9-806C3A4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7837077-59EB-4073-A679-04ADD8D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E8891CE1-FA1C-4F89-B343-709F458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9E5172A-391E-490E-A996-98A67F7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33AD6B7B-B58C-4448-A17E-589B334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169CD739-9C89-4B48-A811-802BCEB0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EA65BEB-2A29-43F7-AB5A-5384C1CA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retirement age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9F521E1B-631F-4299-8DAC-FA481F8F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Earliest statutory age used for normal retirement eligibility.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045111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E2BE06-5200-41F3-8214-1E123482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8BF88-EBB3-4FB0-90E0-7D2FC4B0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2699b73ad46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68A897C-6C1A-4DA7-8267-DE65CE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4D8557C-31C4-4F97-9D3F-700BDDF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875AB4A-1492-49B0-9679-B637A6F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81EB36-1B27-41F8-9CDF-40347A6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733F8AF-898D-4303-82F3-ED1EDB9E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C082EC3-4663-4BFB-B662-8712F8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9C97BE0-1E47-4E3B-87A8-1A349FE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3156E09-6FBB-415A-897E-E251DB1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67197B0-E921-4AAC-8DDE-5D5E7AA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E7D4A908-96BA-4E48-BC37-B752BCA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2DBBEFD-7E41-40A9-A4AC-61307703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49C73C1-7D0A-447C-8F77-223873EB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26B47AB-6DED-49EC-A639-A20D4611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96C8D10-EAFF-4718-AAA4-02D3E97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6DCA0D3-2DE7-4181-8752-162B29E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6B0AAA0-BF48-407A-993D-CAC745A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0B4E358-B4BC-4D4D-8A2C-32BBFFA2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A380BF4-F8E9-4647-8ABC-97C7740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2B07016-611A-4658-83BD-03948C6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FB71EC4-26BB-4377-A0BC-CE1CC8D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Compulsory retirement age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94FAA586-0B06-43C0-B8A4-7FB5C41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15ACF44-5F4F-4D2C-8997-020AD6E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F718463-9089-4C10-AEC0-E24EB1E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AB30CF5B-21C4-4495-ADF5-DEE1C5F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02CAD0CB-75ED-47AF-A7F5-F698BD9B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0E96937-CF40-42F8-A40C-EE49F1A8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8454BDFB-98D7-414B-8520-CA90C656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service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3E50AB4-4E89-4D79-B46A-C84DCB4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3CDA5382-D598-4677-94A6-A909FF7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AF97D1B-3C0A-4FE8-85E8-FA71B0F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0025FE43-700A-4360-8953-237A0EF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05DEC01-F763-4F74-91B9-2270816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9824B91-A72F-4040-BEFF-3D19D8F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2F3407D-E297-4643-AD70-3B17EA5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early-retirement age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D5D6838-9F44-49E6-BB9E-61EE7DF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820DA151-0C52-4620-97AF-ACE7D58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444C7D11-6E5C-4084-B226-928EAEC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29EF7AC-554D-428C-9CB5-B8345E4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B3D90652-E088-4B60-ACED-F375D28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9606190C-3EAB-4FC7-A4F7-3E19ECC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781175D1-69BB-4C41-A084-F7F304DF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Minimum guarantee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BF66BE0F-D6DB-448D-B13C-A8552DB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Floor applied to the company-plan value when configured.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3235496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E21051-7D9C-4B9B-97BD-A76899EF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0B1582-D6B2-4DC3-A891-42A76F5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76e6e2eac4c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396745"/>
            <a:ext cx="5806440" cy="284174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9F1E082-7438-43C4-B27E-398C26D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839814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8FD73C5-D9F0-4828-8D2A-B13598E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9115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0ED9812-8CBE-441C-9071-9145B5E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070981E-3DDD-4C50-A9FD-D6DA096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01870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FD40352-12B4-40E6-9BDC-B5E616F2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140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CBD507-E408-499C-8465-279DBF97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891CB6-F683-4E24-960D-71ADA6B6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63926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529ECA3-ACAB-4D49-B8DE-5272AE8F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163926"/>
            <a:ext cx="0" cy="2834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7658206-8DD1-4748-B357-F891FB2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82F1AB4-E963-49D0-AE1A-8AD8C83E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882003"/>
            <a:ext cx="4182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A7207C5-1033-4D4B-828F-010DE0C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882003"/>
            <a:ext cx="0" cy="824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7C81C0-A636-4402-8F02-DA3A277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3CA1973-3972-46B4-8F5C-83FB8EA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AC7E22A-1400-44DC-B247-3325B5B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271179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779E0A4A-D011-45AC-901B-59C4F63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EE02A1-6E19-4455-8036-DB028094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B6AFD8-E801-4262-B7D1-3B0CA9DD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1ACD3C55-4A25-4818-837B-52100DF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cap (0 = none)</a:t>
            </a:r>
            <a:endParaRPr sz="11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18B55CA-E859-40BA-8F1F-16801160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DE4F1A95-08CE-43F5-9865-A33F612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BB361EE-11AD-49FC-9CC6-6A0DEF0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7385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1F00893-E006-4E57-A397-ADE8A445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C78DA5B-FA5D-492B-A676-B05278D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C270A9C-D4BC-4AF0-9931-3CA15A5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B0C1794-2ECF-4AFC-BBB6-82D96841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rounding</a:t>
            </a:r>
            <a:endParaRPr sz="115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6C60C48-5214-43D4-AD13-1576EE5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D88A0E81-9926-4ED9-B562-FCF3EBA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591FF77-E2AF-48A4-BEE2-6EDA360D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3591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8B981A09-B3C8-4F53-9E35-BE8370CE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4E1E1A7B-2425-41FC-A2EB-58A8795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E50AB9BB-C20C-4337-89AA-C90E9489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7ADF50B-2BCF-4E84-8A35-CB741F7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Taxation rule</a:t>
            </a:r>
            <a:endParaRPr sz="115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4BF38207-202C-4517-8F78-6B0A80F5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670E870-101E-4704-84E3-323C32E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CA37E0BA-C5D5-4E5E-886B-C85D297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75398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BCCF8F4B-8EA5-459B-945E-769E482D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B3F904E6-3972-4FD8-8142-F56F29E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EF4B52E-6BFB-46D8-B1E4-08F7315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B4368AAD-8702-4DFB-A79A-BF22F36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BIR-approved company retirement plan</a:t>
            </a:r>
            <a:endParaRPr sz="115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7027EFA-A930-49FB-A082-180BC52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Marks whether the company plan meets the RA 4917 approval condition.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64401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5627B8-C8C3-46C1-BA42-492A08D0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206634-2B46-4ABE-A2F8-1411164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17E1C53-EF92-49BB-A3ED-08A6D553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2F7407-6ECA-4719-A053-6D30980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7B3E16-A439-4FE2-A0D8-047EB955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18BF4E-56A8-4B2F-BF3A-4906B9D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DADE7-5A3F-4B9B-81DB-EA21F7BE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5260BE-2352-4691-B66E-A1057FB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AB5A508-7B22-4911-AF9E-3116686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C28E1D-D7F2-4747-A2E3-CDE8C9DC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A6EC64D-3461-43E7-855F-C7ADC4F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BE706D-7784-4EA8-8699-522C6976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Authorised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9B00467-3535-44C1-B590-A918907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D0C804-5BA1-4441-89BD-4694EE9E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E9E158E-9DFE-477C-88B1-D15316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08133008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f38eb5de047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CAEE76-1947-4230-9004-9C2AFC2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7014D5C-D0BA-4996-8460-7C264816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5e5838f3d4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EE58A1C-0C30-4A99-8944-9260DC0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75C153C-9D5E-4C2B-859C-2EF34A1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4577B2-2938-4D80-B098-4FD86B2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8E721-E08E-476E-85AC-1852D86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FAA6E0-1EF8-4DA7-90D1-625E02A9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2D1A48E-0060-4D69-9172-4FC54E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872ADAF-A566-4801-872C-7C4B551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103E7F2-00BC-490E-A0E5-AB7D4893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35A01B0-C124-4F4C-BC2C-37D1E5FA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674751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E57626-46D1-4BDE-8360-E2D0FE41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1C37CD-67C1-4ABD-96A8-6F63E35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00fefcee2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0A6B16D-5765-44B3-87DD-625C15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DE0617-0457-4F5E-8490-0C0247C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6DD531E-9E63-466C-806B-851656FF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FDEF4DF-C38D-4FF3-AB96-B0B3E952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133DE1E-9A69-491D-B20C-F59A680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CC99E2F-C72C-424F-9E47-944399A8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87D02BE-2932-42CA-906C-9141D25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40B7A06-70AA-4948-9B4A-978AE55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587DA02-9138-4ECF-B1F7-EDF7B94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20B663F-0266-498A-A64F-F1D775FF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50A560-E034-4609-A37D-8B03BA4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709086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A4295C-E502-4E50-AF9D-A463BBD9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1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EF83F7-5E00-4420-9A0A-FEA9944A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e8522e43048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569175"/>
            <a:ext cx="5806440" cy="449689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EE0243D-3342-432B-9A03-A2E088FB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2012244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B758576-FD6A-45AF-B985-F6C5E23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12244"/>
            <a:ext cx="0" cy="47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9BFAE68-667E-4D09-9C9A-5451399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8DD39A9-27EC-4F88-B57E-A1E80F5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0" cy="2563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52CDA1B-E111-44CC-8181-549A6F3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181" y="1651471"/>
            <a:ext cx="31334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7DB5C7B-374B-45A4-9EC2-970BCDC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1651471"/>
            <a:ext cx="0" cy="21661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62D6F35-4C40-4D3D-BC89-375A3CA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10011D-D730-4692-BE6E-C16C9FA5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214854"/>
            <a:ext cx="375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00D27DA-097D-4789-9BAA-0B080725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214854"/>
            <a:ext cx="0" cy="9377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7266F69-4729-4764-9F2C-C9B4AF8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00332C2-6BC7-4792-A6A0-B862281A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1BACD47-48BC-46AD-BDC4-85DBC490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188422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8FE7409-46FC-47AE-940A-2160ADF8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348721B1-E18B-443A-8073-B02BC37E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6662442-8E4C-462D-B7F0-1EFD3A94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7B12E8-A21E-4881-8664-8C2BFAA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C45C6EB-470F-4C49-BE19-8767A43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97CBD9F-D7F1-40EF-97F6-C1A44E3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7DBF1EA5-D9A7-4365-93C3-C212CAE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165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F64BFBF9-C29F-4A46-9E91-265FA36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9F0C3A5D-EE11-4A0C-8D02-F5EF020D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313ABA3-A2B1-4F04-9364-3BBB49FB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5E88884-8FAE-4F49-8F28-28DDEF2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A8BF6D7-F3F7-4160-99C6-248EC68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D1F1698-03F6-4E06-B211-FB5F522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52184122-934D-4D2D-8B09-75E6E19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868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50B1BCAD-B0EF-4EA4-9328-40786256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6B14DE4-5DD6-4236-B616-01B1BDE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989C8359-261A-429A-A4E3-95B6CD0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A5E601-0913-4DE1-98F6-3DA4C8C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Optional company components</a:t>
            </a:r>
            <a:endParaRPr sz="120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C040D212-9E84-4F32-BF2C-2F54437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Company-specific items added to final pay.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4454507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8CF9D9F-C4D4-43BF-9CC0-D089958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2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7607E7-4C4F-4EC5-995F-112C388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2b9c74425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592816"/>
            <a:ext cx="5806440" cy="244960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23B188-002A-41AD-B472-BD3CFDF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387283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25AA368-C12A-4001-8871-7424DB5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4590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1C5630B-772C-4D0F-9ABA-BD5EC52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B91395-8E04-4922-A912-B1AE308F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02896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7087482-22F5-4D0F-9F7E-96E8EE4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841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A5186F4-BF40-4691-BF78-A6B7EEE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435B314-76E9-418E-BADA-5BF4F16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0" cy="2005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E33561-34F4-4AF8-90F4-FC0920F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267511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3E78FCE-F9DA-4A36-AF6A-2D5DAB4D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2675112"/>
            <a:ext cx="0" cy="17723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9807F985-8202-4200-AEBC-069289C0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3BE9C6D-2EBD-4145-A38D-19253A0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680839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1FB6646-E8BE-4C18-B809-E90B2A9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680839"/>
            <a:ext cx="0" cy="1026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512484D-5D9F-4F8B-909A-C843B114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830D406-315B-487B-80FB-47975E5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029900C-A7CD-4C9B-8A13-753711A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259267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428AAE5-0721-4833-999B-DD8384B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D59A7C96-8193-4306-845A-61FCE2B6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F04437F-BFD4-4B7D-B9DC-C1C5D237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3C44F1FC-D0BE-4C5F-9D11-6C78483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Leave conversion rule</a:t>
            </a:r>
            <a:endParaRPr sz="11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F61316B-EC58-483D-BF45-960FF1B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899E9D0-2415-4B17-8873-4D998B29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D50B0A3-30F0-4264-B8B9-7B053AB9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90095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B22D52B7-F18E-4A16-8A69-4EC6A3F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BAB43E0-B6AF-42F5-AAB2-E722410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1E4AE09-CB71-4820-BF7E-BD5E5D3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A85E219-BDD5-4000-A3DE-132679B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Separation pay rule by cause</a:t>
            </a:r>
            <a:endParaRPr sz="11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8A61FC5-F2EA-4D68-8292-87ED7788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3DC773DC-82C5-4EC4-BD17-0FBF823B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5BBC11A9-1999-4F1F-AAB1-BC91BD3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E8091BC0-085C-43AF-A6CC-04FD0D0B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CF60BB-6E2C-4A4A-A72F-9E784BF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A48B328-E481-4D35-8DD6-523C8BB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A8A74DC3-F379-4E7A-AE5C-39441DE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Daily rate divisor</a:t>
            </a:r>
            <a:endParaRPr sz="115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73D1D9B1-A0AE-48AC-83D6-394E40C3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600A84F-8776-4F02-985E-00ED70D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832A3540-3271-41EA-8F81-42530E2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5528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22BA533-2F7A-4E08-B0E5-D2CD30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7C658A8-7A9E-44E3-A763-E6687E3C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59BDDD43-FF3E-4F5F-AD0F-3D9C083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3ABD4737-23B2-4505-AB31-16085EA2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 of service years</a:t>
            </a:r>
            <a:endParaRPr sz="115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191D3E1D-4698-4443-972E-2ECD3349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 fractional final year of service is converted into whole years for final pay.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2184313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49767D-EF5E-453B-A5F2-FA211B7B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3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D86C14-9AC2-4FD2-B302-5CA7931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f248e678f4a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104636"/>
            <a:ext cx="5806440" cy="1425967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153038-5BCF-438C-B8E2-5660AB6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3505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7DCC2CD-C416-4576-BF4C-34CC0BCC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C9802A8-C8E6-4AF2-B592-A7B71AF9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586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CF3361E-67A7-44EF-8922-4FB9E8BC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8AE1039-2A65-4860-BC96-E9740A5B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37519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AE97F4-9B19-479B-956D-443B641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49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A4D90BA-10A6-4A05-8566-2943BD3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A9A9608-8127-4B12-8686-9ED01B7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0" cy="9922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AC381B7-DA8C-49B9-8657-B97E2C0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86932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B3A3C2-7D5D-4ABE-AEEB-DA367C7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86932"/>
            <a:ext cx="0" cy="12604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FA492BD-606E-4506-99E6-87CA7F8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FAE57CF-D598-41B7-B30B-CA4B5BE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79205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03B910E-99BE-41E7-B9F1-9B33DBE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79205"/>
            <a:ext cx="0" cy="15277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39495CF-A9A5-430C-BBFE-0175844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470D544-4D04-4D54-8E6D-61388A4C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2520C9A-1240-4DD1-97FC-A66DEC6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84BFD2A-0556-4A57-8C0C-FE49BC6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FF972F4-572F-48BA-8626-9EB24EA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395930-F6B0-490D-84AD-E05A5E4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F8FB6AD9-9F26-4F49-8DFB-0BE0267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Advance 13th month rule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2D45240-51DB-4C13-B368-AE56D4F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ACAA64B-365A-464E-8677-6EEE6A4B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F5A6124-3102-4063-AA67-BA74914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40950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F72BCE5-8CA9-47BF-A3AF-A04464F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BA5C38C-0074-47FB-9BC7-84DD11D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403320A-31A3-4457-A34D-271B4BF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DE24F73-EF07-4A04-9F25-D1AF1CA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Last cutoff rule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44C6489-FF72-4850-AF20-89E0F12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44DB649-708E-4A05-95DC-E9AD0B8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5C465E8-F4AA-4C76-8BCF-26506FD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A4136F2B-1350-4D96-BD32-4FF3E79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BE60540-A842-4BA6-B35F-85274EC9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21F3F697-E181-4810-807A-29123D7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63E974BF-3C95-436B-8B5D-A7116F6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Government loan balance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87DB579A-234D-4C5F-895F-9677D1B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FE84F5F7-095F-4B80-8C3A-F0CD32E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5953F439-536A-4AE0-9B5C-33F7CDE5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5118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105FD125-18C8-479C-B9F2-50762F7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18EDFB8-6B4B-40F1-A83E-CE2695F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BE5AAE46-6AFB-4806-8F28-9B8601B9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8BE1346-40C9-41CE-B41F-E311480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loan balance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D14DE263-0902-4117-AF29-9133B12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an outstanding company loan balance is settled at separation.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716707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0ADB59-C7B5-4F86-B82D-DC3A2D6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FIELD GUIDE 4 OF 4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EC642A-A425-4A49-8F49-E746DDD9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b1a98ec52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83794"/>
            <a:ext cx="5806440" cy="206765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3D0A614-58E6-4D2D-8969-738AB45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226862"/>
            <a:ext cx="309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CCB001A-B902-49FC-923E-B9C0407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7442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392390D-ED35-4D6D-B377-02AC9AA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D637040-F791-4F0F-8213-3410C0DA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3944939"/>
            <a:ext cx="3523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FC7B246-9BC9-4227-B9F5-4F3CA133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27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29AAF64-EE3D-4A30-8242-460472E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60071A-DB60-46F9-9438-68EB5B1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494954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4BD4A7-3914-4308-8553-B75572E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94954"/>
            <a:ext cx="0" cy="6576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EEC4A0-6387-4689-BD95-9F013BFE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70D0377-CCC1-45AC-9AE4-A2D71BD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9F1E22E-462D-4781-A5DB-4CD1BE0D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09884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350FBE3-ED4F-4A71-B028-BCE6434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C27DC5D-D25E-436D-9A0E-C058096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BC9514-A29D-4ECD-8B57-74FD80A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CEFEF0-2E44-431D-80F8-45E9462A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Net pay rule when negative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6340512-560B-419B-B1F9-27162175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D876FDA-E9F3-4AD3-AB56-173CD464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DD0CB3-45A8-4ED6-B05D-0EF2C17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3816923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FB8E977-E6BD-4D30-B0E5-7CFB0BE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0FB49FCC-1DDB-429E-B7D1-60908661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66B5213-B401-456B-A251-33658DB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4446932-503E-4406-AC54-2A886B9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Auto-offset authorized deductions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CF2727B-2195-4871-AF65-CC1DEDEB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476BAFE-46A1-40F9-A6F0-18D123F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87E505A0-4C31-4CDB-A2FF-1BB3ED6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36693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B487CBF-1B1B-4D14-BEE8-7EFF351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ABDEF2C-CA60-4701-876B-FFF5516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BAC60D45-4B3D-4863-BC17-A466A26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9AA502D-5B9C-44A2-99B0-4525B6F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Notify admin on release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2B364136-5456-4645-B3B2-47BFDA4F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Alerts payroll administrators once the final pay breakdown is ready for review.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339584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48F7B9-56B5-46D5-949E-5C1C07DA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25B93C5-E61A-499E-B9A9-862B000B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8A556D-137B-4598-8468-A164AAB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017C449-E288-49E4-9FCC-C1D6B76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15641A-FF0E-4662-8EA8-827B23A5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3C3BB3-1A31-421F-BA9F-82ED51A6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908F67C-1009-4D2C-8D7E-01969EE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917B001-4815-431C-B6AE-AA61E3F3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33989-7B0F-4328-B2AD-4ED4588F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Graduated BIR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FF98FD1-1E88-4DA3-8463-FF2CA7FC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833831-914B-4024-B84F-98EC1397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7E9581-C582-472D-8BF2-53243955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Iterate to convergence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10BD68-BDD6-42B6-A957-EFEFC00C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A5456A-61D3-49E5-9971-A6B63A2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D603DA8-783D-4292-B811-E5B21748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0850033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b9611c45446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796BB8-000E-4056-9B7E-85A032F7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BFB372-B113-4765-9638-AB7BCA3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352ee27d742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55E725A-5B60-4E63-A7FE-93047F83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74D82-A796-421A-B816-CAA9F80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67F3CF-60D5-4665-BDD0-7BAB646E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4A8A92-473C-46F8-B50D-34634F27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0598FCE-F09E-4E66-8065-07565E97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1178DA7-C7C8-4417-A81D-DBCA072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1B7ECF2-B118-42EC-BBC8-C10762C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202B195-19C1-476D-9B89-3A281667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96772EB-9930-405E-B662-9CA6AB9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2C10506-E32B-4E59-8197-4F55A533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8562570-2226-4D88-A123-01AEF44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2258658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76FDDA-4FA9-4BFB-B695-F5D8EE7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CE510F-E9C3-4FCE-A3B7-6EDCECF4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4cb9e40ae4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95d12149c4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28F77664-9098-492A-A10B-64442C5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simply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D484CCF-895C-4148-8A99-6339AC9A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FB5F5F1-E14F-4228-909C-DED67F1F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E6BBED3-3D47-4F80-B556-F91D564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9E91977-B226-4D62-BEF0-0323754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01FCD5A-D6AF-4BD1-912A-7E5F215B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25E9E50-D054-4B7E-B5F0-1FA06B61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280405-3316-44AA-BF94-EB4905AD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CFCFF9E-357E-4D96-B825-9315DBFD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9A6D3A3-7010-4436-B656-2ADF41A2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482998E-CBD0-4592-B442-D6BF6784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A0FAAD-8F75-4BE3-BCB9-9490ECF2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AEE902D-7AB7-4C24-BAE3-A25ED6E8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8CD3AE4-E418-46CE-9524-289D88D7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208C822-160F-4654-BC47-7444C69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09888584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EB6600-9E97-4425-AA14-C90A4A5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1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380BDA-B8D0-41FB-A09D-30F19CA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55ba62190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7EEB149-8F44-46D7-8043-7F3E4A4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A64ED2E-0097-48D1-9B73-7B113EE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FBD06A-887F-4737-BF6F-419A4FB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4FA8A7B-A155-4147-A300-ED2D8F1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8C39699-A11D-42AD-9309-54A33A3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6B7D0A3-C52A-45BE-8EA6-D1B19D4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0E0671D-1896-4E0D-9085-A9F9A53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A959B3F-4E63-40F2-B8A9-02863DA5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20F1715-7E8B-4B52-AB4C-3D0EF592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5D3ACE5-C3C3-42F5-8875-DA43947B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22A52E-6A0F-4DB6-90EE-A9B1F3D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7CC0C3C-0757-401E-912E-465045E5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DFAA2C3-47BD-4174-A716-FBC96D2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456B1CD-31AC-413B-A97C-510605C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45C835-1766-4B90-83CD-1A1389D9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A116B5D-C9B0-4905-AF35-1904FB6A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1A157702-E46E-4A6C-ADE5-3D7DF3D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372B9AAB-48AF-4CB7-A879-DC8C91D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299076C-6948-4877-A474-8D9D0E9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16A327C-E561-4BE8-ADB9-D76FAFB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96555FA-E884-4500-84D7-68FE032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3D6E02-20D1-4643-B9E6-0087154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B9ACBE3-6828-41A5-93EB-AC8611F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CDF001E1-9169-40D1-A21C-38F1ED9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DD3855-3F46-43E8-A5A5-3396BB3B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10B4D6E-C642-4D71-8B60-C551255C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5002D2D-EF3E-4E83-9FFA-5663EB33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Guaranteed target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CB49E4D-C03B-4107-86E3-0A4EF55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439CD047-C340-4E54-8174-22E1ED7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DC94C8E5-8023-49B7-80ED-276E0EB3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BBCC3D3F-F93C-4DCD-886E-CE8252A7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7FF4AC0F-931B-4439-9394-4C0BCC9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5705CD8F-CD3E-4308-AFA2-515FD93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14292CF6-E177-4196-B843-2F5EB94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method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2EA9F122-6098-4A03-8803-E6BDB6FE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659E11C7-0F43-4A1B-A15B-E91C6DA7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EACF55-2A4D-45FC-9DF7-5C1FAF3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6DCA328E-4960-4057-A3C7-E83D4A5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48707D0F-E4E4-4808-BA3E-752654C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6DAEC48A-766C-4008-8AC5-3C4F69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CF3A4E80-8D0B-4ABE-A051-A3D3361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Payroll frequency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61DAD61D-609B-4A07-B525-29F7D3C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Which frequency of the effective withholding table the iteration reads.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6190807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A1F4A6-837A-40D9-AA8F-FDE4B492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2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535C2B-896D-4A42-934C-C5A09BA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060ca2af3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3084265"/>
            <a:ext cx="5806440" cy="146670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3F4A14F-73D0-4C7B-A936-0F7CD453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3607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7AEB1CC0-5C30-486A-8BE8-8E150345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90B0D23-2806-4CB0-85F2-F71F1E6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0" cy="1238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215C1A3-6EC6-48FA-BDAE-2FAC471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928241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A173FC0-B955-4BB6-86C8-8941EB8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527334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807BC064-A152-420A-B211-599DD3B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0" cy="3395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BE9B37D-BE64-41EA-8415-BF19968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187827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8977CE0-788D-4AE6-AC3B-A63D36F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0" cy="10228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2249F79-FA08-4922-AAE3-8F1DCE0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66561"/>
            <a:ext cx="3176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395C1E6C-E883-4119-8BD8-2300BBE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3166561"/>
            <a:ext cx="0" cy="12808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DD5D3C9-1F2B-4504-8396-98151F02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447413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7DF5C4C5-B659-47EB-BFE3-1D93917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4189390"/>
            <a:ext cx="4080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5D32BB4F-E390-40AA-9E62-FC165AA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4189390"/>
            <a:ext cx="0" cy="15176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92BCB63-A7CB-4D70-A615-CBC47C98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8427" y="5706999"/>
            <a:ext cx="321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DDE79A30-9409-43AF-93AF-00C0FAE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E32FCD6-FC52-427D-A20F-AA07EA8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3FD2A199-8857-4A6D-86A6-CB4B7EB5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371600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B0A3ED-65D5-4A4B-B7BC-3581A11C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C62058A-E7CE-4404-88EF-098A1923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48132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0CB9C78-CCB1-4C04-9271-797AD25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44475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Table effective date</a:t>
            </a:r>
            <a:endParaRPr sz="11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2E7A582-8047-4AD6-BD68-6EC4943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55648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1B41BD9C-24D9-4E72-8977-C7A0FA7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00163A76-658E-46BA-A769-505DD578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39931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554BF322-C08F-4B85-B2BD-B359E0E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631186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CFED7EF-26C4-40B7-9685-29AAD8FB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967B42D-051B-4D79-A378-165B505F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274091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9EC7BA1-79C8-4529-A8E2-E9C5A3E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270433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Flat / final tax rate</a:t>
            </a:r>
            <a:endParaRPr sz="115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F3CDC2B-CD78-44EF-8454-F676835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5234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A5292CFA-2005-4FEB-AC08-9CFAD8E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E0F1DFDC-71A9-421D-94D7-6F222EF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C7A184B-FAFC-4D80-9324-F7CDC1B7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890772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29653CA5-8F51-48DF-B8AC-5DBB4669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3CB0A5D6-AD82-4DA1-B746-A666D27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000500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C49DFDD8-1D59-4479-B716-6A584E0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963924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Employer-absorbed share</a:t>
            </a:r>
            <a:endParaRPr sz="11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33A154C5-3FEA-4ADA-A849-891B1FA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274820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1BDB06BA-0D69-4B2C-B0A7-6A747D6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A79BD6A1-8298-44F8-BD06-0F0623C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406137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50"/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FBA3242-A2D3-4F0A-8479-C1DFA48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150358"/>
            <a:ext cx="4654296" cy="1113282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9089CB7-72E5-4E54-A438-DCDA49A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05E18B81-BB18-4437-8BFF-C9533DBA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5260086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800"/>
          </a:p>
        </p:txBody>
      </p:sp>
      <p:sp>
        <p:nvSpPr>
          <p:cNvPr id="45" name="Text 42">
            <a:extLst xmlns:a="http://schemas.openxmlformats.org/drawingml/2006/main">
              <a:ext uri="{FF2B5EF4-FFF2-40B4-BE49-F238E27FC236}">
                <a16:creationId xmlns:a16="http://schemas.microsoft.com/office/drawing/2014/main" id="{A5BC5D63-17B8-4033-B190-CC2EB68E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223510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 tolerance</a:t>
            </a:r>
            <a:endParaRPr sz="1150"/>
          </a:p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4AD0EDF1-5911-40CF-BB6F-F5BD229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534406"/>
            <a:ext cx="4398264" cy="656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How close the computed net must land to the target before the iteration stops.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7033826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F0EE7D-5277-40B8-A6C7-35C20DCD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FIELD GUIDE 3 OF 3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26314-0C3A-49F4-8167-5A9F17E4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34dc04543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2727774"/>
            <a:ext cx="5806440" cy="2179693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DAD442D3-BAEF-4655-913A-FFA197B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995" y="3170842"/>
            <a:ext cx="31106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CFA77F1-80DE-497E-8256-44621DAB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0" cy="6882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90B29BD-2CAF-40A2-9082-5263236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82596"/>
            <a:ext cx="4206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E407AFF-8DE2-4505-A0BA-8E2D58D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400" y="3832898"/>
            <a:ext cx="3421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0596EF28-0F23-4360-ACDF-9590C9C2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0" cy="152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A6F3A5D-E515-4281-8944-17D39D02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590" y="3817620"/>
            <a:ext cx="38770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41A4CD9-6061-4B40-A57B-996478F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215" y="4550975"/>
            <a:ext cx="3852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A3CE5B5-9A67-4D31-9C43-37D1EA3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4550975"/>
            <a:ext cx="0" cy="601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6E7EBD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742D099-2AE2-4249-89F4-640C9358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09" y="5152644"/>
            <a:ext cx="3547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E3AEF54-477F-40CC-978E-7F324D64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F7E3605-6990-4BF6-98A9-CA3545AF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979" y="304282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04F075B-3B73-45E2-8E93-0E29F6E0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888236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0A71566-5D54-48F4-AEB8-FC1CD57B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286B131-48DB-42EB-80D6-EF17777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1997964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FC883A-D0D6-4AF4-8614-BC74735C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61388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Maximum iterations</a:t>
            </a:r>
            <a:endParaRPr sz="12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37031D-448A-4444-BDE5-A75B2F2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272284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AFE53A5-D242-46DA-BAE0-A9C9BC46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7E3E959-8B6A-4C1B-94D6-B0BF3E0D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384" y="370488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4E8AE6F-8824-431B-BC3A-88231B8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223260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80AA4BA9-D5D0-4758-8917-5858473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7E87203-24BA-4072-AABA-F48FEE39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333298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8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43EA687-464B-41A2-9996-6A1941BC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296412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Rounding</a:t>
            </a:r>
            <a:endParaRPr sz="12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3BF3F10-66DD-4DD1-BB68-93E0B3C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607308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8569B30B-4A90-47F9-8906-09CF5D0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327BE658-9112-4441-9149-89A9FF08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199" y="4422959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5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6739CEC5-6BE1-40AE-B24B-2B54E29A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558284"/>
            <a:ext cx="4654296" cy="118872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117F8F14-435D-4494-A97C-A9399A7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658B6C5A-C213-4D77-9C64-61BC5C3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024" y="4668012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8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7D2A258B-1DD6-4CD6-9536-829BEFBC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631436"/>
            <a:ext cx="40873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Deduct mandatory contributions before tax</a:t>
            </a:r>
            <a:endParaRPr sz="1200"/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4B2EC652-F6DD-4EAC-BE51-8A3F6E54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942332"/>
            <a:ext cx="43982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/>
                <a:ea typeface="Calibri"/>
                <a:cs typeface="Calibri"/>
              </a:rPr>
              <a:t>Deducts the employee statutory share from taxable pay before the bracket is applied.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089108654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6B9E1B-AFF4-4D3F-A743-83D0D925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WIRING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0D9895-478C-459F-8331-35E191B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feeds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9F6637-F62F-472F-9D80-F9D0ED4F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 from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8C239F-FC50-495E-9241-C8DCD8D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AC4C313-7CB1-4375-9BCE-30634D0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5755A4D-88F0-4313-BB3F-9FF43AD5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0311104-3837-4B16-BB8F-AFF7343C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5A3D45-5B7D-4AD5-B672-49DD3CC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0AAA330-F15A-429B-A1E9-67107B2F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5F04D3-E60D-4D6D-AE46-B1038B6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05774F5-50F8-4968-B4AE-88475E0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7C7552-0012-4041-B02A-7F7EA0F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0CAD3B-AB93-4915-8578-0FBAE45B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9EAB2AC-E6A5-4292-A6D4-7CFC42A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3DE6281-CCB0-4492-B118-B3F3BAA3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BB2597D-4337-4B55-9DFA-DF3BC47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value and its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987D4E3-0964-4897-BE5A-58E53195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ED646B-9C69-443A-98EC-683E2E1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B7CA57-DBBA-4B2E-8A36-78B56EF4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A1B9952-965A-45BA-A147-D823BE3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096381-83B7-4161-BC6D-10825871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9FC682C-B321-457B-86CB-71FF8CFD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3062452-8DCE-40D3-8BC8-1B87B75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EB6B2CC-438F-4DEE-A1BA-CFA3723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A5446C8-7FCD-46DC-8FDE-7BEDD08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C13C9A4-8C42-4ACF-A50D-C66469C6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A117F-45B8-4CDF-995F-1AC450F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9A11DDA-BE0E-4E4B-B942-F64F9FE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to pay and the tax the employer absorbs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141771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C9E0C-ECD5-472E-9A41-9B5B7FD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89382-B1A6-4019-8D54-955B77B1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1f58df9de42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7441D26-1B92-431C-B31A-FEA5B6CA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5FC54B-7D15-436A-91A9-9E56124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805D31D-0BC4-4DB4-B383-233291E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671059E-CF55-49ED-921D-D7CB14B8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Locked once used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39FD234-ACF2-4B5B-B88A-6E4E21F0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C60D4EF-86E3-4DD9-95E6-829BD970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A8D8A99-57FC-430A-9CB7-FC1495A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126000FA-809A-4B87-BC39-A2CCAC09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2F806DC-4818-4B05-A90F-BD512E5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5942167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440136-D23C-4911-8A0D-91DB401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8D63B-44CA-4DBC-8E3A-17E27887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946fef487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47B7366-238F-4AA7-8300-E393DE3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29BA0E-9FCE-4382-BB99-F0FDE5C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E01D95C-A668-4331-A290-424AE26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FCFFBA-22D6-4BF6-92B8-A7064E1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586A19F-623F-4866-9265-CE298CF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4888263-0C0C-4B0C-905E-247935DB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Change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3180202-3D64-4AE5-BA3B-2CE11B0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7284C4-D2E3-4060-8C1E-FCD51345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2E358C9-79C6-43A9-93D4-16B4AEB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8228980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26D051-D7C1-46FC-89CE-208FEDD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C3F86E-7BAD-45C1-AB6B-071B0A2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f514e3494f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E141670-4D3C-40A5-A984-92F072C4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0A2A6-A269-4161-A0DA-66D843A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A1903-0673-4853-A9CC-5C63C311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228C77E-5266-4C3D-B50C-661DB73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1159E9-E105-4F26-9D6E-1F12DF4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2C073EF-C680-48EA-AC3C-A1DD65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3C7295D-D5FB-4432-AE26-4E47778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C43C555-0E1D-4542-BA03-69B3881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D7054E9-C0F5-4FF4-BF76-50302D4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241311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488E634-8339-4BE2-8BA3-F2A2C6C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1752"/>
            <a:ext cx="3749039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6543A1-04C7-46DC-A600-FB5C5C1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55" y="567055"/>
            <a:ext cx="11311890" cy="4387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/>
                <a:ea typeface="Georgia"/>
                <a:cs typeface="Georgia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A7910E-26BA-45BB-9CAA-172F69A2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996696"/>
            <a:ext cx="7315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A676DE9-499F-40B2-A99A-D5FF041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53312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99E460-07DE-4E35-9E06-158F928B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SETUP PATH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6AF7C3-1296-439E-A3BD-5614063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35608"/>
            <a:ext cx="1874519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
Configuration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3A89367-D8B0-494C-B59E-7E50368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3C2B6FB-2CCE-46FF-A5CC-9580FE7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Services
Information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8565AEA9-4F69-446A-9707-FC1E9C36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3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24A049B-32C9-45B1-9CA0-1467D00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35608"/>
            <a:ext cx="18288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Computational
Basis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DCE0A03D-6C86-4C34-8095-99019FD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627632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DF96564-0C6D-49E7-9D5B-7659BC5B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35608"/>
            <a:ext cx="22402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04182841-06C4-4052-AFF5-AC4D0BE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04F7AAF-79EA-40F7-AD42-867D1B9A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A066A91-BFB0-4131-9C9D-99DB290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A79455E-C868-4F46-A124-7C90E4C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46120"/>
            <a:ext cx="146304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0EE02EA-7927-419A-92FB-1CE90930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0962E57-AA56-4AEB-8F2C-A65867B4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458D5191-25DB-43D0-BF16-3D78208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271079-431D-4CAE-8A13-4705CC8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Written policy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A6B800-123A-49A8-B01E-3969997D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F79A2D0-91F6-4E4E-92D2-DACFC25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1FC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517FF1F-AA0D-4159-91EF-8E31C0F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4EA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EEFB1EF-8E42-4609-8F4D-6E649A47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1A86A4-BECC-467D-A096-A44505F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Governed code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D67EA69-F928-4B67-9687-D67D198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76D5F79-62FF-4F81-888C-151294E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FF38F3-3EA5-47FB-A4FA-5A936E6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98951CD-7D50-4D1C-9E48-400881EB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89A6D37-CCB7-4142-BA90-F8B78132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Company Rule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E245BC7-7040-4AEB-9A5E-4FE8FCEC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1E64330-2B82-45AA-98BA-4AA174D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DD9FF81-46E6-424F-B6D6-F7856067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E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BE176B89-7D2E-4E56-93C7-85E21D30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2A7A69F-55EB-4EA2-AC01-6D2406A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Policy engines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0F9382C-90A6-42FA-A3D4-813227BC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C2AD231C-85D9-4339-B380-4A6B291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THP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108D49F-C6DF-443F-9CC3-3F1C5F7E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71246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RET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A40B2F1-092A-40B4-80EF-8286C3F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FIN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4597B90-01FC-4A61-9E45-890590D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986784"/>
            <a:ext cx="768096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GUP</a:t>
            </a:r>
            <a:endParaRPr sz="75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E6A2A40-59D5-4956-B1BB-FBDE2834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2249424"/>
            <a:ext cx="2057400" cy="19933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5B84EBD8-F8C5-414D-A069-5905CE7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359152"/>
            <a:ext cx="1837943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Oval 43">
            <a:extLst xmlns:a="http://schemas.openxmlformats.org/drawingml/2006/main">
              <a:ext uri="{FF2B5EF4-FFF2-40B4-BE49-F238E27FC236}">
                <a16:creationId xmlns:a16="http://schemas.microsoft.com/office/drawing/2014/main" id="{4DB1B3E8-CA1D-4047-B303-7C125D6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50545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3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3BC936B-BD47-4F5C-BDBE-D6B0FF83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450592"/>
            <a:ext cx="1417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Payroll output</a:t>
            </a:r>
            <a:endParaRPr sz="115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616B451C-6297-410C-A1D6-A21A38E9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2999232"/>
            <a:ext cx="172821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6CF58BAD-F3B2-44C8-BA48-7928DC67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1852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C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BE070C8-FB51-42A5-A8E4-976C76F3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626864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CREATE RULE</a:t>
            </a:r>
            <a:endParaRPr sz="80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CD451194-AF01-48E3-90F3-72C5682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572000"/>
            <a:ext cx="17830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1  Employee group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54E8B9ED-8DEF-4E54-9B77-CB70EFCD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27448"/>
            <a:ext cx="256031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0E5ED89D-20EA-4A55-8202-6B9E93D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572000"/>
            <a:ext cx="18288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2  Approved code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Connector 51">
            <a:extLst xmlns:a="http://schemas.openxmlformats.org/drawingml/2006/main">
              <a:ext uri="{FF2B5EF4-FFF2-40B4-BE49-F238E27FC236}">
                <a16:creationId xmlns:a16="http://schemas.microsoft.com/office/drawing/2014/main" id="{53817AEB-83EC-4F4A-A46A-3064BE8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4727448"/>
            <a:ext cx="256032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883B771F-1E40-4417-AF54-DA9046A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72000"/>
            <a:ext cx="20116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/>
                <a:ea typeface="Arial"/>
                <a:cs typeface="Arial"/>
              </a:rPr>
              <a:t>3  Company values</a:t>
            </a:r>
            <a:endParaRPr sz="820" b="1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Connector 53">
            <a:extLst xmlns:a="http://schemas.openxmlformats.org/drawingml/2006/main">
              <a:ext uri="{FF2B5EF4-FFF2-40B4-BE49-F238E27FC236}">
                <a16:creationId xmlns:a16="http://schemas.microsoft.com/office/drawing/2014/main" id="{8D33ADB3-6C7B-42E4-BE9D-EEB7389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4727448"/>
            <a:ext cx="256033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6E75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E6B7574F-A8D7-4C70-9234-14D2E61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4572000"/>
            <a:ext cx="221284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9F3"/>
          </a:solidFill>
          <a:ln xmlns:a="http://schemas.openxmlformats.org/drawingml/2006/main" w="10160">
            <a:solidFill>
              <a:srgbClr val="C1E0D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7432" tIns="9144" rIns="27432" bIns="9144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/>
                <a:ea typeface="Arial"/>
                <a:cs typeface="Arial"/>
              </a:rPr>
              <a:t>4  Enable + compute</a:t>
            </a:r>
            <a:endParaRPr sz="820" b="1">
              <a:solidFill>
                <a:srgbClr val="257E5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137DCE67-3A6E-42C8-A186-3ACD2C73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/>
                <a:ea typeface="Arial"/>
                <a:cs typeface="Arial"/>
              </a:rPr>
              <a:t>RULE GUARDRAILS</a:t>
            </a:r>
            <a:endParaRPr sz="850" b="1" i="0">
              <a:solidFill>
                <a:srgbClr val="6E75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6A59E3C6-0879-4B79-BC12-69753EC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610E164F-DA93-4015-8DDF-C2698C19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Only approved codes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414D71F6-5C32-4EBE-B4C8-3CD5D38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EE9797BF-3397-49AD-BCAB-4F9A0A5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D30ECDFB-BC80-4F5A-99D7-110C245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Formula locked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1F8B4622-8669-4D84-A6D2-4636106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1F6CCFF0-98CE-4F83-B5B8-4871999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586B3BDB-1D9B-4CD1-8ECA-ED57FA1F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96ADC0F-472E-48ED-A9E3-178F8CB0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324FFABC-67D4-4548-9E7A-2413486E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5541264"/>
            <a:ext cx="26517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61838FB3-6E89-4295-885D-6CC0EEC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632703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/>
                <a:ea typeface="Arial"/>
                <a:cs typeface="Arial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49B5CE7-D647-42AF-B70A-0CAA6A6F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5861303"/>
            <a:ext cx="23957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27432" rIns="54864" bIns="27432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/>
                <a:ea typeface="Arial"/>
                <a:cs typeface="Arial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A0FBF076-EB79-4689-8F49-0E174E1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419088"/>
            <a:ext cx="417880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F7FC"/>
          </a:solidFill>
          <a:ln xmlns:a="http://schemas.openxmlformats.org/drawingml/2006/main" w="10160">
            <a:solidFill>
              <a:srgbClr val="E1E4E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">
                <a:solidFill>
                  <a:srgbClr val="444B60"/>
                </a:solidFill>
                <a:latin typeface="Arial"/>
                <a:ea typeface="Arial"/>
                <a:cs typeface="Arial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0948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8E2614-CBAB-4615-8D7C-520528F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2B2B41-D4FE-4529-9913-872908DA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Where every screen came from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1B1779-9ED4-4A65-837D-A36C755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Sources, row-level traceability and a glossary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895496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C5CBC7-3BA7-4D23-A01D-F5037EC7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FFE0D4-BD5F-4627-AE46-E466DDD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B58F13-63A6-4631-BE3F-4AF1CBA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95FD710-66D2-496C-B175-1DED021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830601-3E1F-41D2-A611-F918F0D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AF9776-F942-4FD5-972B-E884DF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6127FA-4FD8-4660-9895-1C73330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54B6E8-8363-448E-A3DC-5295B81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FF881A-81BB-4C28-9A8F-FD9E25B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048FAC5-12E2-4DA4-8D3E-0DDCA50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D96C64A-EAE4-4F79-91E9-EAEB790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08EF3-EC62-4436-A67F-6FB8A21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9938F1-EC25-4B74-AF8F-D3FBD94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Overall status — 331 requirement rows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6067EA3-90E6-4AE6-B32C-2EBB4FE0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7FC56EB-0129-4A62-AB1D-6D1778D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C533F0A-43A5-496D-B14E-74C6C9E5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274102-219B-4E37-B081-0EECB04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9AF889-E16D-42E1-9D29-30170AE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69202991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B1813F-8B9F-4ABA-A30B-AFEF5CF8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963795-BF51-46E4-A9D7-D509489A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4B79E-BD45-4445-B589-9CE0B50B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35883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E18E96-0396-4737-B18E-4577B96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AF849D-BCE4-4CF6-98E6-6A4A52F4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F7E4D9-3F78-4E68-985A-9C49207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23891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49225D1-6F8B-4414-B9C3-54C06635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288D42-8929-4A5E-A1D0-35B18B17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3CC179-41C8-4C64-84F3-B172E984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55526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A9B00-4538-44AA-8E60-FD83E9E1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0C4613-F59A-4EFF-B38B-FD5D9AE3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06AC11-25D1-4EE7-943E-6B724B6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190935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9D9B23-F06E-429E-91B1-C1C024B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D97936-45B5-4E23-8E01-A417577D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22DE67-9AB1-4BEE-A52C-F5AA46A5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53F9882-A508-4A22-A2D9-228834C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A5D5F1-7B21-43F5-8951-E21BCFCB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0482B0-083A-4361-A2B9-90B91E8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C7F283-8D8F-4AED-8BD2-D9D8245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B05028-75A2-4E60-9D08-DF1E89C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382312-6AE9-4D9B-96FF-17F7950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B51804-1167-476B-9116-87D1CAB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77BF44-1169-495E-95F7-79209CB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6F3A787-8922-40CA-90A7-AD93C9E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0BBBB6-5EF0-4DCE-AAEA-6198A747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D8FB15-720B-4A2D-88FD-BF4B54B2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B83C972-AB96-4EE0-91FD-4DCF8E3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6AF31D-305D-4C8D-AABF-8A3D3C84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1FED57-D6F6-46D6-A35B-DB61776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1CADA1-BFBD-4F25-B4BB-8D558A5B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A3C9037-E27F-4132-A0EE-CF39D903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D36B5C-1ADC-4979-9F0C-D8A86C8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10269498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538868-F3E4-4C35-A64A-6E5B1C1F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057E47-177A-4935-AAA6-CCA3DEF7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still needs a business decision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2C40A0-3EA5-47B9-9E4E-BA872124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73B5071-8D8C-4A18-AF1A-A93B8538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B1EC2F-CBDA-4395-A875-AB71223C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3D6A5D-33DE-483A-9880-335EF23B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take-home policy is active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9B377E-2DE8-405E-B355-733CCC3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4A5F0B-E019-458C-80AD-1AD908C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3FC1FA-7C38-4C2D-B4B8-1697B83D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A26CA3C-14B4-4D20-A6A6-339DCE2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EEBB3A-5604-4AE9-AE22-51639CD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56AA1E-9ADC-4A9D-BB0C-F766589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FA6EF0-6B8D-4661-8989-7797B54F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4EC41D5-EA86-4FB3-9607-24793AD1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758BD0-5668-42CD-87C4-B18D0B6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DDE5E6-996A-4478-9757-6C7AD93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 when net is negative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718A23-789D-44ED-9ED6-C42C923F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6A790BE-F988-4761-9C55-EDB872D8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F2FC8F0-F709-4D76-8C2D-C6774CA3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BFED99-6EA5-452F-A5D8-325D605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70A9339-EDF2-45BF-AF1A-E9E907CC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convergence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B207CA-3A5D-4095-A71F-D6E7691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C7D32D-25CF-4D98-ABF7-60D1098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33EC68-0A88-41D3-A6FE-A53300D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3E302E-C31F-4021-BBD3-1711C8A7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80F3597-1A2D-4F9E-8229-FDF697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BE50320-3E8D-4083-AB8E-1C5E88B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DB43873-0069-47B9-8B11-F61223B0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8388533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6978C6-2449-4E2B-9FF8-19913850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this demonstrates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64CA953-0A66-44F2-9298-5B5C2899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66DB0B-85C8-440E-B296-AAB498A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B53804-B3B8-4D79-AD54-8FF13A3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4C85930-28A7-4D52-A2FD-381DB52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3B916C-7436-4FCE-84CE-926FEBF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FEBD35-B1F0-40D1-B3F6-70F32F4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8F18EC-6D5C-44EE-84EF-2B19752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3B65DB5-59CA-49F1-B5AC-AA6F5F7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8169F1-3D1A-45DA-B435-6806315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B2B17A-3388-43ED-A8EF-4DBC440F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62851F-4668-4197-BCFA-0B738AF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A1D5CD-51DA-4952-8A6A-F6C04706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screen traces back to a row in your own workbooks.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108421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2026-08-10T15:57:16.4050000Z</dcterms:created>
  <dcterms:modified xsi:type="dcterms:W3CDTF">2026-08-10T15:57:16.4050000Z</dcterms:modified>
</coreProperties>
</file>