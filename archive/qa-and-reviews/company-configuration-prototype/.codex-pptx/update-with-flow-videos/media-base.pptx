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9e1786d784c46" /><Relationship Type="http://schemas.openxmlformats.org/officeDocument/2006/relationships/extended-properties" Target="/docProps/app.xml" Id="Rf32c46564a66404f" /><Relationship Type="http://schemas.openxmlformats.org/officeDocument/2006/relationships/officeDocument" Target="/ppt/presentation.xml" Id="R824d8727d375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a358c52164f36"/>
    <p:sldMasterId xmlns:r="http://schemas.openxmlformats.org/officeDocument/2006/relationships" id="2147483650" r:id="R2df8ab7b49ad43cd"/>
  </p:sldMasterIdLst>
  <p:notesMasterIdLst>
    <p:notesMasterId xmlns:r="http://schemas.openxmlformats.org/officeDocument/2006/relationships" r:id="R6cb4d835dfe54e4c"/>
  </p:notesMasterIdLst>
  <p:sldIdLst>
    <p:sldId xmlns:r="http://schemas.openxmlformats.org/officeDocument/2006/relationships" id="256" r:id="R193494871c994ebc"/>
    <p:sldId xmlns:r="http://schemas.openxmlformats.org/officeDocument/2006/relationships" id="257" r:id="R1b6fba305030483b"/>
    <p:sldId xmlns:r="http://schemas.openxmlformats.org/officeDocument/2006/relationships" id="258" r:id="R7b5d671cb20d4596"/>
    <p:sldId xmlns:r="http://schemas.openxmlformats.org/officeDocument/2006/relationships" id="259" r:id="Rb5e6894bae154bc9"/>
    <p:sldId xmlns:r="http://schemas.openxmlformats.org/officeDocument/2006/relationships" id="260" r:id="R6c43164a0cc440fc"/>
    <p:sldId xmlns:r="http://schemas.openxmlformats.org/officeDocument/2006/relationships" id="261" r:id="R3cae3cb76fce4afb"/>
    <p:sldId xmlns:r="http://schemas.openxmlformats.org/officeDocument/2006/relationships" id="262" r:id="R3bdafb7130e84653"/>
    <p:sldId xmlns:r="http://schemas.openxmlformats.org/officeDocument/2006/relationships" id="263" r:id="R66fe1f8802bb4166"/>
    <p:sldId xmlns:r="http://schemas.openxmlformats.org/officeDocument/2006/relationships" id="264" r:id="R8e0c65b9498c45bf"/>
    <p:sldId xmlns:r="http://schemas.openxmlformats.org/officeDocument/2006/relationships" id="265" r:id="R5174ba440ed44621"/>
    <p:sldId xmlns:r="http://schemas.openxmlformats.org/officeDocument/2006/relationships" id="266" r:id="R8ebcbbf2e7b44c81"/>
    <p:sldId xmlns:r="http://schemas.openxmlformats.org/officeDocument/2006/relationships" id="267" r:id="Rcd511ad61ae3423a"/>
    <p:sldId xmlns:r="http://schemas.openxmlformats.org/officeDocument/2006/relationships" id="268" r:id="Rc9cc81e2c4574202"/>
    <p:sldId xmlns:r="http://schemas.openxmlformats.org/officeDocument/2006/relationships" id="269" r:id="Rbfa910d53ff44bb3"/>
    <p:sldId xmlns:r="http://schemas.openxmlformats.org/officeDocument/2006/relationships" id="270" r:id="Rbf29bd8daadc4d72"/>
    <p:sldId xmlns:r="http://schemas.openxmlformats.org/officeDocument/2006/relationships" id="271" r:id="R6562d69ed5454e43"/>
    <p:sldId xmlns:r="http://schemas.openxmlformats.org/officeDocument/2006/relationships" id="272" r:id="Rdbff56449453441b"/>
    <p:sldId xmlns:r="http://schemas.openxmlformats.org/officeDocument/2006/relationships" id="273" r:id="R849480930887409c"/>
    <p:sldId xmlns:r="http://schemas.openxmlformats.org/officeDocument/2006/relationships" id="274" r:id="R5fabb09307654af8"/>
    <p:sldId xmlns:r="http://schemas.openxmlformats.org/officeDocument/2006/relationships" id="275" r:id="R8af57dba233a4335"/>
    <p:sldId xmlns:r="http://schemas.openxmlformats.org/officeDocument/2006/relationships" id="276" r:id="Rc5b66cc15965457c"/>
    <p:sldId xmlns:r="http://schemas.openxmlformats.org/officeDocument/2006/relationships" id="277" r:id="R1b33ed48ccc44b2c"/>
    <p:sldId xmlns:r="http://schemas.openxmlformats.org/officeDocument/2006/relationships" id="278" r:id="Ra28056bab4bf48d2"/>
    <p:sldId xmlns:r="http://schemas.openxmlformats.org/officeDocument/2006/relationships" id="279" r:id="R6b76ad1594a249dc"/>
    <p:sldId xmlns:r="http://schemas.openxmlformats.org/officeDocument/2006/relationships" id="280" r:id="R049940395b744542"/>
    <p:sldId xmlns:r="http://schemas.openxmlformats.org/officeDocument/2006/relationships" id="281" r:id="Rf0e6ced2a9fa49c1"/>
    <p:sldId xmlns:r="http://schemas.openxmlformats.org/officeDocument/2006/relationships" id="282" r:id="Rfe36f5b29583479c"/>
    <p:sldId xmlns:r="http://schemas.openxmlformats.org/officeDocument/2006/relationships" id="283" r:id="Rd50739c2555642d7"/>
    <p:sldId xmlns:r="http://schemas.openxmlformats.org/officeDocument/2006/relationships" id="284" r:id="R7060a3d7cc1945c4"/>
    <p:sldId xmlns:r="http://schemas.openxmlformats.org/officeDocument/2006/relationships" id="285" r:id="Racdfaf0cfd6f43ae"/>
    <p:sldId xmlns:r="http://schemas.openxmlformats.org/officeDocument/2006/relationships" id="286" r:id="Ra8b3d10447c242df"/>
    <p:sldId xmlns:r="http://schemas.openxmlformats.org/officeDocument/2006/relationships" id="287" r:id="Ra6519886672c4504"/>
    <p:sldId xmlns:r="http://schemas.openxmlformats.org/officeDocument/2006/relationships" id="288" r:id="Rcd55c0996bf54674"/>
    <p:sldId xmlns:r="http://schemas.openxmlformats.org/officeDocument/2006/relationships" id="289" r:id="Ra5d8d1e327014ebc"/>
    <p:sldId xmlns:r="http://schemas.openxmlformats.org/officeDocument/2006/relationships" id="290" r:id="R0e1953ccd0764758"/>
    <p:sldId xmlns:r="http://schemas.openxmlformats.org/officeDocument/2006/relationships" id="291" r:id="Rc0c523788a414a1d"/>
    <p:sldId xmlns:r="http://schemas.openxmlformats.org/officeDocument/2006/relationships" id="292" r:id="Red7d64a6cc28461e"/>
    <p:sldId xmlns:r="http://schemas.openxmlformats.org/officeDocument/2006/relationships" id="293" r:id="R65ca9792467a4d9b"/>
    <p:sldId xmlns:r="http://schemas.openxmlformats.org/officeDocument/2006/relationships" id="294" r:id="R51a54877f0be4391"/>
    <p:sldId xmlns:r="http://schemas.openxmlformats.org/officeDocument/2006/relationships" id="295" r:id="R9a11c4c23deb418c"/>
    <p:sldId xmlns:r="http://schemas.openxmlformats.org/officeDocument/2006/relationships" id="296" r:id="Ree6bf5f28c314e13"/>
    <p:sldId xmlns:r="http://schemas.openxmlformats.org/officeDocument/2006/relationships" id="297" r:id="R0e161a8cb6c94141"/>
    <p:sldId xmlns:r="http://schemas.openxmlformats.org/officeDocument/2006/relationships" id="298" r:id="R2104d43cbc214bf7"/>
    <p:sldId xmlns:r="http://schemas.openxmlformats.org/officeDocument/2006/relationships" id="299" r:id="R207e2c30d5ea4e98"/>
    <p:sldId xmlns:r="http://schemas.openxmlformats.org/officeDocument/2006/relationships" id="300" r:id="R936f7db2f4b04a89"/>
    <p:sldId xmlns:r="http://schemas.openxmlformats.org/officeDocument/2006/relationships" id="301" r:id="R40a4fb382a594a2e"/>
    <p:sldId xmlns:r="http://schemas.openxmlformats.org/officeDocument/2006/relationships" id="302" r:id="R17a8489301334c37"/>
    <p:sldId xmlns:r="http://schemas.openxmlformats.org/officeDocument/2006/relationships" id="303" r:id="Rb4f1f2928c3b4d4c"/>
    <p:sldId xmlns:r="http://schemas.openxmlformats.org/officeDocument/2006/relationships" id="304" r:id="R5e20f748bbd04203"/>
    <p:sldId xmlns:r="http://schemas.openxmlformats.org/officeDocument/2006/relationships" id="305" r:id="R038088a7e53344c2"/>
    <p:sldId xmlns:r="http://schemas.openxmlformats.org/officeDocument/2006/relationships" id="306" r:id="R0de7f9ab212e4bcf"/>
    <p:sldId xmlns:r="http://schemas.openxmlformats.org/officeDocument/2006/relationships" id="307" r:id="R237f41d9ac424498"/>
    <p:sldId xmlns:r="http://schemas.openxmlformats.org/officeDocument/2006/relationships" id="308" r:id="R72efea2b7f8146c1"/>
    <p:sldId xmlns:r="http://schemas.openxmlformats.org/officeDocument/2006/relationships" id="309" r:id="Ra18275b4ce54471e"/>
    <p:sldId xmlns:r="http://schemas.openxmlformats.org/officeDocument/2006/relationships" id="310" r:id="R900f6ad5d61441aa"/>
    <p:sldId xmlns:r="http://schemas.openxmlformats.org/officeDocument/2006/relationships" id="311" r:id="Rd93808ef5e674b89"/>
    <p:sldId xmlns:r="http://schemas.openxmlformats.org/officeDocument/2006/relationships" id="312" r:id="R450e0bdf5a33496e"/>
    <p:sldId xmlns:r="http://schemas.openxmlformats.org/officeDocument/2006/relationships" id="313" r:id="R53ac0d45cae74ab8"/>
    <p:sldId xmlns:r="http://schemas.openxmlformats.org/officeDocument/2006/relationships" id="314" r:id="Rbd29a88355554ba2"/>
    <p:sldId xmlns:r="http://schemas.openxmlformats.org/officeDocument/2006/relationships" id="315" r:id="R085d2a7391024f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7a45afe6744e1" /><Relationship Type="http://schemas.openxmlformats.org/officeDocument/2006/relationships/slideMaster" Target="/ppt/slideMasters/slideMaster1.xml" Id="R19ca358c52164f36" /><Relationship Type="http://schemas.openxmlformats.org/officeDocument/2006/relationships/slideMaster" Target="/ppt/slideMasters/slideMaster2.xml" Id="R2df8ab7b49ad43cd" /><Relationship Type="http://schemas.openxmlformats.org/officeDocument/2006/relationships/notesMaster" Target="/ppt/notesMasters/notesMaster1.xml" Id="R6cb4d835dfe54e4c" /><Relationship Type="http://schemas.openxmlformats.org/officeDocument/2006/relationships/presProps" Target="/ppt/presProps.xml" Id="Rd151b8a427c740b0" /><Relationship Type="http://schemas.openxmlformats.org/officeDocument/2006/relationships/viewProps" Target="/ppt/viewProps.xml" Id="Rd36f692bb2bd459d" /><Relationship Type="http://schemas.openxmlformats.org/officeDocument/2006/relationships/tableStyles" Target="/ppt/tableStyles.xml" Id="R8188f69d741447b6" /><Relationship Type="http://schemas.openxmlformats.org/officeDocument/2006/relationships/slide" Target="/ppt/slides/slide1.xml" Id="R193494871c994ebc" /><Relationship Type="http://schemas.openxmlformats.org/officeDocument/2006/relationships/slide" Target="/ppt/slides/slide2.xml" Id="R1b6fba305030483b" /><Relationship Type="http://schemas.openxmlformats.org/officeDocument/2006/relationships/slide" Target="/ppt/slides/slide3.xml" Id="R7b5d671cb20d4596" /><Relationship Type="http://schemas.openxmlformats.org/officeDocument/2006/relationships/slide" Target="/ppt/slides/slide4.xml" Id="Rb5e6894bae154bc9" /><Relationship Type="http://schemas.openxmlformats.org/officeDocument/2006/relationships/slide" Target="/ppt/slides/slide5.xml" Id="R6c43164a0cc440fc" /><Relationship Type="http://schemas.openxmlformats.org/officeDocument/2006/relationships/slide" Target="/ppt/slides/slide6.xml" Id="R3cae3cb76fce4afb" /><Relationship Type="http://schemas.openxmlformats.org/officeDocument/2006/relationships/slide" Target="/ppt/slides/slide7.xml" Id="R3bdafb7130e84653" /><Relationship Type="http://schemas.openxmlformats.org/officeDocument/2006/relationships/slide" Target="/ppt/slides/slide8.xml" Id="R66fe1f8802bb4166" /><Relationship Type="http://schemas.openxmlformats.org/officeDocument/2006/relationships/slide" Target="/ppt/slides/slide9.xml" Id="R8e0c65b9498c45bf" /><Relationship Type="http://schemas.openxmlformats.org/officeDocument/2006/relationships/slide" Target="/ppt/slides/slide10.xml" Id="R5174ba440ed44621" /><Relationship Type="http://schemas.openxmlformats.org/officeDocument/2006/relationships/slide" Target="/ppt/slides/slide11.xml" Id="R8ebcbbf2e7b44c81" /><Relationship Type="http://schemas.openxmlformats.org/officeDocument/2006/relationships/slide" Target="/ppt/slides/slide12.xml" Id="Rcd511ad61ae3423a" /><Relationship Type="http://schemas.openxmlformats.org/officeDocument/2006/relationships/slide" Target="/ppt/slides/slide13.xml" Id="Rc9cc81e2c4574202" /><Relationship Type="http://schemas.openxmlformats.org/officeDocument/2006/relationships/slide" Target="/ppt/slides/slide14.xml" Id="Rbfa910d53ff44bb3" /><Relationship Type="http://schemas.openxmlformats.org/officeDocument/2006/relationships/slide" Target="/ppt/slides/slide15.xml" Id="Rbf29bd8daadc4d72" /><Relationship Type="http://schemas.openxmlformats.org/officeDocument/2006/relationships/slide" Target="/ppt/slides/slide16.xml" Id="R6562d69ed5454e43" /><Relationship Type="http://schemas.openxmlformats.org/officeDocument/2006/relationships/slide" Target="/ppt/slides/slide17.xml" Id="Rdbff56449453441b" /><Relationship Type="http://schemas.openxmlformats.org/officeDocument/2006/relationships/slide" Target="/ppt/slides/slide18.xml" Id="R849480930887409c" /><Relationship Type="http://schemas.openxmlformats.org/officeDocument/2006/relationships/slide" Target="/ppt/slides/slide19.xml" Id="R5fabb09307654af8" /><Relationship Type="http://schemas.openxmlformats.org/officeDocument/2006/relationships/slide" Target="/ppt/slides/slide20.xml" Id="R8af57dba233a4335" /><Relationship Type="http://schemas.openxmlformats.org/officeDocument/2006/relationships/slide" Target="/ppt/slides/slide21.xml" Id="Rc5b66cc15965457c" /><Relationship Type="http://schemas.openxmlformats.org/officeDocument/2006/relationships/slide" Target="/ppt/slides/slide22.xml" Id="R1b33ed48ccc44b2c" /><Relationship Type="http://schemas.openxmlformats.org/officeDocument/2006/relationships/slide" Target="/ppt/slides/slide23.xml" Id="Ra28056bab4bf48d2" /><Relationship Type="http://schemas.openxmlformats.org/officeDocument/2006/relationships/slide" Target="/ppt/slides/slide24.xml" Id="R6b76ad1594a249dc" /><Relationship Type="http://schemas.openxmlformats.org/officeDocument/2006/relationships/slide" Target="/ppt/slides/slide25.xml" Id="R049940395b744542" /><Relationship Type="http://schemas.openxmlformats.org/officeDocument/2006/relationships/slide" Target="/ppt/slides/slide26.xml" Id="Rf0e6ced2a9fa49c1" /><Relationship Type="http://schemas.openxmlformats.org/officeDocument/2006/relationships/slide" Target="/ppt/slides/slide27.xml" Id="Rfe36f5b29583479c" /><Relationship Type="http://schemas.openxmlformats.org/officeDocument/2006/relationships/slide" Target="/ppt/slides/slide28.xml" Id="Rd50739c2555642d7" /><Relationship Type="http://schemas.openxmlformats.org/officeDocument/2006/relationships/slide" Target="/ppt/slides/slide29.xml" Id="R7060a3d7cc1945c4" /><Relationship Type="http://schemas.openxmlformats.org/officeDocument/2006/relationships/slide" Target="/ppt/slides/slide30.xml" Id="Racdfaf0cfd6f43ae" /><Relationship Type="http://schemas.openxmlformats.org/officeDocument/2006/relationships/slide" Target="/ppt/slides/slide31.xml" Id="Ra8b3d10447c242df" /><Relationship Type="http://schemas.openxmlformats.org/officeDocument/2006/relationships/slide" Target="/ppt/slides/slide32.xml" Id="Ra6519886672c4504" /><Relationship Type="http://schemas.openxmlformats.org/officeDocument/2006/relationships/slide" Target="/ppt/slides/slide33.xml" Id="Rcd55c0996bf54674" /><Relationship Type="http://schemas.openxmlformats.org/officeDocument/2006/relationships/slide" Target="/ppt/slides/slide34.xml" Id="Ra5d8d1e327014ebc" /><Relationship Type="http://schemas.openxmlformats.org/officeDocument/2006/relationships/slide" Target="/ppt/slides/slide35.xml" Id="R0e1953ccd0764758" /><Relationship Type="http://schemas.openxmlformats.org/officeDocument/2006/relationships/slide" Target="/ppt/slides/slide36.xml" Id="Rc0c523788a414a1d" /><Relationship Type="http://schemas.openxmlformats.org/officeDocument/2006/relationships/slide" Target="/ppt/slides/slide37.xml" Id="Red7d64a6cc28461e" /><Relationship Type="http://schemas.openxmlformats.org/officeDocument/2006/relationships/slide" Target="/ppt/slides/slide38.xml" Id="R65ca9792467a4d9b" /><Relationship Type="http://schemas.openxmlformats.org/officeDocument/2006/relationships/slide" Target="/ppt/slides/slide39.xml" Id="R51a54877f0be4391" /><Relationship Type="http://schemas.openxmlformats.org/officeDocument/2006/relationships/slide" Target="/ppt/slides/slide40.xml" Id="R9a11c4c23deb418c" /><Relationship Type="http://schemas.openxmlformats.org/officeDocument/2006/relationships/slide" Target="/ppt/slides/slide41.xml" Id="Ree6bf5f28c314e13" /><Relationship Type="http://schemas.openxmlformats.org/officeDocument/2006/relationships/slide" Target="/ppt/slides/slide42.xml" Id="R0e161a8cb6c94141" /><Relationship Type="http://schemas.openxmlformats.org/officeDocument/2006/relationships/slide" Target="/ppt/slides/slide43.xml" Id="R2104d43cbc214bf7" /><Relationship Type="http://schemas.openxmlformats.org/officeDocument/2006/relationships/slide" Target="/ppt/slides/slide44.xml" Id="R207e2c30d5ea4e98" /><Relationship Type="http://schemas.openxmlformats.org/officeDocument/2006/relationships/slide" Target="/ppt/slides/slide45.xml" Id="R936f7db2f4b04a89" /><Relationship Type="http://schemas.openxmlformats.org/officeDocument/2006/relationships/slide" Target="/ppt/slides/slide46.xml" Id="R40a4fb382a594a2e" /><Relationship Type="http://schemas.openxmlformats.org/officeDocument/2006/relationships/slide" Target="/ppt/slides/slide47.xml" Id="R17a8489301334c37" /><Relationship Type="http://schemas.openxmlformats.org/officeDocument/2006/relationships/slide" Target="/ppt/slides/slide48.xml" Id="Rb4f1f2928c3b4d4c" /><Relationship Type="http://schemas.openxmlformats.org/officeDocument/2006/relationships/slide" Target="/ppt/slides/slide49.xml" Id="R5e20f748bbd04203" /><Relationship Type="http://schemas.openxmlformats.org/officeDocument/2006/relationships/slide" Target="/ppt/slides/slide50.xml" Id="R038088a7e53344c2" /><Relationship Type="http://schemas.openxmlformats.org/officeDocument/2006/relationships/slide" Target="/ppt/slides/slide51.xml" Id="R0de7f9ab212e4bcf" /><Relationship Type="http://schemas.openxmlformats.org/officeDocument/2006/relationships/slide" Target="/ppt/slides/slide52.xml" Id="R237f41d9ac424498" /><Relationship Type="http://schemas.openxmlformats.org/officeDocument/2006/relationships/slide" Target="/ppt/slides/slide53.xml" Id="R72efea2b7f8146c1" /><Relationship Type="http://schemas.openxmlformats.org/officeDocument/2006/relationships/slide" Target="/ppt/slides/slide54.xml" Id="Ra18275b4ce54471e" /><Relationship Type="http://schemas.openxmlformats.org/officeDocument/2006/relationships/slide" Target="/ppt/slides/slide55.xml" Id="R900f6ad5d61441aa" /><Relationship Type="http://schemas.openxmlformats.org/officeDocument/2006/relationships/slide" Target="/ppt/slides/slide56.xml" Id="Rd93808ef5e674b89" /><Relationship Type="http://schemas.openxmlformats.org/officeDocument/2006/relationships/slide" Target="/ppt/slides/slide57.xml" Id="R450e0bdf5a33496e" /><Relationship Type="http://schemas.openxmlformats.org/officeDocument/2006/relationships/slide" Target="/ppt/slides/slide58.xml" Id="R53ac0d45cae74ab8" /><Relationship Type="http://schemas.openxmlformats.org/officeDocument/2006/relationships/slide" Target="/ppt/slides/slide59.xml" Id="Rbd29a88355554ba2" /><Relationship Type="http://schemas.openxmlformats.org/officeDocument/2006/relationships/slide" Target="/ppt/slides/slide60.xml" Id="R085d2a7391024f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1faac357b7d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f535ae670410f" /><Relationship Type="http://schemas.openxmlformats.org/officeDocument/2006/relationships/notesMaster" Target="/ppt/notesMasters/notesMaster1.xml" Id="R616b95273f93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6a27b74084fe2" /><Relationship Type="http://schemas.openxmlformats.org/officeDocument/2006/relationships/notesMaster" Target="/ppt/notesMasters/notesMaster1.xml" Id="R910f3c5776ab43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edcfab4f85402b" /><Relationship Type="http://schemas.openxmlformats.org/officeDocument/2006/relationships/notesMaster" Target="/ppt/notesMasters/notesMaster1.xml" Id="Rb5debcb6c108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059401f93b4b37" /><Relationship Type="http://schemas.openxmlformats.org/officeDocument/2006/relationships/notesMaster" Target="/ppt/notesMasters/notesMaster1.xml" Id="R2d5c99256301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e2c96d379f40d9" /><Relationship Type="http://schemas.openxmlformats.org/officeDocument/2006/relationships/notesMaster" Target="/ppt/notesMasters/notesMaster1.xml" Id="R7857f51af85e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07e321661462b" /><Relationship Type="http://schemas.openxmlformats.org/officeDocument/2006/relationships/notesMaster" Target="/ppt/notesMasters/notesMaster1.xml" Id="R389005148f86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8e6dfef3a64fb6" /><Relationship Type="http://schemas.openxmlformats.org/officeDocument/2006/relationships/notesMaster" Target="/ppt/notesMasters/notesMaster1.xml" Id="Rf3c995f203d6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862ed302d468e" /><Relationship Type="http://schemas.openxmlformats.org/officeDocument/2006/relationships/notesMaster" Target="/ppt/notesMasters/notesMaster1.xml" Id="R71f34e0e6390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b9af6afe484734" /><Relationship Type="http://schemas.openxmlformats.org/officeDocument/2006/relationships/notesMaster" Target="/ppt/notesMasters/notesMaster1.xml" Id="R8d8a2c09565a4b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d7d8fa3abc45dc" /><Relationship Type="http://schemas.openxmlformats.org/officeDocument/2006/relationships/notesMaster" Target="/ppt/notesMasters/notesMaster1.xml" Id="Rde8b1a3241a444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40032345ea409f" /><Relationship Type="http://schemas.openxmlformats.org/officeDocument/2006/relationships/notesMaster" Target="/ppt/notesMasters/notesMaster1.xml" Id="Rcafa38ffb2564a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eb4e53ca6c4a9c" /><Relationship Type="http://schemas.openxmlformats.org/officeDocument/2006/relationships/notesMaster" Target="/ppt/notesMasters/notesMaster1.xml" Id="R4bd4dc50ac9243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d5c43e3b94667" /><Relationship Type="http://schemas.openxmlformats.org/officeDocument/2006/relationships/notesMaster" Target="/ppt/notesMasters/notesMaster1.xml" Id="R81af86026a5346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b8bc3b63ab4db9" /><Relationship Type="http://schemas.openxmlformats.org/officeDocument/2006/relationships/notesMaster" Target="/ppt/notesMasters/notesMaster1.xml" Id="Rc62e93b7c56745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9ebeaadcb64ab3" /><Relationship Type="http://schemas.openxmlformats.org/officeDocument/2006/relationships/notesMaster" Target="/ppt/notesMasters/notesMaster1.xml" Id="Rfc15803d9ea643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d35d02bfed47f7" /><Relationship Type="http://schemas.openxmlformats.org/officeDocument/2006/relationships/notesMaster" Target="/ppt/notesMasters/notesMaster1.xml" Id="Rd911a68a276944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5c3c3354c845d0" /><Relationship Type="http://schemas.openxmlformats.org/officeDocument/2006/relationships/notesMaster" Target="/ppt/notesMasters/notesMaster1.xml" Id="R45f4d0c72fde43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66276575134ce8" /><Relationship Type="http://schemas.openxmlformats.org/officeDocument/2006/relationships/notesMaster" Target="/ppt/notesMasters/notesMaster1.xml" Id="R1010d461f1694b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e2278f85834605" /><Relationship Type="http://schemas.openxmlformats.org/officeDocument/2006/relationships/notesMaster" Target="/ppt/notesMasters/notesMaster1.xml" Id="Rbc78b02cdedd4a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ebbc6e00ee4204" /><Relationship Type="http://schemas.openxmlformats.org/officeDocument/2006/relationships/notesMaster" Target="/ppt/notesMasters/notesMaster1.xml" Id="Ra9ecf92f2b424d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c49893e0a54ebb" /><Relationship Type="http://schemas.openxmlformats.org/officeDocument/2006/relationships/notesMaster" Target="/ppt/notesMasters/notesMaster1.xml" Id="Rcf11b996206e45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14cecf1d9a46e8" /><Relationship Type="http://schemas.openxmlformats.org/officeDocument/2006/relationships/notesMaster" Target="/ppt/notesMasters/notesMaster1.xml" Id="R18df5394986948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d82b23c8e64e7d" /><Relationship Type="http://schemas.openxmlformats.org/officeDocument/2006/relationships/notesMaster" Target="/ppt/notesMasters/notesMaster1.xml" Id="Rf04580e0e9714e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589807dd2247e2" /><Relationship Type="http://schemas.openxmlformats.org/officeDocument/2006/relationships/notesMaster" Target="/ppt/notesMasters/notesMaster1.xml" Id="R6b9522aa799b49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0af63a6d564109" /><Relationship Type="http://schemas.openxmlformats.org/officeDocument/2006/relationships/notesMaster" Target="/ppt/notesMasters/notesMaster1.xml" Id="Rb2a9a58aa3a74a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42ae4ff6284944" /><Relationship Type="http://schemas.openxmlformats.org/officeDocument/2006/relationships/notesMaster" Target="/ppt/notesMasters/notesMaster1.xml" Id="R5378601add9a41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555d369c5b4548" /><Relationship Type="http://schemas.openxmlformats.org/officeDocument/2006/relationships/notesMaster" Target="/ppt/notesMasters/notesMaster1.xml" Id="R35b609608d3145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5f3bfd085147fa" /><Relationship Type="http://schemas.openxmlformats.org/officeDocument/2006/relationships/notesMaster" Target="/ppt/notesMasters/notesMaster1.xml" Id="R0a806ddc9c3f4d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0375a6382d437f" /><Relationship Type="http://schemas.openxmlformats.org/officeDocument/2006/relationships/notesMaster" Target="/ppt/notesMasters/notesMaster1.xml" Id="Rfe009e3b610741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5c15de7ed5423d" /><Relationship Type="http://schemas.openxmlformats.org/officeDocument/2006/relationships/notesMaster" Target="/ppt/notesMasters/notesMaster1.xml" Id="Rf7d2045d8cd34a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3f756b0c56146e4" /><Relationship Type="http://schemas.openxmlformats.org/officeDocument/2006/relationships/notesMaster" Target="/ppt/notesMasters/notesMaster1.xml" Id="R685f641e41ab4e3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6584339a514e9a" /><Relationship Type="http://schemas.openxmlformats.org/officeDocument/2006/relationships/notesMaster" Target="/ppt/notesMasters/notesMaster1.xml" Id="Rab268a782d3d49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4942ef5f2a14bb3" /><Relationship Type="http://schemas.openxmlformats.org/officeDocument/2006/relationships/notesMaster" Target="/ppt/notesMasters/notesMaster1.xml" Id="Rd455e3b4390c41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f89ef885744dcc" /><Relationship Type="http://schemas.openxmlformats.org/officeDocument/2006/relationships/notesMaster" Target="/ppt/notesMasters/notesMaster1.xml" Id="Rfdb93c89c73a4dc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c42d27457d4d5b" /><Relationship Type="http://schemas.openxmlformats.org/officeDocument/2006/relationships/notesMaster" Target="/ppt/notesMasters/notesMaster1.xml" Id="Rde0bc5458fd44d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45a5763a274d96" /><Relationship Type="http://schemas.openxmlformats.org/officeDocument/2006/relationships/notesMaster" Target="/ppt/notesMasters/notesMaster1.xml" Id="R852a9c490ab84a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78711f39c4147e0" /><Relationship Type="http://schemas.openxmlformats.org/officeDocument/2006/relationships/notesMaster" Target="/ppt/notesMasters/notesMaster1.xml" Id="Re10e83ea28864a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84c5e28b1d546b2" /><Relationship Type="http://schemas.openxmlformats.org/officeDocument/2006/relationships/notesMaster" Target="/ppt/notesMasters/notesMaster1.xml" Id="Rb50488bd96134ea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9c0ae5d6ff4ddf" /><Relationship Type="http://schemas.openxmlformats.org/officeDocument/2006/relationships/notesMaster" Target="/ppt/notesMasters/notesMaster1.xml" Id="Rccb71cfae8944a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ea5aba5b2a74234" /><Relationship Type="http://schemas.openxmlformats.org/officeDocument/2006/relationships/notesMaster" Target="/ppt/notesMasters/notesMaster1.xml" Id="R82e511459d2f4f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03909bf54e4c03" /><Relationship Type="http://schemas.openxmlformats.org/officeDocument/2006/relationships/notesMaster" Target="/ppt/notesMasters/notesMaster1.xml" Id="R7ab17ea1126f400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d0c1cebb14f4d1d" /><Relationship Type="http://schemas.openxmlformats.org/officeDocument/2006/relationships/notesMaster" Target="/ppt/notesMasters/notesMaster1.xml" Id="Rda719e2bb647454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d1628713085414a" /><Relationship Type="http://schemas.openxmlformats.org/officeDocument/2006/relationships/notesMaster" Target="/ppt/notesMasters/notesMaster1.xml" Id="Rde57915280b948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2b81db134e8409c" /><Relationship Type="http://schemas.openxmlformats.org/officeDocument/2006/relationships/notesMaster" Target="/ppt/notesMasters/notesMaster1.xml" Id="R5ba2394d64bd46e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4a4f61a90e249b8" /><Relationship Type="http://schemas.openxmlformats.org/officeDocument/2006/relationships/notesMaster" Target="/ppt/notesMasters/notesMaster1.xml" Id="Refad18226ce4474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1ce708039d645ea" /><Relationship Type="http://schemas.openxmlformats.org/officeDocument/2006/relationships/notesMaster" Target="/ppt/notesMasters/notesMaster1.xml" Id="R62403b8ce88848f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a21b3b05fde4ae1" /><Relationship Type="http://schemas.openxmlformats.org/officeDocument/2006/relationships/notesMaster" Target="/ppt/notesMasters/notesMaster1.xml" Id="R2c87d54891f04a4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ac6fa05cd3471c" /><Relationship Type="http://schemas.openxmlformats.org/officeDocument/2006/relationships/notesMaster" Target="/ppt/notesMasters/notesMaster1.xml" Id="Ra78202f74d65430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a62fb63c27f4481" /><Relationship Type="http://schemas.openxmlformats.org/officeDocument/2006/relationships/notesMaster" Target="/ppt/notesMasters/notesMaster1.xml" Id="R4d1a0bd537df4bf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34d7e63441644c5" /><Relationship Type="http://schemas.openxmlformats.org/officeDocument/2006/relationships/notesMaster" Target="/ppt/notesMasters/notesMaster1.xml" Id="R5414a96afb49457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0de0d86e15b4a7f" /><Relationship Type="http://schemas.openxmlformats.org/officeDocument/2006/relationships/notesMaster" Target="/ppt/notesMasters/notesMaster1.xml" Id="Rad68ff62bad2422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277a3fb4d8a4416" /><Relationship Type="http://schemas.openxmlformats.org/officeDocument/2006/relationships/notesMaster" Target="/ppt/notesMasters/notesMaster1.xml" Id="R293c8d12f7a24e5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056c2fb340e48fb" /><Relationship Type="http://schemas.openxmlformats.org/officeDocument/2006/relationships/notesMaster" Target="/ppt/notesMasters/notesMaster1.xml" Id="Rd37c06ee66ad4ff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06ac2d6caa544c6" /><Relationship Type="http://schemas.openxmlformats.org/officeDocument/2006/relationships/notesMaster" Target="/ppt/notesMasters/notesMaster1.xml" Id="R2917ca23dac84d1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893d866ce4d4e4b" /><Relationship Type="http://schemas.openxmlformats.org/officeDocument/2006/relationships/notesMaster" Target="/ppt/notesMasters/notesMaster1.xml" Id="Rd8cb3882f11c4e7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e13300f8f2f4c4d" /><Relationship Type="http://schemas.openxmlformats.org/officeDocument/2006/relationships/notesMaster" Target="/ppt/notesMasters/notesMaster1.xml" Id="R6386e451f9734ee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2515932e05f4098" /><Relationship Type="http://schemas.openxmlformats.org/officeDocument/2006/relationships/notesMaster" Target="/ppt/notesMasters/notesMaster1.xml" Id="Re0b26958bb23407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420cef342244868" /><Relationship Type="http://schemas.openxmlformats.org/officeDocument/2006/relationships/notesMaster" Target="/ppt/notesMasters/notesMaster1.xml" Id="R475d8a7b0b37468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af6dc6416f64ee9" /><Relationship Type="http://schemas.openxmlformats.org/officeDocument/2006/relationships/notesMaster" Target="/ppt/notesMasters/notesMaster1.xml" Id="Rae1ecfff95154c3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d006c4e2e014432" /><Relationship Type="http://schemas.openxmlformats.org/officeDocument/2006/relationships/notesMaster" Target="/ppt/notesMasters/notesMaster1.xml" Id="R173ef8624460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Company Rules / Apply New Rule.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C:\Users\josrp\OneDrive\Documents\Atlas\ATLAS_Demo_Videos\01-company-rules.mp4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THP-001 Minimum Take-Home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C:\Users\josrp\OneDrive\Documents\Atlas\ATLAS_Demo_Videos\02-take-home-pay.mp4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RET-001 Retirement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C:\Users\josrp\OneDrive\Documents\Atlas\ATLAS_Demo_Videos\03-retirement-pay.mp4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FIN-001 Final Pay.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C:\Users\josrp\OneDrive\Documents\Atlas\ATLAS_Demo_Videos\04-final-pay.mp4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GUP-001 Gross Up.</a:t>
            </a:r>
            <a:endParaRPr/>
          </a:p>
          <a:p xmlns:a="http://schemas.openxmlformats.org/drawingml/2006/main">
            <a:r>
              <a:t>The 1280×720 MP4 is embedded in the slide. Select the video frame to play it in Slide Show mode.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C:\Users\josrp\OneDrive\Documents\Atlas\ATLAS_Demo_Videos\05-gross-up.mp4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cf67be2fa47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2a65c3a32d4be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646ad08feb4fc2" /><Relationship Type="http://schemas.openxmlformats.org/officeDocument/2006/relationships/slideLayout" Target="/ppt/slideLayouts/slideLayout1.xml" Id="Rf0564c6a19d646e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81da07981a240a0" /><Relationship Type="http://schemas.openxmlformats.org/officeDocument/2006/relationships/slideLayout" Target="/ppt/slideLayouts/slideLayout2.xml" Id="R6c6ee8364e1241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64c6a19d646e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c6ee8364e12411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711005634f05" /><Relationship Type="http://schemas.openxmlformats.org/officeDocument/2006/relationships/notesSlide" Target="/ppt/notesSlides/notesSlide1.xml" Id="R9dc41fb03386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56f8067504643" /><Relationship Type="http://schemas.openxmlformats.org/officeDocument/2006/relationships/notesSlide" Target="/ppt/notesSlides/notesSlide2.xml" Id="Rbb7dac29efd1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ce44070ca4106" /><Relationship Type="http://schemas.openxmlformats.org/officeDocument/2006/relationships/notesSlide" Target="/ppt/notesSlides/notesSlide3.xml" Id="Rff89caa39762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fd87d0d04ce2" /><Relationship Type="http://schemas.openxmlformats.org/officeDocument/2006/relationships/image" Target="/ppt/media/image.png" Id="R162323f1c2894d5b" /><Relationship Type="http://schemas.openxmlformats.org/officeDocument/2006/relationships/notesSlide" Target="/ppt/notesSlides/notesSlide4.xml" Id="R2e58ebea2cc34a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8505c8ba4d7a" /><Relationship Type="http://schemas.openxmlformats.org/officeDocument/2006/relationships/image" Target="/ppt/media/image2.png" Id="R31a9a564bdb545fe" /><Relationship Type="http://schemas.openxmlformats.org/officeDocument/2006/relationships/notesSlide" Target="/ppt/notesSlides/notesSlide5.xml" Id="R0a2322fdae8b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c9d7646eb4f2a" /><Relationship Type="http://schemas.openxmlformats.org/officeDocument/2006/relationships/image" Target="/ppt/media/image3.png" Id="Rebab8d1753e94cd3" /><Relationship Type="http://schemas.openxmlformats.org/officeDocument/2006/relationships/notesSlide" Target="/ppt/notesSlides/notesSlide6.xml" Id="Rbc43cb0f262e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4f9a5bc34095" /><Relationship Type="http://schemas.openxmlformats.org/officeDocument/2006/relationships/image" Target="/ppt/media/image4.png" Id="R68dc513f9e8b4c5d" /><Relationship Type="http://schemas.openxmlformats.org/officeDocument/2006/relationships/notesSlide" Target="/ppt/notesSlides/notesSlide7.xml" Id="R018fb0daadaa44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d6228a0241ad" /><Relationship Type="http://schemas.openxmlformats.org/officeDocument/2006/relationships/image" Target="/ppt/media/image5.png" Id="Rc558a555f46d4488" /><Relationship Type="http://schemas.openxmlformats.org/officeDocument/2006/relationships/notesSlide" Target="/ppt/notesSlides/notesSlide8.xml" Id="R301201625d6b44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5f601210e483e" /><Relationship Type="http://schemas.openxmlformats.org/officeDocument/2006/relationships/image" Target="/ppt/media/image6.png" Id="Rfde21cf549394e33" /><Relationship Type="http://schemas.openxmlformats.org/officeDocument/2006/relationships/notesSlide" Target="/ppt/notesSlides/notesSlide9.xml" Id="R78a226301c2645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503e75de64649" /><Relationship Type="http://schemas.openxmlformats.org/officeDocument/2006/relationships/image" Target="/ppt/media/image7.png" Id="R51c7679113284eaf" /><Relationship Type="http://schemas.openxmlformats.org/officeDocument/2006/relationships/notesSlide" Target="/ppt/notesSlides/notesSlide10.xml" Id="R09eda1c3541b40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cb5f3f964b92" /><Relationship Type="http://schemas.openxmlformats.org/officeDocument/2006/relationships/image" Target="/ppt/media/image4.png" Id="R2e70210ac4014259" /><Relationship Type="http://schemas.openxmlformats.org/officeDocument/2006/relationships/notesSlide" Target="/ppt/notesSlides/notesSlide11.xml" Id="R1a90d44e753c4e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03561c7354e8a" /><Relationship Type="http://schemas.openxmlformats.org/officeDocument/2006/relationships/notesSlide" Target="/ppt/notesSlides/notesSlide12.xml" Id="Rb15c8e12662a49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b4f2b623c418f" /><Relationship Type="http://schemas.openxmlformats.org/officeDocument/2006/relationships/image" Target="/ppt/media/image8.png" Id="Rd1086e2c3b034a5e" /><Relationship Type="http://schemas.openxmlformats.org/officeDocument/2006/relationships/notesSlide" Target="/ppt/notesSlides/notesSlide13.xml" Id="Rca9a64560e1043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22611c4b4b18" /><Relationship Type="http://schemas.openxmlformats.org/officeDocument/2006/relationships/image" Target="/ppt/media/image8.png" Id="Re3ba87ea48c74343" /><Relationship Type="http://schemas.openxmlformats.org/officeDocument/2006/relationships/notesSlide" Target="/ppt/notesSlides/notesSlide14.xml" Id="R1460f912db6047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7a937e9fe4804" /><Relationship Type="http://schemas.openxmlformats.org/officeDocument/2006/relationships/image" Target="/ppt/media/image9.png" Id="Rbedd5c55567d43b8" /><Relationship Type="http://schemas.openxmlformats.org/officeDocument/2006/relationships/notesSlide" Target="/ppt/notesSlides/notesSlide15.xml" Id="Rbd573d26e3844f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0e431b2f4f52" /><Relationship Type="http://schemas.openxmlformats.org/officeDocument/2006/relationships/image" Target="/ppt/media/image10.png" Id="R77f55aa459d149db" /><Relationship Type="http://schemas.openxmlformats.org/officeDocument/2006/relationships/notesSlide" Target="/ppt/notesSlides/notesSlide16.xml" Id="R4da1dabba00a42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9dec9d6334c79" /><Relationship Type="http://schemas.openxmlformats.org/officeDocument/2006/relationships/image" Target="/ppt/media/image11.png" Id="R6dac3e19b9de4728" /><Relationship Type="http://schemas.openxmlformats.org/officeDocument/2006/relationships/image" Target="/ppt/media/image12.png" Id="Rf4230a71f8474be9" /><Relationship Type="http://schemas.openxmlformats.org/officeDocument/2006/relationships/notesSlide" Target="/ppt/notesSlides/notesSlide17.xml" Id="R975f148f25be45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338b96c645ee" /><Relationship Type="http://schemas.openxmlformats.org/officeDocument/2006/relationships/image" Target="/ppt/media/image13.png" Id="Refbcc9168ee54095" /><Relationship Type="http://schemas.openxmlformats.org/officeDocument/2006/relationships/notesSlide" Target="/ppt/notesSlides/notesSlide18.xml" Id="Ra8911a5e093a4a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07e4b7eb4f53" /><Relationship Type="http://schemas.openxmlformats.org/officeDocument/2006/relationships/image" Target="/ppt/media/image14.png" Id="Rb10dfba526ca44a9" /><Relationship Type="http://schemas.openxmlformats.org/officeDocument/2006/relationships/notesSlide" Target="/ppt/notesSlides/notesSlide19.xml" Id="R26236c6cf64442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627f8a55324953" /><Relationship Type="http://schemas.openxmlformats.org/officeDocument/2006/relationships/image" Target="/ppt/media/image15.png" Id="R61eb58f6bf924eee" /><Relationship Type="http://schemas.openxmlformats.org/officeDocument/2006/relationships/notesSlide" Target="/ppt/notesSlides/notesSlide20.xml" Id="R94d4dd4e2d2e45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3dc55b58c4811" /><Relationship Type="http://schemas.openxmlformats.org/officeDocument/2006/relationships/image" Target="/ppt/media/image16.png" Id="R76ec01d892b44bc4" /><Relationship Type="http://schemas.openxmlformats.org/officeDocument/2006/relationships/notesSlide" Target="/ppt/notesSlides/notesSlide21.xml" Id="R47d616a309d849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5ad46830847fa" /><Relationship Type="http://schemas.openxmlformats.org/officeDocument/2006/relationships/image" Target="/ppt/media/image17.png" Id="Ra01896d614b143c6" /><Relationship Type="http://schemas.openxmlformats.org/officeDocument/2006/relationships/notesSlide" Target="/ppt/notesSlides/notesSlide22.xml" Id="Re7f52df6e71442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40ebe0a104b30" /><Relationship Type="http://schemas.openxmlformats.org/officeDocument/2006/relationships/image" Target="/ppt/media/image18.png" Id="Rc354cf3a97414a80" /><Relationship Type="http://schemas.openxmlformats.org/officeDocument/2006/relationships/notesSlide" Target="/ppt/notesSlides/notesSlide23.xml" Id="R4784e4e4aa7d4c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1fcf4435b438d" /><Relationship Type="http://schemas.openxmlformats.org/officeDocument/2006/relationships/notesSlide" Target="/ppt/notesSlides/notesSlide24.xml" Id="R7986b9b71e9241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fab4d6bc74b19" /><Relationship Type="http://schemas.openxmlformats.org/officeDocument/2006/relationships/image" Target="/ppt/media/image19.png" Id="Re6d4f1da98054a6c" /><Relationship Type="http://schemas.openxmlformats.org/officeDocument/2006/relationships/notesSlide" Target="/ppt/notesSlides/notesSlide25.xml" Id="Rfd199f09e8234a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5dee83aa34d21" /><Relationship Type="http://schemas.openxmlformats.org/officeDocument/2006/relationships/image" Target="/ppt/media/image19.png" Id="Ra17e69cd232d4a31" /><Relationship Type="http://schemas.openxmlformats.org/officeDocument/2006/relationships/notesSlide" Target="/ppt/notesSlides/notesSlide26.xml" Id="R32cebf1846a04d1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80ae6045541ff" /><Relationship Type="http://schemas.openxmlformats.org/officeDocument/2006/relationships/image" Target="/ppt/media/image20.png" Id="Ra4d71e1fcd68482c" /><Relationship Type="http://schemas.openxmlformats.org/officeDocument/2006/relationships/notesSlide" Target="/ppt/notesSlides/notesSlide27.xml" Id="R02081ab2c4e146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ffac3a0be4e36" /><Relationship Type="http://schemas.openxmlformats.org/officeDocument/2006/relationships/image" Target="/ppt/media/image21.png" Id="R08eda7a85b214e0c" /><Relationship Type="http://schemas.openxmlformats.org/officeDocument/2006/relationships/notesSlide" Target="/ppt/notesSlides/notesSlide28.xml" Id="Rdcd6abf235084c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7595ff599455d" /><Relationship Type="http://schemas.openxmlformats.org/officeDocument/2006/relationships/image" Target="/ppt/media/image22.png" Id="R8dc85fdfbe454089" /><Relationship Type="http://schemas.openxmlformats.org/officeDocument/2006/relationships/notesSlide" Target="/ppt/notesSlides/notesSlide29.xml" Id="R1c3ad6a0c79046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7bf2488f3496e" /><Relationship Type="http://schemas.openxmlformats.org/officeDocument/2006/relationships/image" Target="/ppt/media/image23.png" Id="Rf9bdde61d08c4a60" /><Relationship Type="http://schemas.openxmlformats.org/officeDocument/2006/relationships/notesSlide" Target="/ppt/notesSlides/notesSlide30.xml" Id="Ra6989286055743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60f9c374247c9" /><Relationship Type="http://schemas.openxmlformats.org/officeDocument/2006/relationships/image" Target="/ppt/media/image24.png" Id="Rc5bea60dc6bc4019" /><Relationship Type="http://schemas.openxmlformats.org/officeDocument/2006/relationships/notesSlide" Target="/ppt/notesSlides/notesSlide31.xml" Id="Ra157d27875704c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019dbc4324e8b" /><Relationship Type="http://schemas.openxmlformats.org/officeDocument/2006/relationships/notesSlide" Target="/ppt/notesSlides/notesSlide32.xml" Id="R3b91fb9445184e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8cbc529d4dc7" /><Relationship Type="http://schemas.openxmlformats.org/officeDocument/2006/relationships/image" Target="/ppt/media/image25.png" Id="R785997cf5a794ccc" /><Relationship Type="http://schemas.openxmlformats.org/officeDocument/2006/relationships/notesSlide" Target="/ppt/notesSlides/notesSlide33.xml" Id="Rc13a9873fc2a4d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74afee9ce43eb" /><Relationship Type="http://schemas.openxmlformats.org/officeDocument/2006/relationships/image" Target="/ppt/media/image25.png" Id="R1fb45d1f28cb4f58" /><Relationship Type="http://schemas.openxmlformats.org/officeDocument/2006/relationships/notesSlide" Target="/ppt/notesSlides/notesSlide34.xml" Id="R2942045e64144d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a5b46b5c4d43" /><Relationship Type="http://schemas.openxmlformats.org/officeDocument/2006/relationships/image" Target="/ppt/media/image26.png" Id="R47712d7ebb7445d8" /><Relationship Type="http://schemas.openxmlformats.org/officeDocument/2006/relationships/notesSlide" Target="/ppt/notesSlides/notesSlide35.xml" Id="R948811144bb44e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cec2bb0a1a4b44" /><Relationship Type="http://schemas.openxmlformats.org/officeDocument/2006/relationships/image" Target="/ppt/media/image27.png" Id="R279314782a524dd3" /><Relationship Type="http://schemas.openxmlformats.org/officeDocument/2006/relationships/notesSlide" Target="/ppt/notesSlides/notesSlide36.xml" Id="R974b308f3a814e6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ae5e1b12e4526" /><Relationship Type="http://schemas.openxmlformats.org/officeDocument/2006/relationships/image" Target="/ppt/media/image28.png" Id="Rc1810e7c253e4aa0" /><Relationship Type="http://schemas.openxmlformats.org/officeDocument/2006/relationships/notesSlide" Target="/ppt/notesSlides/notesSlide37.xml" Id="R4504cc98ff204b0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fa3e8237748d8" /><Relationship Type="http://schemas.openxmlformats.org/officeDocument/2006/relationships/image" Target="/ppt/media/image29.png" Id="R642c40a87cb3499b" /><Relationship Type="http://schemas.openxmlformats.org/officeDocument/2006/relationships/notesSlide" Target="/ppt/notesSlides/notesSlide38.xml" Id="Re47612b261514b6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b3755bb3e4a06" /><Relationship Type="http://schemas.openxmlformats.org/officeDocument/2006/relationships/image" Target="/ppt/media/image30.png" Id="Rd54776fa6b534da7" /><Relationship Type="http://schemas.openxmlformats.org/officeDocument/2006/relationships/notesSlide" Target="/ppt/notesSlides/notesSlide39.xml" Id="R11214d56700149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af9cc164b4791" /><Relationship Type="http://schemas.openxmlformats.org/officeDocument/2006/relationships/notesSlide" Target="/ppt/notesSlides/notesSlide40.xml" Id="Rb1cedcfd933a4c4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a3b83605478e" /><Relationship Type="http://schemas.openxmlformats.org/officeDocument/2006/relationships/image" Target="/ppt/media/image31.png" Id="R9399a3d545ed463b" /><Relationship Type="http://schemas.openxmlformats.org/officeDocument/2006/relationships/notesSlide" Target="/ppt/notesSlides/notesSlide41.xml" Id="R0672c8f60588435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fae7538d54438" /><Relationship Type="http://schemas.openxmlformats.org/officeDocument/2006/relationships/image" Target="/ppt/media/image31.png" Id="R3c0246d3711740d5" /><Relationship Type="http://schemas.openxmlformats.org/officeDocument/2006/relationships/notesSlide" Target="/ppt/notesSlides/notesSlide42.xml" Id="R3df50c1bfef9430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8312117c546ae" /><Relationship Type="http://schemas.openxmlformats.org/officeDocument/2006/relationships/image" Target="/ppt/media/image32.png" Id="Rbb5247f99a8b4908" /><Relationship Type="http://schemas.openxmlformats.org/officeDocument/2006/relationships/image" Target="/ppt/media/image33.png" Id="R8b20114b72b64ed9" /><Relationship Type="http://schemas.openxmlformats.org/officeDocument/2006/relationships/notesSlide" Target="/ppt/notesSlides/notesSlide43.xml" Id="Red681cdc256342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a4b6cbc5c4744" /><Relationship Type="http://schemas.openxmlformats.org/officeDocument/2006/relationships/image" Target="/ppt/media/image34.png" Id="R8952a2fcd9f042ec" /><Relationship Type="http://schemas.openxmlformats.org/officeDocument/2006/relationships/notesSlide" Target="/ppt/notesSlides/notesSlide44.xml" Id="R45e6e0760f624bb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8364382ce45a1" /><Relationship Type="http://schemas.openxmlformats.org/officeDocument/2006/relationships/image" Target="/ppt/media/image35.png" Id="R8d3736166ff44d73" /><Relationship Type="http://schemas.openxmlformats.org/officeDocument/2006/relationships/notesSlide" Target="/ppt/notesSlides/notesSlide45.xml" Id="Rc613f90729364b2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0152b9d164344" /><Relationship Type="http://schemas.openxmlformats.org/officeDocument/2006/relationships/image" Target="/ppt/media/image36.png" Id="Ra07d4f1f33554f47" /><Relationship Type="http://schemas.openxmlformats.org/officeDocument/2006/relationships/notesSlide" Target="/ppt/notesSlides/notesSlide46.xml" Id="Rfa7f416ee767456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94e6d7564128" /><Relationship Type="http://schemas.openxmlformats.org/officeDocument/2006/relationships/notesSlide" Target="/ppt/notesSlides/notesSlide47.xml" Id="Rb54543878316480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87851a8240c8" /><Relationship Type="http://schemas.openxmlformats.org/officeDocument/2006/relationships/image" Target="/ppt/media/image37.png" Id="R9183a0ccfad24b9a" /><Relationship Type="http://schemas.openxmlformats.org/officeDocument/2006/relationships/notesSlide" Target="/ppt/notesSlides/notesSlide48.xml" Id="R7f20556de24349a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9b0da4a44679" /><Relationship Type="http://schemas.openxmlformats.org/officeDocument/2006/relationships/image" Target="/ppt/media/image38.png" Id="R1236f6f09aa540f4" /><Relationship Type="http://schemas.openxmlformats.org/officeDocument/2006/relationships/notesSlide" Target="/ppt/notesSlides/notesSlide49.xml" Id="R444c17ef61234a1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2dd7267c45ab" /><Relationship Type="http://schemas.openxmlformats.org/officeDocument/2006/relationships/image" Target="/ppt/media/image39.png" Id="R7a0bb0aca3fa4eb5" /><Relationship Type="http://schemas.openxmlformats.org/officeDocument/2006/relationships/notesSlide" Target="/ppt/notesSlides/notesSlide50.xml" Id="R9e79d710b97546c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243e6a034084" /><Relationship Type="http://schemas.openxmlformats.org/officeDocument/2006/relationships/notesSlide" Target="/ppt/notesSlides/notesSlide51.xml" Id="R84df37e999b24d4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0e9412e974def" /><Relationship Type="http://schemas.openxmlformats.org/officeDocument/2006/relationships/notesSlide" Target="/ppt/notesSlides/notesSlide52.xml" Id="R94bca17ae36142b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6c2f85a04430b" /><Relationship Type="http://schemas.openxmlformats.org/officeDocument/2006/relationships/notesSlide" Target="/ppt/notesSlides/notesSlide53.xml" Id="Rb81866e685084c7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b36e56654cec" /><Relationship Type="http://schemas.openxmlformats.org/officeDocument/2006/relationships/notesSlide" Target="/ppt/notesSlides/notesSlide54.xml" Id="Rcf0bc8846584493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14ff3ed794f06" /><Relationship Type="http://schemas.openxmlformats.org/officeDocument/2006/relationships/notesSlide" Target="/ppt/notesSlides/notesSlide55.xml" Id="Rc101001016284b5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0b275ae9f4f8a" /><Relationship Type="http://schemas.openxmlformats.org/officeDocument/2006/relationships/notesSlide" Target="/ppt/notesSlides/notesSlide56.xml" Id="R744ce1391865449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32e343274b9e" /><Relationship Type="http://schemas.openxmlformats.org/officeDocument/2006/relationships/notesSlide" Target="/ppt/notesSlides/notesSlide57.xml" Id="R7d2767bd0d9146f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e35b7672243ef" /><Relationship Type="http://schemas.openxmlformats.org/officeDocument/2006/relationships/notesSlide" Target="/ppt/notesSlides/notesSlide58.xml" Id="R6b5c7225df6e431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cd479709425e" /><Relationship Type="http://schemas.openxmlformats.org/officeDocument/2006/relationships/notesSlide" Target="/ppt/notesSlides/notesSlide59.xml" Id="R267d2b2b384d40e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f468941544dd5" /><Relationship Type="http://schemas.openxmlformats.org/officeDocument/2006/relationships/notesSlide" Target="/ppt/notesSlides/notesSlide60.xml" Id="R81c8e25a577948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752D3E-2B61-4079-8DB0-7DBB2C3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5085C9-63BE-4FE7-90F3-2CB6161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4BA2A9-0EC0-41C7-B94B-914EC44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your take-home pay, retirement, final pay and gross-up rules</a:t>
            </a:r>
            <a:endParaRPr sz="1700"/>
          </a:p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work inside the application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EF5A0A-4B72-4E70-BF4E-2CB5DC7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F3DB58-36C2-4C87-9582-919CEB0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2CFE69-ACAE-4F10-AFFF-63000B7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1459D4-8DE2-4850-9E5D-24DD4A1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7B80C4-853C-457F-8FA3-686A18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67D139-3573-4E82-A959-2B87C12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DFB76E-F9BC-4742-9942-FFE13EC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01B3F5-A013-47A9-A991-FB904DD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808443-19BF-433C-8F61-DF14A0E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Working prototype · wireframe view · every screen in this deck is a live screenshot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87107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A35FE-17F8-4851-8293-18B4810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540E30-7012-40F9-AA3A-D0F721D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we will walk 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77FA0-F1A7-45A4-A9EF-2F4E6CF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E8E6D6-7EF9-4C56-9195-1895105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E51351-63B6-4FC9-8DF8-A55F513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chain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612B2-D05F-46D4-905E-AFFDA24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384615-F828-406A-9276-E935F10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8BC2B9-5E8D-4000-B899-F8B5E69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96F1E5-FD7A-4140-91D3-8FEA26E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Four engines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2E314A-7E3B-4B45-A4E7-F9C8785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4D0F1D-6CAC-4DED-97FE-1D7734F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86C29CF-A959-4F04-85ED-8E3A950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4B9714-66DA-4FE6-A929-D7B57F2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Worked examples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BFBF5B-114E-4CB2-9AD2-A040979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4B5386-E2A6-4FCB-B780-DD98883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8D2BE8-7BF7-4345-A084-67C249B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7FA370-F762-42F8-8C81-B6A7BB2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it connects to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8C87F3-230C-4B2A-AFDA-24FE4CC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D4DCF5-5821-4AC9-8F43-170B2B8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FFC61C-F2EB-4444-9848-1CB919B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16CEC1-6853-4DC8-8F07-A86EE60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1E2F16-74B0-449A-A0E2-E304A34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Appendix maps every screen back to the exact workbook rows it came from.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23622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EDAF72-81A6-4949-9124-687C572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IDEA IN ONE PICTURE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EBDD2B-33D3-4A42-A45F-BB0A979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your written policy to a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5A9731-524B-4E58-9E96-D07BFA3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EAE502-A10F-45B8-951D-0FA0E07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585E04-2F04-428C-9DD9-535EBF2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FC7BF4-5493-487E-8615-7F6424C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4A11B-A3EE-48DE-B288-B71AC9B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B, written in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plain business language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C86D0E-8093-44F2-A89B-D8571E0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B05850-B9FD-4C9A-944B-C39A2E6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00E1EB-FF41-4AF0-B648-ED875C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9D5B34-1CDD-45AF-9050-D1BE386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39EC80-3FA3-4935-AF49-C0BAF45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11C3B-0047-4687-8D64-64C5654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policy-engine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code, e.g. THP-001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BC278-05EA-485A-AE01-A42F6AA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BD5838-1AB6-4D13-B82C-FFA027D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859F5F7-458C-4AE8-8E01-E75A030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509CF0-2171-4B36-9A72-9F4DC1F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60CB2E-D5F4-4B0C-83E4-E5B6057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EC4014-1047-41D6-AD39-A2B4038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Assigned to an employee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0DCFA22-5801-464B-AB2A-755A851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BCA251-A92F-44B9-B42F-8088D8A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4D8EB5-64BE-47BD-A26F-FB6412C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69E35B-549D-448F-A923-036A51A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156EFB-B035-495D-85E7-692E44D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72B61B-9356-4146-B5D9-DE9B97F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Computes and shows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its full working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E1E766-95E1-4F6D-A824-D8AB834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410BD81-5F82-425C-B29A-060F667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F0F63B8-95D7-4DAC-9E19-7D02110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9DE5223-C494-44B5-AEC9-EFF1CFE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5CEC5D-291D-4BA5-A507-7DE2DDA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86E85AC-0829-48C9-8A06-EFF862CD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Deductions, deferrals,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 and payslip tags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2A926A0-D8F7-4627-8F5E-9D42C06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A6E1DB7-36EA-40CF-81E0-81A7EB3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36CE15-CFBE-4356-AC89-1FC54E4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9116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76680B-B2AC-448C-90DF-BA5DFEB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7D633D-CF86-46FE-8767-9BFACE8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323f1c2894d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794764-93B4-4323-9D83-E391207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167AA20-2713-4370-9135-9F68CC3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controlled library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ED7E1B1-A3C0-4D9F-B982-34D1DE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A186F1-930E-4788-AE39-464DC83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Nothing is hand-typed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FF8D220-ED3A-4B90-9C37-9C12B0D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6C9D78-49D8-4AC6-AD81-FA0F299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Reached from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D09560-DABD-4F24-B640-060B4C30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CBA489-7D17-4002-8A03-E1373C8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0F1884D-20F0-4D2B-8DD6-481D5D4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12348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06F8A7-F471-41FE-95D6-D8BBEE1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SCOPE OF TODAY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2D6F8B-51D5-442E-99EE-3217F7A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9a564bdb5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A03073-DE7A-4AC3-A32B-2F5B410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BD5AD1-6093-4BDA-9633-CB4B24B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BEB95D3-5626-4989-B4A2-6B883B5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349BC9-D0A6-468B-8C27-E9302D7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1CEE106-7749-4B3B-B17E-59CC11A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DB679A-59A7-4C82-807A-533662D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AAADA41-AE0A-4E41-A7B4-BCE497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10D8D2-F8EC-4833-9182-74037A3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FA5A5A4-14CD-4442-AC28-35A17C0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477486-38B1-4536-BF1A-219AE46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7D68FE0-F70D-4876-93D6-91D5DCC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4AA969-DDBC-4F8E-974D-993789B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F0D93FA-EEC2-464A-9F64-E10F850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E410E86-EB26-41AE-9839-A571157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41CEA4E-935B-4E2D-BB0C-E37E792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14DFE4F-3353-4A4A-B5A8-2938673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66637B-F7A6-40DB-813A-5926F3C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EB0CC2-2907-4981-8B1D-CAC8962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1F0E57F-6132-4178-A8EB-8CF0C66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2C36B0-1EED-444B-B2D0-7453253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D45AB12-27DB-4F18-9E70-160DBCE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B572DFF-AE63-472D-A26B-1A50943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3AB2DD3-4EEE-4B9A-B61B-59ED0D2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8770C28-3CDB-4DC1-BF9C-0F47ACB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EEE4FBA-1263-4F87-A183-61BFBEC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BEE8EA-2A8D-4487-AB75-5A8D9CC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91157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56648D-B0CA-4219-919A-1BC4064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A67D9C-4F9F-4DD5-BBB2-47CC35A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b8d1753e9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9E5F71-2B29-4ECC-8FEE-7F20E66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5EA75A-8B90-4600-AA27-D1CE3CD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F645A4E-1647-4458-9407-4C3DA02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E68D31-E860-4DB1-9B21-4E648C3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3A8A16-E089-4144-8284-58B5634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9592BD2-C0D0-4CDB-AE7D-3840437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46F2A92-F424-4748-8A50-2329BE0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355BF9-F783-40B5-8D0E-A4C8CE6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24FE2D-80AE-456E-9C99-0899483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98937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c513f9e8b4c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 in your own words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317489-1D71-4442-9441-B2A32E0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C0EDE6-F6E9-4828-A847-0DE5BCB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8a555f46d4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EE0FC1-D54A-4D8C-B478-02043A3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appear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8E4471-9D9E-42A1-9E3B-E6344EB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1D3E3F-BBFD-4CC5-BFBA-D11BBF4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426444-261F-4D28-B5E4-2548456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5A9156-E238-4406-915C-AE168EC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29370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E1F97C-E532-4249-8E22-1554C002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D77718-D9F2-4087-8AB2-E5BE54D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21cf54939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CB18E-63C0-4D15-9D74-CF1395AA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Values vary, the schema does not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B334274-1D26-4B16-89C6-B502C2D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6DE7A-74C9-4E59-9206-F76FBF3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61AC3D8-47A5-4542-94F0-3169F39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C8970A-589D-480E-BE0D-0A84606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34237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D32179-C317-46BD-ACA6-D8E7A02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0BF4B-6A9E-4E20-B1E3-07A28AC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767911328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BC251EE-6AC2-485F-9CF7-9D261F6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74B8C7-3A63-4FBD-A32A-06F13EB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measured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60443EC-8493-4947-B8FB-E4EED5F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082D58-7FA9-47B6-A5FC-3A55A08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3F2FA03-6F0B-4B2E-9BB2-AD79486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48A6E73-0AF0-4923-BF3D-F1DBDA7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99FC1E-A19A-498A-98AC-750803A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85A28C-F8A5-48E8-876C-236CAF4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172494-CCEB-4DB4-8800-BE7B5C9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8912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business rule to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0210ac4014259"/>
          <a:stretch xmlns:a="http://schemas.openxmlformats.org/drawingml/2006/main"/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Watch the three-step flow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▶ EMBEDDED 14-SECOND VIDEO · CLICK TO PLAY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94283F-2B51-44E4-BA01-82D3273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0F1025-7469-46A0-BC51-9B7A943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C88F9E-A152-4667-973C-2A4A13E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F98D51-9C96-4258-945D-5012363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B7C8F8-1D20-4E76-842B-9C89D601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27A414-AA17-4DDA-AC6A-4BD941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CD7D7C-943D-4850-8BE5-083B5F3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B8CC3A-4EC8-435F-BDBA-A949FA1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BC9265-074E-4BEC-8088-E397030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9DD3B0-8BE5-4FDB-A25A-5560DD5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2A6BF-BDE8-4DF5-BAB3-C1FA7D44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ABD1A4-E35E-4B12-8B84-D0BA1364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hierarchy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43089E-CA49-42FA-8D5A-3FB3E9D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F24B0-B844-40A4-A085-E5DD89E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4E6095F-22A5-447E-8AD9-D03BB78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 and carry 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24338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protection, caps and deferral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86e2c3b034a5e"/>
          <a:stretch xmlns:a="http://schemas.openxmlformats.org/drawingml/2006/main"/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THP-001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▶ EMBEDDED 7-SECOND VIDEO · CLICK TO PLAY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87ea48c7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BCE54-5F62-4BF7-8DCB-86F6F2F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C0386F-75EE-474F-999E-8F587DD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d5c55567d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9" y="1371600"/>
            <a:ext cx="4264197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709A3C-D40C-4903-9A72-4147C33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9D7538-006E-4FE6-BDC6-CA70E24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495116-4E53-4A2E-8B6A-121C772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C49DDB-395E-45AA-973E-B2687F2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A3303C-F422-4AE8-9B9A-BE424DC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40F525-15B7-45A5-82EC-D901254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9F5819-349E-46D4-B038-5D974CE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2853F39-BEAE-41D6-A3B5-0EB7A0B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2DE2BB4-E7DB-4721-874D-46DE54FA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19896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E1328-BB66-4879-B032-F82956A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2F4B72-D109-4A87-8205-9C6708C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5aa459d1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12710A-205F-4B72-A21C-8126DF0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6CA3EA-06B5-4FF5-8D76-D55B851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Ranked, not guessed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BABF07D-0159-4270-B856-C970983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6F4069C-936B-4E10-B890-0D08406F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Partial adjustment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7C3509-B616-4048-AD13-70922EB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B5CE96-EDE4-4EBA-A0DD-83828B0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reference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4E909A-A185-4EEF-BC32-8AE1BC5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410EAD9-452E-41F2-88D4-FC752FD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EFC5A2-8D0D-4DDD-86B9-B2C8838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2224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4CF69-808F-484F-88B2-1F642D6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BF05D1-E8F1-4725-B98A-D576FA2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c3e19b9de4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30a71f8474b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FF67E7-0DC3-471A-99CB-315ED07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E5A9083-6ED5-490F-A0F3-7843595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B767FC-9B7C-4289-B75F-83454CEC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D0CC97C-7575-430A-AA6C-F08555D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8C930FA-8D20-4C2F-9640-060082E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5EFD675-6D38-448F-8214-481553B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8DCE7B-1232-4F53-B6EC-F1CE86C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729A9B9-E03C-4A87-A42B-E7C921F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52002D-D6F6-449F-BF17-0A7BCCE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F14611E-ADC6-4380-B360-1AC5924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53043ED-C188-4FD3-8D75-004BF9B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62B01D9-890B-4C64-A776-CB91F30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E400921-99E3-4EC5-89DD-BDC2837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CBD8E58-93E9-4BF7-BB19-F6E1DE2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0E1EB3D-5737-4FC0-BA28-03152A3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14985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06C783-BDF9-4578-B8B8-28E9AE4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B688ED-B2B1-4902-A125-EC1D0A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cc9168ee5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9336DA-5A49-44E7-9400-CF3C277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A4276D-D2E6-4A6C-AC71-486E93A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E42136-B93E-4100-93E7-44F8F74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D7D897-ECB3-4412-A948-8F04582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1126A59-0A4D-45E3-9F37-BE32CA8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1126DC-44CC-456E-84E3-E289E11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DFA0FB-9737-4AD2-AC46-BBD6B5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99C7CA-9911-4D7C-9BA9-148F08AC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2B217F-0E36-4589-966B-4778AED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796134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1E9ABD-81F5-4DA4-B907-FE49B8F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46A7FD-E7AB-4212-B720-C4BD5BF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dfba526ca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08597C-6B5D-4E74-8368-BCF1EDE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F9942D6-18BB-45B4-A006-051122B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025F2A-BBAD-499D-9509-99DF088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1AE2EB-A386-4F42-93BA-9EC6BA1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CDB9B5-B582-4021-A736-D1AB4EC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721F423-A72B-48D2-A8D3-18425DA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underneath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CC870B-FE2F-4A1C-838C-3DACC73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239FE09-00B4-4A91-A417-774E675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A8B8BE-F37A-44FB-8785-C0972AE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745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F8350-3824-4645-8FC9-FF78DEA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F7F1F8-D3E7-4114-A245-A57192E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b58f6bf924e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53237"/>
            <a:ext cx="5806440" cy="212876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9C6B6C4-5FDF-4D5E-B88B-9C0765D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A85F5D8-D271-4AF6-AB48-156AD92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4C7AC-004B-4AAF-A3EE-9DBC381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0" cy="1033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125E9B2-03E6-451B-97DC-EE4E70F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CBA447-07B4-4DF9-9A31-33F037E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19630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712F4E-7375-4FB2-8277-5967765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0" cy="386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C5B3AAF-FEBF-4209-877A-40E55B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22CC7F-E6A7-4253-828D-A849EAA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A5162B-5AC8-4DA6-A624-5337C41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F5AFEA6-9A0F-4783-B25A-8F309E2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835533"/>
            <a:ext cx="0" cy="982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F27D88D-B95D-49B5-B49A-35CA428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817620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9D699BF-3D26-46AE-9BE4-71914AB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58362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F5FDFA6-EC17-41AE-B20D-24139EF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3858362"/>
            <a:ext cx="0" cy="966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0ADDA86-8FBF-4434-BCE4-50A8EFE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2528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52D90BA-5FB4-4B8E-935E-3C8DCCF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520418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C2A4984-A579-4A1C-BCED-C2FDB04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520418"/>
            <a:ext cx="0" cy="131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B4411E5-4117-4E83-8BF5-DC4655D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832958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D08F344-59BB-43DA-81F6-FBEAA43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1C7AAB-0E1C-48B8-A594-17C10E0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F943568-E7D4-4F33-9359-8CFECFB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F5169FE-4915-4794-AA3C-7837060E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37B62F6-D935-4199-A281-FBB91953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013F1E-651F-4319-A6B0-654490F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20234DD-3616-41DF-BDFF-190BFEA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F994D12-8BA4-4A2E-B082-5D6F1F49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415B5F3-303B-48D0-94F6-C016C24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E595FDC-D17B-489C-9F3E-04767F1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379269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EFA9659-590C-4DCE-B00A-9099958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F841816-F727-4DA7-9881-687EB4DB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DC8BD71-6FB6-43E4-A793-4EC7EBC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452421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8AE143F-15E7-4DC4-B9CD-A774527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763317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06EA61A-EF7C-45E8-9A57-C0CE5C6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CC4F8C5-DA29-4079-AF06-CE6977B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24896B7-70F0-4F43-B4D5-471B9FF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86938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0342FE23-EFA3-4736-A16D-0580513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D05A687-7A51-4894-BF10-0D10DBA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BFB83D9-5194-4D68-A71D-FBD0389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6009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 type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FF94322-D94D-484C-B673-DD8374D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770986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2239A242-DE46-4A20-AED5-222163E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1F83341-6D5B-4A6E-B95B-D598AA2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4F0E6F21-E471-4C31-9455-24A069E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394606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523F101-ABC0-4ED8-ACF6-44BEBDF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7DD0E173-34F4-4F41-9859-5F49A77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C878F934-FB57-40AD-AE40-D608AEC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46775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</a:t>
            </a:r>
            <a:endParaRPr sz="105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D1C4D4E1-7800-4F16-8AA9-E40DB67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778654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12D35CDA-71A5-464D-87EB-DDFD197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44F181F-FC94-4549-ADB2-0FD54F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B5479A6-303D-447A-905A-42B4246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402275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47D29D3-A162-466F-8349-70B356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AA910AA-FDFF-4C3A-9117-6FF9416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6FC022CB-0608-491A-8CF5-976998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475427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5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B5BC1572-B343-4B20-9BA9-E660C46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786323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04166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A7E21-7F43-4A3D-8AB4-0F1E1D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F8DD20-FE31-420C-BB26-9629EB8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c01d892b44b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46981"/>
            <a:ext cx="5806440" cy="254127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52A715-47E0-46CF-89EF-9E626EA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203945"/>
            <a:ext cx="319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B918128-46C2-4C17-BCEC-1234C403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75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4A304F-9024-48CF-954D-C70125F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78A20C-8110-43F0-AE3E-77212D3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0" cy="1435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38BEDA-B5F4-4A8B-BF75-41810C0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3143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26E088-0C71-4530-A52C-AF2BC7C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629277"/>
            <a:ext cx="0" cy="55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B9E140-F000-4A14-ACA4-FB4F199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2574F5-3B75-4549-A88E-822020A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64618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857965E-0227-4D0B-87DC-0E0751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064618"/>
            <a:ext cx="0" cy="382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FF8F1C-1599-4880-ACFF-D704FB8C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1A87-AE5F-448D-811C-B2C4D2C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4726674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96F2928-F868-46DD-82A9-5504916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726674"/>
            <a:ext cx="0" cy="980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7118D3A-D595-4141-9079-0A21609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92FC003-11AD-4A64-A7D6-F3E1B2E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8281DD4-8FB5-4DF2-86FC-8977621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A45AAF-7A0F-4C7C-BFFE-1870C9E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D3D18D-FDC0-42AC-A630-0CBEA7C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C8D5A84-6715-4F19-8664-2072D91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3560BF-86F5-4B52-8216-951F9CB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Apply a total deductions cap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BD6BB3-6145-4ED5-B9F2-9089704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B92DD99-9717-4582-9446-D339304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1260C2-0D32-417A-8DCB-607F18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65C4688-700B-4D2E-80A1-B18A1AB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17DF8E-A59D-4477-90DC-71B18BC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F6A270E-A63A-40BE-BFF3-3A904CAD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0C73434-7514-4FDB-8C1D-0C1F6EB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base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84D435-2834-4293-A34B-1BA9B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A6F6C00-5586-419B-BBE9-33DD5C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0019018-056B-4827-933B-8344E2D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95D0CF0-88D1-464F-8234-145A1B3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7F72D26-181E-4EBB-A878-456EB7F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5B72231-F074-4275-9CAB-A29EC2B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C7D0E93-CA2A-4937-BFCE-CC84BD8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type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83FCC37C-F42A-4778-8788-7442374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0F66B86-B662-4AD1-8902-84A1F3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34AFDA9-A340-462B-8445-1CDE225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452E255E-E2D6-4A37-AB11-EA38634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CB163DC-52C9-4B73-9EE9-F04D7EF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68D2BCD-78D9-4552-8139-37418CB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E8AC9A9-C8D0-4DFF-9D7E-D088C69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6413037-30F5-4B5A-B58F-9CB929A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non-loan deduction allowed for the payroll period.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88977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D5FA4F-ED96-4C0F-8AF2-E9FDEF9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5D8B34-D1F6-4B8F-AA8E-94C322E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96d614b1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963863"/>
            <a:ext cx="5806440" cy="370751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189370-92E4-486F-9951-38E65F9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722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7D1AD1-E830-4929-BBCE-3342729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62CCC7-FA61-4CDC-B775-106E6D5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0" cy="327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529D80-B67B-4DAF-B5CC-BD436A7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83D0604-2210-4028-B268-F3CFA3E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76851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3B0A1F-A56A-4663-92FF-FE8805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0" cy="210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B38B77-C91F-4863-8ABB-C6A888A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D447B8F-57E4-4DDE-AC36-7D49886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43057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2547D9-3FDD-4777-8ADF-8CBA306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0" cy="32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828AF-FDA3-4304-AE21-4D8479C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B20B80A-EAA8-4998-B124-1F0D310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2601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3AC0AC9-7F95-4560-A323-94927603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4B69023-6DBB-42CF-9905-8E1277F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2046159"/>
            <a:ext cx="0" cy="2191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B92C47C-0F56-43C7-8EE8-778FFEE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237482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9B97C1A-9DE3-4667-A577-B23B5E5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47737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81B82B0-DBBE-40D6-889A-A61E46A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647737"/>
            <a:ext cx="0" cy="429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0C8B70C-7012-4C0F-98C6-F9B5CE6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077206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64395AF-547E-463D-8C9B-004FFBE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5309793"/>
            <a:ext cx="3275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84AA184-FEA0-428A-8EEF-090689F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09793"/>
            <a:ext cx="0" cy="607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00606A-24F3-470A-AB91-23DFC44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91693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58B4D88-3F98-4234-8FC2-02BEA6C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4EF000D-BC82-431C-B1B7-4DEAEF0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ED43FBD-3224-443A-B891-90E69EA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084D178-AB2A-41D4-8049-40AF3C4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889A470-69ED-4F9E-B9B5-AEC13E2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A5531F1-35E3-4D4F-824A-C499B7A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base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B2EA210-3AE8-4E49-A82F-7221CAE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0DDCA54-D372-4B6C-9986-B324D85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7E05F0B-67AE-4130-8184-656B508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56973F7-FC93-414A-934C-FE0A4A0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211324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5CBDEB5-0B06-4FA6-8628-92CFAD0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F20467A-CB98-4F39-B22E-87E7324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70F6935-C8C3-4EE0-BF91-1BF176F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28447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type</a:t>
            </a:r>
            <a:endParaRPr sz="10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3460E995-C960-4BAD-A6C5-CE46D26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595372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A7117D5-596A-4322-97D7-42F49A8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369FD7E-08FE-435A-A6B9-E40865D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19E1D43-6298-41B2-8C28-BEC7BFD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051048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B0DE5D4-B697-4FAF-AF89-9460E72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B429A69-9D58-4524-A042-954082F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7AFF6065-106D-4F72-A162-AA60ED6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12420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</a:t>
            </a:r>
            <a:endParaRPr sz="10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55D97C-602D-4D55-B97A-7BDE5D9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35096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AA680F80-DBCE-4666-AF77-CAB196E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5C3A7193-A069-42CF-A6BA-109FAEC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6DDE1E40-A509-4139-BF71-5D567D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C012B08A-9A08-4350-87A0-E642825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A647A1D0-8737-46C5-A221-FF7AE29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CFF00F8-81BE-4A4F-837F-7D2DFD9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base</a:t>
            </a:r>
            <a:endParaRPr sz="105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6F197B95-008C-422D-9A81-3553EBE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9EA6776-8E18-4CD6-8FE5-6F72621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4B0B8CAC-847E-43FA-93FA-46BC7C6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729309A7-F8BE-4A89-A8B9-7FCE73F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730496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6EF60B24-AA1F-40F0-BA22-C4787CE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5FFD9284-D9AF-4E39-BCD2-9F3E3FA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1BEB2727-A592-4A9F-AD53-FC37F9A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80364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type</a:t>
            </a:r>
            <a:endParaRPr sz="105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586CD24-90C4-488E-82FB-E65FB0F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114544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F14DFA2A-223B-4391-B6CD-24FC6E3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9B8DF520-D239-4DC2-91EF-DDD4746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5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D041F697-7A85-4F96-9E45-E4252E6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57022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EF5CB6BB-A373-403B-B843-45CA3A9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5B269EC-AB71-4A38-823C-1909791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92F7C41-9EAB-4AE7-94AE-3A630C1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64337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</a:t>
            </a:r>
            <a:endParaRPr sz="105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10B8FF53-23A4-4FAC-BB6E-8F6DA2F6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95426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lates / absence / undertime adjustment allowed per payroll.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8932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1C3F1B-BB43-471A-8725-8E3326E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CDF740-4816-4A55-A0BF-54A510B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4cf3a97414a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1059"/>
            <a:ext cx="5806440" cy="2453122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D84083-0F05-4A1C-B191-9487949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030577"/>
            <a:ext cx="309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6354B0-7739-414B-96B6-69CE6EE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1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51BF854-F77B-424D-B4FF-B8132C1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1AA34F-2440-43D1-B6DE-0DEF5F01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582529"/>
            <a:ext cx="3427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C63EA85-D4D5-4017-86F5-85B465E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94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4DB2A89-2333-40F2-B27A-C2DA0D3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D90C76-162E-4643-A04E-01D3237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134482"/>
            <a:ext cx="37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D3BE4D-F615-4834-ADB9-D7BB363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34482"/>
            <a:ext cx="0" cy="312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C5A568F-3399-48B1-82BB-2284C8D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5699C6-B73F-4294-B72A-8762547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686434"/>
            <a:ext cx="4086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F0A4EF1-46E6-42C0-8E44-8093F0F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6434"/>
            <a:ext cx="0" cy="1020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78785D0-A739-495C-93D9-E3D316B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A45906E-3162-4B07-85EF-EC762D5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E3F8B6B-CAB2-4013-BC1B-0778FDB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3FBB039-6F11-4417-BC32-FC8307A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CA40AD0-B4CD-4B48-937F-4CCC887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6DD6F4E-5B9D-4AF9-973D-A51F436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3B541A-B82D-49E3-AF5F-2B14C69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Auto-defer or stagger deductions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D5DED8C-956D-4A22-B081-0981161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7741EDD-3772-4DBD-9EBD-079B243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00C341B-B1BF-43E9-B4E8-7659848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6156C4C-5493-4E25-873D-90D9EEC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A993A-8026-4D9A-A2AD-0113902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5419FF-5B6B-4F64-9E2E-B0D978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38F4143-5B77-4761-85B6-8937BD9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Carry forward to next payroll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BE055D3-BD8D-4625-9805-36DA696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4B333BE-42C1-4938-8B45-FABCDE9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D3D0787-7DAF-4038-9069-80AF4EC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6292B13-936B-44C0-9960-F63A09E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59916F4-3A72-4C21-9D5F-4CA68AF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8C14E5F-D560-44FF-80F5-2F5AAF1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32550DE-A4E1-4845-937B-CAEF469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Payslip tagging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5388D7C-B0C7-4780-A7F5-E3D58E3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2B1AEE7-552F-4EFC-92DA-3DD31C8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32E2558-C066-4BAA-A0A7-8DDB9DC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FC7EA60-09E9-4622-BB4B-8A8AD2C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767A95AC-BE56-407A-B8DA-E89077F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8EBD277-C447-461A-91EE-85FE5B8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031CA72-E4A1-4F4D-BC14-CDD3704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Admin and employee notification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C4EEBBA-C091-4855-836A-F09D275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Creates an alert when a deduction is deferred or an exception remains.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02714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03A795-4C68-4C67-A64A-DCA18C9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1F8AEC-FE56-46EF-BDCF-B7E03E6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D323E16-20FB-4F3A-A1AF-BA8B0CD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AF06C6-D946-4F9E-9E40-892B27B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2FF2A1-3957-48F8-A3AF-E78CF56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67EED4-E04A-4B0E-B612-ED6F6C5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CDF488-77D9-47DF-9C8A-5AB9CA1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4110E2-BB1F-41BB-878A-F5B5F9D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B8D6F8-2861-4A8E-A752-6298DD7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9CC436-AC4C-4C3C-9114-7E60030F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E78C60-C239-4B8A-A592-DAF7937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2AC956-BDBE-4FB4-8680-B24A616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8619FE-9ED7-41BD-93F2-83CDFC7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C7CBB5-992E-448A-BB4C-5C984ED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D77E02-3339-492D-8C16-D7C5D01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51908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eligibility and benefit basis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4f1da98054a6c"/>
          <a:stretch xmlns:a="http://schemas.openxmlformats.org/drawingml/2006/main"/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RET-001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▶ EMBEDDED 7-SECOND VIDEO · CLICK TO PLAY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e69cd232d4a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Every input is configurable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1398A-EF38-4B65-A0B7-A59FFBF4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BB5E8-09D0-4D73-B1C9-DF517B1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1e1fcd68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65B3C83-6AA4-43D3-B202-A836B5D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38F560-26EF-4687-971F-7E8CD38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B02C95-4731-4940-88EE-B2CE57A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E5CDCA-5170-4AF0-B0DC-5A42125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CB06E5-E05A-4187-8E02-031A81D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6769CE-E152-4C8F-BF5E-B4988F0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F0999D-CDAD-4ECB-8C02-649B951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3E43E1-FAB7-4559-B1A3-EB0390D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55EDC9-EC2F-4DFD-B8CE-9C5FB15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divisor, days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003CFB-812F-40F8-874F-D5F03E8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164C36C-345D-449A-B313-B34B359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22BE75-D612-4B04-A347-D7086A7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1C1850-142D-4E7C-A028-033E3A9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more beneficial of the two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9A9DFB8-8D10-4A65-963D-2172D45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0CFD5A-F20A-4403-A984-6DB68C7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1CB7192-1354-43CA-B38C-C87FB96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684733-C11E-4FE2-8DEF-1BE7ECB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57492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05B9B7-7F9C-40A7-9E02-4F3124F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65A3D5-CB05-42B2-9178-D437F6EA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da7a85b21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4ED6F16-6052-43CD-BF20-0FFBBC2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80E214C-222E-49EE-B682-B5367C6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50A9AA-9B2D-4799-8A85-2615197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FAC5870-8C67-48AD-9B1F-AAC6DAC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B6E52A-E6D4-4815-9D66-2FF9F94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087051B-415B-4707-8C23-4C61B60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A61512F-5A3F-4378-A299-651B9CE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2B61724-F279-44F4-A049-B54CF4E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FEA0AB-C85A-49E5-800E-0DAF422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C6E5E1-BAA2-47E4-BB68-7A86910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4D5420-D4AF-4DCC-8700-E969C81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77F81D9-AC8D-484C-B91F-B9B8013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2B59CD9-5C7F-4F55-BE7A-64385A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5EAA2B-7557-4B61-8E2C-E9010C7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0F4B0C2-C7AF-43C3-835E-2F98524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EDCAE67-879A-4C01-9CBB-4533F30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485B095-F2F1-45DA-B20A-AE52C51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4F37548-B0A0-4B3F-A8C2-CEF3775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33F8935-96EB-497B-A31C-6670BEC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94AB4AD-0F90-434C-95EE-C9BA89D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6A3F122-26A1-4FF4-AB47-DE8B46F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032FCFF-04DD-41E6-B632-7F9E087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051FE7-DD8E-4858-B66D-AB0BAA88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6195BC-8EA1-4A14-B186-973E33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A822252-9C03-4BF4-A77D-D108A84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3F9CD2A-F91F-4925-BFCD-E68EC95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678C118-2535-4019-987A-525D3CF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plan type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5234C64-4350-4389-8BA1-F63C4B1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6B30F20-4FC8-489E-A6D5-0F6259CF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E81ED85-EFA9-4C5A-972B-10F305E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A46DC96-5427-44E7-B7B4-854E48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22E0298-9F37-4EA5-9A2E-CE5317B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44A3BEA-9E12-4CCF-9D1B-B756A49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5BA9312-EA73-4725-BCF6-E823E90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salary basis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3AB9F5C-E47B-4811-B885-FA6C43D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ABF0ABE-5189-4E4E-BE24-CCBE227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BD598C1-C105-4BC7-9E6F-A826AE2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DCC2745-EAC0-4E3D-9955-2121FD2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98B6178-1227-4C1B-9714-F53BD31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F32F6C6-8EF6-472F-ADC1-4A0919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F0D7B27-3BC4-4E78-B31C-6D8A997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DD444E1-8BC1-4427-9475-E4C1A75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334447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951861-BE7D-4772-AB05-7AA2996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AA053B-6A3A-42E6-AD26-B9054BC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85fdfbe454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233A0D-B426-4599-8F81-53DA49C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776472-2604-46E8-B2C9-8D18481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5218AE5-F3C6-4292-BB07-1ED443C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B09B65-918E-4BB6-BA4B-2625CD8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700D2C7-F8E5-4228-A7B5-285985E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D83D73-F897-4A51-9641-91FB4CD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C0F706E-6597-47FD-A408-9AB6A25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44B284-778C-43BC-BBA1-A9B1DA9A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B3D67E-DD5F-432E-A277-E3443B6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491282-382F-4478-845E-5F6C180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6B57021-A625-40D0-806C-578E29A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0B3CE44-93D2-4B97-9CD5-DA6926A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8060335-DAE2-42CC-AE40-CC0A97F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E2F00F-086D-457E-8517-9193F7D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0515E91-03A9-4E58-9DDF-95A3C92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7DC7AE-2ECD-4BD7-991F-8FB4239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8CC0DF6-549E-45B6-8799-2BAF25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44C035F-04F5-421A-B1C2-8ADD15E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427EC24-D124-4CBB-87E8-1A5B5FB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40A57CA-E715-4CE2-8308-DA98A6C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days per service year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F51EFA0-2BD7-44B7-9052-BD95B71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0C8B918-A64E-4F39-B28B-82CB93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1E850D-A9CC-4959-9178-155155D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C7E250D-7D25-44DB-845C-6A8964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E9AC9FB-8AAA-4181-8FCA-3EDFB57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547B197-1506-4944-BD47-1273D8D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C502D83-6937-4532-A3B2-1491D4B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Company-plan days per service year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EF557C2-192E-4031-82C8-C90FADD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0C5ADD-2769-4496-ADD4-CDF70C8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064B15A-4571-43CF-B812-AF7702B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D401C367-C348-4E25-AE5C-65A86AE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414E57-56CB-4B24-8010-3FB48C0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E701B26-5F88-4D50-A205-49152D3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D42C6B5-17D0-4D13-8705-757B8E8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Additional benefits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1A9BD7D-E7E3-4BB4-B0D9-806C3A4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7837077-59EB-4073-A679-04ADD8D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8891CE1-FA1C-4F89-B343-709F458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9E5172A-391E-490E-A996-98A67F7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33AD6B7B-B58C-4448-A17E-589B334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69CD739-9C89-4B48-A811-802BCEB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EA65BEB-2A29-43F7-AB5A-5384C1C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retirement age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F521E1B-631F-4299-8DAC-FA481F8F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Earliest statutory age used for normal retirement eligibility.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045111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E2BE06-5200-41F3-8214-1E12348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8BF88-EBB3-4FB0-90E0-7D2FC4B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dde61d08c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8A897C-6C1A-4DA7-8267-DE65CE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D8557C-31C4-4F97-9D3F-700BDDF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75AB4A-1492-49B0-9679-B637A6F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81EB36-1B27-41F8-9CDF-40347A6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733F8AF-898D-4303-82F3-ED1EDB9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082EC3-4663-4BFB-B662-8712F8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9C97BE0-1E47-4E3B-87A8-1A349FE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156E09-6FBB-415A-897E-E251DB1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67197B0-E921-4AAC-8DDE-5D5E7AA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7D4A908-96BA-4E48-BC37-B752BCA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2DBBEFD-7E41-40A9-A4AC-6130770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49C73C1-7D0A-447C-8F77-223873E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26B47AB-6DED-49EC-A639-A20D461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96C8D10-EAFF-4718-AAA4-02D3E97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6DCA0D3-2DE7-4181-8752-162B29E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6B0AAA0-BF48-407A-993D-CAC745A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0B4E358-B4BC-4D4D-8A2C-32BBFFA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A380BF4-F8E9-4647-8ABC-97C7740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2B07016-611A-4658-83BD-03948C6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B71EC4-26BB-4377-A0BC-CE1CC8D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Compulsory retirement age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4FAA586-0B06-43C0-B8A4-7FB5C41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15ACF44-5F4F-4D2C-8997-020AD6E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F718463-9089-4C10-AEC0-E24EB1E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B30CF5B-21C4-4495-ADF5-DEE1C5F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2CAD0CB-75ED-47AF-A7F5-F698BD9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0E96937-CF40-42F8-A40C-EE49F1A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454BDFB-98D7-414B-8520-CA90C65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service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3E50AB4-4E89-4D79-B46A-C84DCB4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CDA5382-D598-4677-94A6-A909FF7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AF97D1B-3C0A-4FE8-85E8-FA71B0F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025FE43-700A-4360-8953-237A0EF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05DEC01-F763-4F74-91B9-2270816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9824B91-A72F-4040-BEFF-3D19D8F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2F3407D-E297-4643-AD70-3B17EA5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early-retirement age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D5D6838-9F44-49E6-BB9E-61EE7D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20DA151-0C52-4620-97AF-ACE7D58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44C7D11-6E5C-4084-B226-928EAEC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29EF7AC-554D-428C-9CB5-B8345E4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B3D90652-E088-4B60-ACED-F375D28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9606190C-3EAB-4FC7-A4F7-3E19ECC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81175D1-69BB-4C41-A084-F7F304D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guarantee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F66BE0F-D6DB-448D-B13C-A8552DB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Floor applied to the company-plan value when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3235496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E21051-7D9C-4B9B-97BD-A76899E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0B1582-D6B2-4DC3-A891-42A76F5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ea60dc6bc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396745"/>
            <a:ext cx="5806440" cy="284174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F1E082-7438-43C4-B27E-398C26D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9814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8FD73C5-D9F0-4828-8D2A-B13598E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911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0ED9812-8CBE-441C-9071-9145B5E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070981E-3DDD-4C50-A9FD-D6DA096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01870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D40352-12B4-40E6-9BDC-B5E616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140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CBD507-E408-499C-8465-279DBF9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891CB6-F683-4E24-960D-71ADA6B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63926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29ECA3-ACAB-4D49-B8DE-5272AE8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63926"/>
            <a:ext cx="0" cy="283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658206-8DD1-4748-B357-F891FB2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82F1AB4-E963-49D0-AE1A-8AD8C83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882003"/>
            <a:ext cx="4182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A7207C5-1033-4D4B-828F-010DE0C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82003"/>
            <a:ext cx="0" cy="824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7C81C0-A636-4402-8F02-DA3A277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3CA1973-3972-46B4-8F5C-83FB8EA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C7E22A-1400-44DC-B247-3325B5B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9E0A4A-D011-45AC-901B-59C4F63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EE02A1-6E19-4455-8036-DB028094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B6AFD8-E801-4262-B7D1-3B0CA9D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ACD3C55-4A25-4818-837B-52100DF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cap (0 = none)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18B55CA-E859-40BA-8F1F-16801160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E4F1A95-08CE-43F5-9865-A33F612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BB361EE-11AD-49FC-9CC6-6A0DEF0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F00893-E006-4E57-A397-ADE8A44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C78DA5B-FA5D-492B-A676-B05278D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C270A9C-D4BC-4AF0-9931-3CA15A5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B0C1794-2ECF-4AFC-BBB6-82D96841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rounding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6C60C48-5214-43D4-AD13-1576EE5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88A0E81-9926-4ED9-B562-FCF3EBA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591FF77-E2AF-48A4-BEE2-6EDA360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B981A09-B3C8-4F53-9E35-BE8370C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E1E1A7B-2425-41FC-A2EB-58A8795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50AB9BB-C20C-4337-89AA-C90E948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7ADF50B-2BCF-4E84-8A35-CB741F7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Taxation rule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BF38207-202C-4517-8F78-6B0A80F5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70E870-101E-4704-84E3-323C32E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A37E0BA-C5D5-4E5E-886B-C85D29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BCCF8F4B-8EA5-459B-945E-769E482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B3F904E6-3972-4FD8-8142-F56F29E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EF4B52E-6BFB-46D8-B1E4-08F7315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B4368AAD-8702-4DFB-A79A-BF22F36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BIR-approved company retirement plan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7027EFA-A930-49FB-A082-180BC52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Marks whether the company plan meets the RA 4917 approval condition.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64401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5627B8-C8C3-46C1-BA42-492A08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206634-2B46-4ABE-A2F8-1411164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7E1C53-EF92-49BB-A3ED-08A6D55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2F7407-6ECA-4719-A053-6D30980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7B3E16-A439-4FE2-A0D8-047EB95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18BF4E-56A8-4B2F-BF3A-4906B9D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DADE7-5A3F-4B9B-81DB-EA21F7B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5260BE-2352-4691-B66E-A1057FB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B5A508-7B22-4911-AF9E-3116686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C28E1D-D7F2-4747-A2E3-CDE8C9D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EC64D-3461-43E7-855F-C7ADC4F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BE706D-7784-4EA8-8699-522C6976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Authorised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9B00467-3535-44C1-B590-A918907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D0C804-5BA1-4441-89BD-4694EE9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9E158E-9DFE-477C-88B1-D15316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0813300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Select components, offsets and settlement rules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997cf5a794ccc"/>
          <a:stretch xmlns:a="http://schemas.openxmlformats.org/drawingml/2006/main"/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FIN-001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▶ EMBEDDED 7-SECOND VIDEO · CLICK TO PLAY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45d1f28cb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57626-46D1-4BDE-8360-E2D0FE4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1C37CD-67C1-4ABD-96A8-6F63E3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12d7ebb7445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A6B16D-5765-44B3-87DD-625C15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DE0617-0457-4F5E-8490-0C0247C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6DD531E-9E63-466C-806B-851656F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FDEF4DF-C38D-4FF3-AB96-B0B3E95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33DE1E-9A69-491D-B20C-F59A680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CC99E2F-C72C-424F-9E47-944399A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87D02BE-2932-42CA-906C-9141D25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0B7A06-70AA-4948-9B4A-978AE55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87DA02-9138-4ECF-B1F7-EDF7B9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20B663F-0266-498A-A64F-F1D775F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50A560-E034-4609-A37D-8B03BA4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709086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A4295C-E502-4E50-AF9D-A463BBD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EF83F7-5E00-4420-9A0A-FEA9944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14782a524d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569175"/>
            <a:ext cx="5806440" cy="449689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E0243D-3342-432B-9A03-A2E088F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012244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758576-FD6A-45AF-B985-F6C5E23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12244"/>
            <a:ext cx="0" cy="47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BFAE68-667E-4D09-9C9A-5451399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8DD39A9-27EC-4F88-B57E-A1E80F5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0" cy="2563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CDA1B-E111-44CC-8181-549A6F3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31334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7DB5C7B-374B-45A4-9EC2-970BCDC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1651471"/>
            <a:ext cx="0" cy="2166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62D6F35-4C40-4D3D-BC89-375A3CA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10011D-D730-4692-BE6E-C16C9FA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214854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00D27DA-097D-4789-9BAA-0B080725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214854"/>
            <a:ext cx="0" cy="93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7266F69-4729-4764-9F2C-C9B4AF8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00332C2-6BC7-4792-A6A0-B86228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1BACD47-48BC-46AD-BDC4-85DBC490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8FE7409-46FC-47AE-940A-2160ADF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48721B1-E18B-443A-8073-B02BC37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662442-8E4C-462D-B7F0-1EFD3A9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7B12E8-A21E-4881-8664-8C2BFAA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C45C6EB-470F-4C49-BE19-8767A43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97CBD9F-D7F1-40EF-97F6-C1A44E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DBF1EA5-D9A7-4365-93C3-C212CAE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4BFBF9-C29F-4A46-9E91-265FA36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F0C3A5D-EE11-4A0C-8D02-F5EF020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313ABA3-A2B1-4F04-9364-3BBB49F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E88884-8FAE-4F49-8F28-28DDEF2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A8BF6D7-F3F7-4160-99C6-248EC68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D1F1698-03F6-4E06-B211-FB5F522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2184122-934D-4D2D-8B09-75E6E19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0B1BCAD-B0EF-4EA4-9328-4078625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6B14DE4-5DD6-4236-B616-01B1BDE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89C8359-261A-429A-A4E3-95B6CD0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A5E601-0913-4DE1-98F6-3DA4C8C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Optional company components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040D212-9E84-4F32-BF2C-2F54437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Company-specific items added to final pay.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4454507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CF9D9F-C4D4-43BF-9CC0-D089958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607E7-4C4F-4EC5-995F-112C388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10e7c253e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2816"/>
            <a:ext cx="5806440" cy="244960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23B188-002A-41AD-B472-BD3CFD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387283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25AA368-C12A-4001-8871-7424DB5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459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1C5630B-772C-4D0F-9ABA-BD5EC52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B91395-8E04-4922-A912-B1AE308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2896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7087482-22F5-4D0F-9F7E-96E8EE4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841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A5186F4-BF40-4691-BF78-A6B7EEE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435B314-76E9-418E-BADA-5BF4F16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0" cy="2005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E33561-34F4-4AF8-90F4-FC0920F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3E78FCE-F9DA-4A36-AF6A-2D5DAB4D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675112"/>
            <a:ext cx="0" cy="1772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807F985-8202-4200-AEBC-069289C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3BE9C6D-2EBD-4145-A38D-19253A0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80839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1FB6646-E8BE-4C18-B809-E90B2A9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0839"/>
            <a:ext cx="0" cy="1026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512484D-5D9F-4F8B-909A-C843B11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30D406-315B-487B-80FB-47975E5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29900C-A7CD-4C9B-8A13-753711A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428AAE5-0721-4833-999B-DD8384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59A7C96-8193-4306-845A-61FCE2B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F04437F-BFD4-4B7D-B9DC-C1C5D23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C44F1FC-D0BE-4C5F-9D11-6C78483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Leave conversion rule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61316B-EC58-483D-BF45-960FF1B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99E9D0-2415-4B17-8873-4D998B2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D50B0A3-30F0-4264-B8B9-7B053AB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B22D52B7-F18E-4A16-8A69-4EC6A3F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AB43E0-B6AF-42F5-AAB2-E722410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E4AE09-CB71-4820-BF7E-BD5E5D3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A85E219-BDD5-4000-A3DE-132679B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Separation pay rule by cause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8A61FC5-F2EA-4D68-8292-87ED778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C773DC-82C5-4EC4-BD17-0FBF82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BBC11A9-1999-4F1F-AAB1-BC91BD3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8091BC0-085C-43AF-A6CC-04FD0D0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CF60BB-6E2C-4A4A-A72F-9E784BF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A48B328-E481-4D35-8DD6-523C8BB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74DC3-F379-4E7A-AE5C-39441DE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3D1D9B1-A0AE-48AC-83D6-394E40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600A84F-8776-4F02-985E-00ED70D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32A3540-3271-41EA-8F81-42530E2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22BA533-2F7A-4E08-B0E5-D2CD30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7C658A8-7A9E-44E3-A763-E6687E3C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9BDDD43-FF3E-4F5F-AD0F-3D9C083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ABD4737-23B2-4505-AB31-16085EA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 of service years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91D3E1D-4698-4443-972E-2ECD334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 for final pay.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2184313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49767D-EF5E-453B-A5F2-FA211B7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D86C14-9AC2-4FD2-B302-5CA7931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40a87cb3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104636"/>
            <a:ext cx="5806440" cy="142596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153038-5BCF-438C-B8E2-5660AB6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350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DCC2CD-C416-4576-BF4C-34CC0BC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9802A8-C8E6-4AF2-B592-A7B71AF9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58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F3361E-67A7-44EF-8922-4FB9E8B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8AE1039-2A65-4860-BC96-E9740A5B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3751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AE97F4-9B19-479B-956D-443B641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49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A4D90BA-10A6-4A05-8566-2943BD3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A9A9608-8127-4B12-8686-9ED01B7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992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AC381B7-DA8C-49B9-8657-B97E2C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B3A3C2-7D5D-4ABE-AEEB-DA367C7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86932"/>
            <a:ext cx="0" cy="1260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FA492BD-606E-4506-99E6-87CA7F8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AE57CF-D598-41B7-B30B-CA4B5BE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79205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3B910E-99BE-41E7-B9F1-9B33DBE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79205"/>
            <a:ext cx="0" cy="15277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39495CF-A9A5-430C-BBFE-0175844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470D544-4D04-4D54-8E6D-61388A4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2520C9A-1240-4DD1-97FC-A66DEC6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84BFD2A-0556-4A57-8C0C-FE49BC6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FF972F4-572F-48BA-8626-9EB24EA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395930-F6B0-490D-84AD-E05A5E4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8FB6AD9-9F26-4F49-8DFB-0BE0267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Advance 13th month rule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2D45240-51DB-4C13-B368-AE56D4F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ACAA64B-365A-464E-8677-6EEE6A4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5A6124-3102-4063-AA67-BA74914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F72BCE5-8CA9-47BF-A3AF-A04464F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A5C38C-0074-47FB-9BC7-84DD11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03320A-31A3-4457-A34D-271B4BF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DE24F73-EF07-4A04-9F25-D1AF1CA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Last cutoff rule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44C6489-FF72-4850-AF20-89E0F12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44DB649-708E-4A05-95DC-E9AD0B8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5C465E8-F4AA-4C76-8BCF-26506F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136F2B-1350-4D96-BD32-4FF3E79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BE60540-A842-4BA6-B35F-85274EC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1F3F697-E181-4810-807A-29123D7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3E974BF-3C95-436B-8B5D-A7116F6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Government loan balance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7DB579A-234D-4C5F-895F-9677D1B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E84F5F7-095F-4B80-8C3A-F0CD32E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953F439-536A-4AE0-9B5C-33F7CDE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05FD125-18C8-479C-B9F2-50762F7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18EDFB8-6B4B-40F1-A83E-CE2695F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E5AAE46-6AFB-4806-8F28-9B8601B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8BE1346-40C9-41CE-B41F-E311480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loan balance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14DE263-0902-4117-AF29-9133B12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company loan balance is settled at separation.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716707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0ADB59-C7B5-4F86-B82D-DC3A2D6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EC642A-A425-4A49-8F49-E746DDD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76fa6b53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83794"/>
            <a:ext cx="5806440" cy="206765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3D0A614-58E6-4D2D-8969-738AB45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226862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CB001A-B902-49FC-923E-B9C0407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74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92390D-ED35-4D6D-B377-02AC9AA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637040-F791-4F0F-8213-3410C0DA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944939"/>
            <a:ext cx="3523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FC7B246-9BC9-4227-B9F5-4F3CA13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27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9AAF64-EE3D-4A30-8242-460472E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60071A-DB60-46F9-9438-68EB5B1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494954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4BD4A7-3914-4308-8553-B75572E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94954"/>
            <a:ext cx="0" cy="657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EEC4A0-6387-4689-BD95-9F013BF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70D0377-CCC1-45AC-9AE4-A2D71BD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9F1E22E-462D-4781-A5DB-4CD1BE0D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50FBE3-ED4F-4A71-B028-BCE6434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C27DC5D-D25E-436D-9A0E-C058096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BC9514-A29D-4ECD-8B57-74FD80A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CEFEF0-2E44-431D-80F8-45E9462A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Net pay rule when negative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6340512-560B-419B-B1F9-2716217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D876FDA-E9F3-4AD3-AB56-173CD46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DD0CB3-45A8-4ED6-B05D-0EF2C17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FB8E977-E6BD-4D30-B0E5-7CFB0BE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B49FCC-1DDB-429E-B7D1-6090866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66B5213-B401-456B-A251-33658DB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4446932-503E-4406-AC54-2A886B9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Auto-offset authorized deductions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CF2727B-2195-4871-AF65-CC1DEDE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476BAFE-46A1-40F9-A6F0-18D123F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7E505A0-4C31-4CDB-A2FF-1BB3ED6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B487CBF-1B1B-4D14-BEE8-7EFF351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ABDEF2C-CA60-4701-876B-FFF5516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AC60D45-4B3D-4863-BC17-A466A26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9AA502D-5B9C-44A2-99B0-4525B6F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Notify admin on release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B364136-5456-4645-B3B2-47BFDA4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Alerts payroll administrators once the final pay breakdown is ready for review.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339584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8F7B9-56B5-46D5-949E-5C1C07D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B93C5-E61A-499E-B9A9-862B000B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8A556D-137B-4598-8468-A164AAB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17C449-E288-49E4-9FCC-C1D6B76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15641A-FF0E-4662-8EA8-827B23A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3C3BB3-1A31-421F-BA9F-82ED51A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08F67C-1009-4D2C-8D7E-01969EE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7B001-4815-431C-B6AE-AA61E3F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33989-7B0F-4328-B2AD-4ED4588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Graduated BIR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F98FD1-1E88-4DA3-8463-FF2CA7F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833831-914B-4024-B84F-98EC139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7E9581-C582-472D-8BF2-5324395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Iterate to convergence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10BD68-BDD6-42B6-A957-EFEFC00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5456A-61D3-49E5-9971-A6B63A2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603DA8-783D-4292-B811-E5B2174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0850033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Define the net target and tax absorption method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9a3d545ed463b"/>
          <a:stretch xmlns:a="http://schemas.openxmlformats.org/drawingml/2006/main"/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GUP-001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Define target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Control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4 · Validate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▶ EMBEDDED 7-SECOND VIDEO · CLICK TO PLAY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246d37117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76FDDA-4FA9-4BFB-B695-F5D8EE7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E510F-E9C3-4FCE-A3B7-6EDCECF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247f99a8b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0114b72b6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8F77664-9098-492A-A10B-64442C5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simply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D484CCF-895C-4148-8A99-6339AC9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FB5F5F1-E14F-4228-909C-DED67F1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E6BBED3-3D47-4F80-B556-F91D564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9E91977-B226-4D62-BEF0-0323754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01FCD5A-D6AF-4BD1-912A-7E5F215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5E9E50-D054-4B7E-B5F0-1FA06B6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280405-3316-44AA-BF94-EB4905A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CFCFF9E-357E-4D96-B825-9315DBF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9A6D3A3-7010-4436-B656-2ADF41A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482998E-CBD0-4592-B442-D6BF6784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A0FAAD-8F75-4BE3-BCB9-9490ECF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AEE902D-7AB7-4C24-BAE3-A25ED6E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8CD3AE4-E418-46CE-9524-289D88D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208C822-160F-4654-BC47-7444C69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98885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EB6600-9E97-4425-AA14-C90A4A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1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380BDA-B8D0-41FB-A09D-30F19CA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2a2fcd9f0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EEB149-8F44-46D7-8043-7F3E4A4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A64ED2E-0097-48D1-9B73-7B113EE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FBD06A-887F-4737-BF6F-419A4FB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4FA8A7B-A155-4147-A300-ED2D8F1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C39699-A11D-42AD-9309-54A33A3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B7D0A3-C52A-45BE-8EA6-D1B19D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0E0671D-1896-4E0D-9085-A9F9A53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A959B3F-4E63-40F2-B8A9-02863DA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0F1715-7E8B-4B52-AB4C-3D0EF59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5D3ACE5-C3C3-42F5-8875-DA43947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22A52E-6A0F-4DB6-90EE-A9B1F3D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7CC0C3C-0757-401E-912E-465045E5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DFAA2C3-47BD-4174-A716-FBC96D2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456B1CD-31AC-413B-A97C-510605C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45C835-1766-4B90-83CD-1A1389D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A116B5D-C9B0-4905-AF35-1904FB6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A157702-E46E-4A6C-ADE5-3D7DF3D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72B9AAB-48AF-4CB7-A879-DC8C91D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299076C-6948-4877-A474-8D9D0E9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6A327C-E561-4BE8-ADB9-D76FAFB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96555FA-E884-4500-84D7-68FE032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3D6E02-20D1-4643-B9E6-0087154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B9ACBE3-6828-41A5-93EB-AC8611F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DF001E1-9169-40D1-A21C-38F1ED9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DD3855-3F46-43E8-A5A5-3396BB3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10B4D6E-C642-4D71-8B60-C551255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5002D2D-EF3E-4E83-9FFA-5663EB3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Guaranteed target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CB49E4D-C03B-4107-86E3-0A4EF55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39CD047-C340-4E54-8174-22E1ED7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C94C8E5-8023-49B7-80ED-276E0EB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BCC3D3F-F93C-4DCD-886E-CE8252A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F4AC0F-931B-4439-9394-4C0BCC9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705CD8F-CD3E-4308-AFA2-515FD93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4292CF6-E177-4196-B843-2F5EB94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method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EA9F122-6098-4A03-8803-E6BDB6F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59E11C7-0F43-4A1B-A15B-E91C6DA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EACF55-2A4D-45FC-9DF7-5C1FAF3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DCA328E-4960-4057-A3C7-E83D4A5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48707D0F-E4E4-4808-BA3E-752654C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DAEC48A-766C-4008-8AC5-3C4F69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F3A4E80-8D0B-4ABE-A051-A3D3361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Payroll frequency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61DAD61D-609B-4A07-B525-29F7D3C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frequency of the effective withholding table the iteration reads.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190807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A1F4A6-837A-40D9-AA8F-FDE4B49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2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535C2B-896D-4A42-934C-C5A09BA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736166ff4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F4A14F-73D0-4C7B-A936-0F7CD45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EB1CC0-5C30-486A-8BE8-8E15034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B0D23-2806-4CB0-85F2-F71F1E6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15C1A3-6EC6-48FA-BDAE-2FAC471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173FC0-B955-4BB6-86C8-8941EB8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7BC064-A152-420A-B211-599DD3B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BE9B37D-BE64-41EA-8415-BF19968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8977CE0-788D-4AE6-AC3B-A63D36F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2249F79-FA08-4922-AAE3-8F1DCE0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95C1E6C-E883-4119-8BD8-2300BBE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D5D3C9-1F2B-4504-8396-98151F0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DF5C4C5-B659-47EB-BFE3-1D93917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32BB4F-E390-40AA-9E62-FC165AA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92BCB63-A7CB-4D70-A615-CBC47C9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DE79A30-9409-43AF-93AF-00C0FAE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E32FCD6-FC52-427D-A20F-AA07EA8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FD2A199-8857-4A6D-86A6-CB4B7EB5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B0A3ED-65D5-4A4B-B7BC-3581A11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62058A-E7CE-4404-88EF-098A192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0CB9C78-CCB1-4C04-9271-797AD25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Table effective date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2E7A582-8047-4AD6-BD68-6EC4943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B41BD9C-24D9-4E72-8977-C7A0FA7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0163A76-658E-46BA-A769-505DD578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54BF322-C08F-4B85-B2BD-B359E0E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CFED7EF-26C4-40B7-9685-29AAD8F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67B42D-051B-4D79-A378-165B505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9EC7BA1-79C8-4529-A8E2-E9C5A3E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Flat / final tax rate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F3CDC2B-CD78-44EF-8454-F676835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5292CFA-2005-4FEB-AC08-9CFAD8E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0F1DFDC-71A9-421D-94D7-6F222EF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C7A184B-FAFC-4D80-9324-F7CDC1B7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653CA5-8F51-48DF-B8AC-5DBB466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CB0A5D6-AD82-4DA1-B746-A666D27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49DFDD8-1D59-4479-B716-6A584E0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Employer-absorbed share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3A154C5-3FEA-4ADA-A849-891B1FA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BDB06BA-0D69-4B2C-B0A7-6A747D6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79BD6A1-8298-44F8-BD06-0F0623C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BA3242-A2D3-4F0A-8479-C1DFA48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9089CB7-72E5-4E54-A438-DCDA49A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5E18B81-BB18-4437-8BFF-C9533DB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BC5D63-17B8-4033-B190-CC2EB68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 tolerance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4AD0EDF1-5911-40CF-BB6F-F5BD229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close the computed net must land to the target before the iteration stops.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7033826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F0EE7D-5277-40B8-A6C7-35C20DC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3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26314-0C3A-49F4-8167-5A9F17E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d4f1f33554f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27774"/>
            <a:ext cx="5806440" cy="217969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AD442D3-BAEF-4655-913A-FFA197B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7084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CFA77F1-80DE-497E-8256-44621DA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68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0B29BD-2CAF-40A2-9082-5263236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E407AFF-8DE2-4505-A0BA-8E2D58D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32898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96EF28-0F23-4360-ACDF-9590C9C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5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A6F3A5D-E515-4281-8944-17D39D0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1A4CD9-6061-4B40-A57B-996478F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550975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3CE5B5-9A67-4D31-9C43-37D1EA3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550975"/>
            <a:ext cx="0" cy="60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742D099-2AE2-4249-89F4-640C935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3AEF54-477F-40CC-978E-7F324D6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7E3605-6990-4BF6-98A9-CA3545A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04F075B-3B73-45E2-8E93-0E29F6E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A71566-5D54-48F4-AEB8-FC1CD57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286B131-48DB-42EB-80D6-EF17777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FC883A-D0D6-4AF4-8614-BC74735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iterations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37031D-448A-4444-BDE5-A75B2F2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E53A5-D242-46DA-BAE0-A9C9BC4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7E3E959-8B6A-4C1B-94D6-B0BF3E0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4E8AE6F-8824-431B-BC3A-88231B8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0AA4BA9-D5D0-4758-8917-5858473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7E87203-24BA-4072-AABA-F48FEE3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43EA687-464B-41A2-9996-6A1941B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3BF3F10-66DD-4DD1-BB68-93E0B3C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569B30B-4A90-47F9-8906-09CF5D0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7BE658-9112-4441-9149-89A9FF08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739CEC5-6BE1-40AE-B24B-2B54E29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17F8F14-435D-4494-A97C-A9399A7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58B6C5A-C213-4D77-9C64-61BC5C3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D2A258B-1DD6-4CD6-9536-829BEFB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 mandatory contributions before tax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B2EC652-F6DD-4EAC-BE51-8A3F6E54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Deducts the employee statutory share from taxable pay before the bracket is applied.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8910865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6B9E1B-AFF4-4D3F-A743-83D0D92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WIRING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0D9895-478C-459F-8331-35E191B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feeds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9F6637-F62F-472F-9D80-F9D0ED4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 from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8C239F-FC50-495E-9241-C8DCD8D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C4C313-7CB1-4375-9BCE-30634D0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755A4D-88F0-4313-BB3F-9FF43AD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311104-3837-4B16-BB8F-AFF7343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5A3D45-5B7D-4AD5-B672-49DD3CC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0AAA330-F15A-429B-A1E9-67107B2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5F04D3-E60D-4D6D-AE46-B1038B6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5774F5-50F8-4968-B4AE-88475E0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7C7552-0012-4041-B02A-7F7EA0F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0CAD3B-AB93-4915-8578-0FBAE45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9EAB2AC-E6A5-4292-A6D4-7CFC42A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3DE6281-CCB0-4492-B118-B3F3BAA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B2597D-4337-4B55-9DFA-DF3BC47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value and its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87D4E3-0964-4897-BE5A-58E5319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ED646B-9C69-443A-98EC-683E2E1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B7CA57-DBBA-4B2E-8A36-78B56EF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1B9952-965A-45BA-A147-D823BE3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096381-83B7-4161-BC6D-1082587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FC682C-B321-457B-86CB-71FF8CF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3062452-8DCE-40D3-8BC8-1B87B75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EB6B2CC-438F-4DEE-A1BA-CFA3723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A5446C8-7FCD-46DC-8FDE-7BEDD08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13C9A4-8C42-4ACF-A50D-C66469C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A117F-45B8-4CDF-995F-1AC450F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9A11DDA-BE0E-4E4B-B942-F64F9FE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to pay and the tax the employer absorbs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141771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C9E0C-ECD5-472E-9A41-9B5B7FD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89382-B1A6-4019-8D54-955B77B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a0ccfad2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441D26-1B92-431C-B31A-FEA5B6C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5FC54B-7D15-436A-91A9-9E56124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805D31D-0BC4-4DB4-B383-233291E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71059E-CF55-49ED-921D-D7CB14B8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Locked once used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39FD234-ACF2-4B5B-B88A-6E4E21F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60D4EF-86E3-4DD9-95E6-829BD97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A8D8A99-57FC-430A-9CB7-FC1495A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6000FA-809A-4B87-BC39-A2CCAC0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F806DC-4818-4B05-A90F-BD512E5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942167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440136-D23C-4911-8A0D-91DB401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8D63B-44CA-4DBC-8E3A-17E2788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6f6f09aa5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7B7366-238F-4AA7-8300-E393DE3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29BA0E-9FCE-4382-BB99-F0FDE5C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01D95C-A668-4331-A290-424AE2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FCFFBA-22D6-4BF6-92B8-A7064E1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86A19F-623F-4866-9265-CE298C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4888263-0C0C-4B0C-905E-247935D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Change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3180202-3D64-4AE5-BA3B-2CE11B0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7284C4-D2E3-4060-8C1E-FCD5134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E358C9-79C6-43A9-93D4-16B4AEB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228980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26D051-D7C1-46FC-89CE-208FEDD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C3F86E-7BAD-45C1-AB6B-071B0A2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b0aca3fa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141670-4D3C-40A5-A984-92F072C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0A2A6-A269-4161-A0DA-66D843A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A1903-0673-4853-A9CC-5C63C31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228C77E-5266-4C3D-B50C-661DB73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1159E9-E105-4F26-9D6E-1F12DF4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073EF-C680-48EA-AC3C-A1DD65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3C7295D-D5FB-4432-AE26-4E47778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43C555-0E1D-4542-BA03-69B3881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7054E9-C0F5-4FF4-BF76-50302D4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241311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88E634-8339-4BE2-8BA3-F2A2C6C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"/>
            <a:ext cx="3749039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6543A1-04C7-46DC-A600-FB5C5C1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" y="567055"/>
            <a:ext cx="11311890" cy="438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/>
                <a:ea typeface="Georgia"/>
                <a:cs typeface="Georgia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A7910E-26BA-45BB-9CAA-172F69A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996696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A676DE9-499F-40B2-A99A-D5FF041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99E460-07DE-4E35-9E06-158F928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SETUP PATH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6AF7C3-1296-439E-A3BD-5614063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35608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
Configuration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3A89367-D8B0-494C-B59E-7E50368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3C2B6FB-2CCE-46FF-A5CC-9580FE7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Services
Information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565AEA9-4F69-446A-9707-FC1E9C3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24A049B-32C9-45B1-9CA0-1467D00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Computational
Basis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CE0A03D-6C86-4C34-8095-99019FD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DF96564-0C6D-49E7-9D5B-7659BC5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35608"/>
            <a:ext cx="22402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4182841-06C4-4052-AFF5-AC4D0BE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04F7AAF-79EA-40F7-AD42-867D1B9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A066A91-BFB0-4131-9C9D-99DB290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A79455E-C868-4F46-A124-7C90E4C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0EE02EA-7927-419A-92FB-1CE9093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0962E57-AA56-4AEB-8F2C-A65867B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58D5191-25DB-43D0-BF16-3D78208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271079-431D-4CAE-8A13-4705CC8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Written policy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A6B800-123A-49A8-B01E-3969997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F79A2D0-91F6-4E4E-92D2-DACFC25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517FF1F-AA0D-4159-91EF-8E31C0F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E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EEFB1EF-8E42-4609-8F4D-6E649A4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1A86A4-BECC-467D-A096-A44505F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Governed code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D67EA69-F928-4B67-9687-D67D198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76D5F79-62FF-4F81-888C-151294E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FF38F3-3EA5-47FB-A4FA-5A936E6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98951CD-7D50-4D1C-9E48-400881E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89A6D37-CCB7-4142-BA90-F8B7813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 Rule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E245BC7-7040-4AEB-9A5E-4FE8FCE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1E64330-2B82-45AA-98BA-4AA174D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DD9FF81-46E6-424F-B6D6-F785606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BE176B89-7D2E-4E56-93C7-85E21D30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2A7A69F-55EB-4EA2-AC01-6D2406A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Policy engines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0F9382C-90A6-42FA-A3D4-813227B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C2AD231C-85D9-4339-B380-4A6B29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THP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108D49F-C6DF-443F-9CC3-3F1C5F7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RET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A40B2F1-092A-40B4-80EF-8286C3F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FIN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4597B90-01FC-4A61-9E45-890590D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GUP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E6A2A40-59D5-4956-B1BB-FBDE283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B84EBD8-F8C5-414D-A069-5905CE7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DB1B3E8-CA1D-4047-B303-7C125D6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3BC936B-BD47-4F5C-BDBE-D6B0FF83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Payroll output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16B451C-6297-410C-A1D6-A21A38E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6CF58BAD-F3B2-44C8-BA48-7928DC6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BE070C8-FB51-42A5-A8E4-976C76F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CREATE RULE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CD451194-AF01-48E3-90F3-72C5682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572000"/>
            <a:ext cx="1783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1  Employee group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54E8B9ED-8DEF-4E54-9B77-CB70EFCD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27448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E5ED89D-20EA-4A55-8202-6B9E93D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72000"/>
            <a:ext cx="18288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2  Approved code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53817AEB-83EC-4F4A-A46A-3064BE8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27448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883B771F-1E40-4417-AF54-DA9046A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20116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3  Company values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D33ADB3-6C7B-42E4-BE9D-EEB7389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727448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6B7574F-A8D7-4C70-9234-14D2E61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572000"/>
            <a:ext cx="22128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4  Enable + compute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7DCE67-3A6E-42C8-A186-3ACD2C7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RULE GUARDRAILS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6A59E3C6-0879-4B79-BC12-69753EC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0E164F-DA93-4015-8DDF-C2698C1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Only approved codes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414D71F6-5C32-4EBE-B4C8-3CD5D38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EE9797BF-3397-49AD-BCAB-4F9A0A5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D30ECDFB-BC80-4F5A-99D7-110C245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Formula locked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F8B4622-8669-4D84-A6D2-4636106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1F6CCFF0-98CE-4F83-B5B8-4871999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586B3BDB-1D9B-4CD1-8ECA-ED57FA1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96ADC0F-472E-48ED-A9E3-178F8CB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324FFABC-67D4-4548-9E7A-241348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61838FB3-6E89-4295-885D-6CC0EEC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49B5CE7-D647-42AF-B70A-0CAA6A6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0FBF076-EB79-4689-8F49-0E174E1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19088"/>
            <a:ext cx="41788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>
                <a:solidFill>
                  <a:srgbClr val="444B60"/>
                </a:solidFill>
                <a:latin typeface="Arial"/>
                <a:ea typeface="Arial"/>
                <a:cs typeface="Arial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0948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8E2614-CBAB-4615-8D7C-520528F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2B2B41-D4FE-4529-9913-872908D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Where every screen came from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1B1779-9ED4-4A65-837D-A36C755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Sources, row-level traceability and a glossary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895496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C5CBC7-3BA7-4D23-A01D-F5037EC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FFE0D4-BD5F-4627-AE46-E466DDD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58F13-63A6-4631-BE3F-4AF1CBA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5FD710-66D2-496C-B175-1DED021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830601-3E1F-41D2-A611-F918F0D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AF9776-F942-4FD5-972B-E884DF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6127FA-4FD8-4660-9895-1C73330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54B6E8-8363-448E-A3DC-5295B81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FF881A-81BB-4C28-9A8F-FD9E25B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48FAC5-12E2-4DA4-8D3E-0DDCA50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96C64A-EAE4-4F79-91E9-EAEB790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08EF3-EC62-4436-A67F-6FB8A21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9938F1-EC25-4B74-AF8F-D3FBD94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Overall status — 331 requirement rows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067EA3-90E6-4AE6-B32C-2EBB4FE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7FC56EB-0129-4A62-AB1D-6D1778D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533F0A-43A5-496D-B14E-74C6C9E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274102-219B-4E37-B081-0EECB04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9AF889-E16D-42E1-9D29-30170AE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920299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B1813F-8B9F-4ABA-A30B-AFEF5CF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963795-BF51-46E4-A9D7-D509489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4B79E-BD45-4445-B589-9CE0B50B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588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E18E96-0396-4737-B18E-4577B96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AF849D-BCE4-4CF6-98E6-6A4A52F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F7E4D9-3F78-4E68-985A-9C49207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891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9225D1-6F8B-4414-B9C3-54C0663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88D42-8929-4A5E-A1D0-35B18B1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3CC179-41C8-4C64-84F3-B172E98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5552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A9B00-4538-44AA-8E60-FD83E9E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0C4613-F59A-4EFF-B38B-FD5D9AE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06AC11-25D1-4EE7-943E-6B724B6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909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9D9B23-F06E-429E-91B1-C1C024B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D97936-45B5-4E23-8E01-A417577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22DE67-9AB1-4BEE-A52C-F5AA46A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3F9882-A508-4A22-A2D9-228834C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A5D5F1-7B21-43F5-8951-E21BCFC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0482B0-083A-4361-A2B9-90B91E8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C7F283-8D8F-4AED-8BD2-D9D8245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B05028-75A2-4E60-9D08-DF1E89C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382312-6AE9-4D9B-96FF-17F7950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B51804-1167-476B-9116-87D1CAB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77BF44-1169-495E-95F7-79209CB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3A787-8922-40CA-90A7-AD93C9E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0BBBB6-5EF0-4DCE-AAEA-6198A74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D8FB15-720B-4A2D-88FD-BF4B54B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83C972-AB96-4EE0-91FD-4DCF8E3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6AF31D-305D-4C8D-AABF-8A3D3C8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1FED57-D6F6-46D6-A35B-DB61776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1CADA1-BFBD-4F25-B4BB-8D558A5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3C9037-E27F-4132-A0EE-CF39D90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D36B5C-1ADC-4979-9F0C-D8A86C8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102694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538868-F3E4-4C35-A64A-6E5B1C1F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057E47-177A-4935-AAA6-CCA3DEF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still needs a business decision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2C40A0-3EA5-47B9-9E4E-BA87212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3B5071-8D8C-4A18-AF1A-A93B853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B1EC2F-CBDA-4395-A875-AB71223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3D6A5D-33DE-483A-9880-335EF23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take-home policy is active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9B377E-2DE8-405E-B355-733CCC3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4A5F0B-E019-458C-80AD-1AD908C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3FC1FA-7C38-4C2D-B4B8-1697B83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A26CA3C-14B4-4D20-A6A6-339DCE2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EEBB3A-5604-4AE9-AE22-51639CD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56AA1E-9ADC-4A9D-BB0C-F766589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FA6EF0-6B8D-4661-8989-7797B54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4EC41D5-EA86-4FB3-9607-24793AD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758BD0-5668-42CD-87C4-B18D0B6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DDE5E6-996A-4478-9757-6C7AD93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 when net is negative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718A23-789D-44ED-9ED6-C42C923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6A790BE-F988-4761-9C55-EDB872D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2FC8F0-F709-4D76-8C2D-C6774CA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BFED99-6EA5-452F-A5D8-325D605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0A9339-EDF2-45BF-AF1A-E9E907C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convergence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B207CA-3A5D-4095-A71F-D6E7691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C7D32D-25CF-4D98-ABF7-60D1098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33EC68-0A88-41D3-A6FE-A53300D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3E302E-C31F-4021-BBD3-1711C8A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80F3597-1A2D-4F9E-8229-FDF697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E50320-3E8D-4083-AB8E-1C5E88B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B43873-0069-47B9-8B11-F61223B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88533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6978C6-2449-4E2B-9FF8-19913850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this demonstrates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4CA953-0A66-44F2-9298-5B5C289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66DB0B-85C8-440E-B296-AAB498A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B53804-B3B8-4D79-AD54-8FF13A3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C85930-28A7-4D52-A2FD-381DB52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3B916C-7436-4FCE-84CE-926FEBF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FEBD35-B1F0-40D1-B3F6-70F32F4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F18EC-6D5C-44EE-84EF-2B19752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B65DB5-59CA-49F1-B5AC-AA6F5F7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8169F1-3D1A-45DA-B435-6806315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B2B17A-3388-43ED-A8EF-4DBC440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62851F-4668-4197-BCFA-0B738AF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A1D5CD-51DA-4952-8A6A-F6C047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screen traces back to a row in your own workbooks.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10842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2026-08-10T16:06:42.9960000Z</dcterms:created>
  <dcterms:modified xsi:type="dcterms:W3CDTF">2026-08-10T16:06:42.9960000Z</dcterms:modified>
</coreProperties>
</file>